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media/image10.svg" ContentType="image/svg+xml"/>
  <Override PartName="/ppt/media/image12.svg" ContentType="image/svg+xml"/>
  <Override PartName="/ppt/media/image14.svg" ContentType="image/svg+xml"/>
  <Override PartName="/ppt/media/image17.svg" ContentType="image/svg+xml"/>
  <Override PartName="/ppt/media/image19.svg" ContentType="image/svg+xml"/>
  <Override PartName="/ppt/media/image21.svg" ContentType="image/svg+xml"/>
  <Override PartName="/ppt/media/image23.svg" ContentType="image/svg+xml"/>
  <Override PartName="/ppt/media/image25.svg" ContentType="image/svg+xml"/>
  <Override PartName="/ppt/media/image27.svg" ContentType="image/svg+xml"/>
  <Override PartName="/ppt/media/image28.svg" ContentType="image/svg+xml"/>
  <Override PartName="/ppt/media/image29.svg" ContentType="image/svg+xml"/>
  <Override PartName="/ppt/media/image3.svg" ContentType="image/svg+xml"/>
  <Override PartName="/ppt/media/image30.svg" ContentType="image/svg+xml"/>
  <Override PartName="/ppt/media/image41.svg" ContentType="image/svg+xml"/>
  <Override PartName="/ppt/media/image5.svg" ContentType="image/svg+xml"/>
  <Override PartName="/ppt/media/image8.svg" ContentType="image/svg+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2" r:id="rId3"/>
  </p:sldMasterIdLst>
  <p:notesMasterIdLst>
    <p:notesMasterId r:id="rId17"/>
  </p:notesMasterIdLst>
  <p:handoutMasterIdLst>
    <p:handoutMasterId r:id="rId18"/>
  </p:handoutMasterIdLst>
  <p:sldIdLst>
    <p:sldId id="278" r:id="rId4"/>
    <p:sldId id="282" r:id="rId5"/>
    <p:sldId id="292" r:id="rId6"/>
    <p:sldId id="298" r:id="rId7"/>
    <p:sldId id="293" r:id="rId8"/>
    <p:sldId id="296" r:id="rId9"/>
    <p:sldId id="300" r:id="rId10"/>
    <p:sldId id="288" r:id="rId11"/>
    <p:sldId id="286" r:id="rId12"/>
    <p:sldId id="301" r:id="rId13"/>
    <p:sldId id="302" r:id="rId14"/>
    <p:sldId id="303" r:id="rId15"/>
    <p:sldId id="283" r:id="rId16"/>
  </p:sldIdLst>
  <p:sldSz cx="12192000" cy="6858000"/>
  <p:notesSz cx="6858000" cy="9144000"/>
  <p:custDataLst>
    <p:tags r:id="rId22"/>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1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160"/>
        <p:guide pos="3818"/>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slide" Target="slides/slide1.xml"/><Relationship Id="rId3" Type="http://schemas.openxmlformats.org/officeDocument/2006/relationships/slideMaster" Target="slideMasters/slideMaster2.xml"/><Relationship Id="rId22" Type="http://schemas.openxmlformats.org/officeDocument/2006/relationships/tags" Target="tags/tag228.xml"/><Relationship Id="rId21" Type="http://schemas.openxmlformats.org/officeDocument/2006/relationships/tableStyles" Target="tableStyles.xml"/><Relationship Id="rId20" Type="http://schemas.openxmlformats.org/officeDocument/2006/relationships/viewProps" Target="viewProps.xml"/><Relationship Id="rId2" Type="http://schemas.openxmlformats.org/officeDocument/2006/relationships/theme" Target="theme/theme1.xml"/><Relationship Id="rId19" Type="http://schemas.openxmlformats.org/officeDocument/2006/relationships/presProps" Target="presProps.xml"/><Relationship Id="rId18" Type="http://schemas.openxmlformats.org/officeDocument/2006/relationships/handoutMaster" Target="handoutMasters/handoutMaster1.xml"/><Relationship Id="rId17" Type="http://schemas.openxmlformats.org/officeDocument/2006/relationships/notesMaster" Target="notesMasters/notesMaster1.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cs typeface="黑体-简" panose="02000000000000000000"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cs typeface="黑体-简" panose="02000000000000000000" charset="-122"/>
              </a:rPr>
            </a:fld>
            <a:endParaRPr lang="zh-CN" altLang="en-US">
              <a:cs typeface="黑体-简" panose="02000000000000000000" charset="-122"/>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cs typeface="黑体-简" panose="02000000000000000000" charset="-122"/>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cs typeface="黑体-简" panose="02000000000000000000" charset="-122"/>
              </a:rPr>
            </a:fld>
            <a:endParaRPr lang="zh-CN" altLang="en-US">
              <a:cs typeface="黑体-简" panose="02000000000000000000" charset="-122"/>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cs typeface="黑体-简" panose="02000000000000000000" charset="-122"/>
              </a:defRPr>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cs typeface="黑体-简" panose="02000000000000000000" charset="-122"/>
              </a:defRPr>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cs typeface="黑体-简" panose="02000000000000000000" charset="-122"/>
              </a:defRPr>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cs typeface="黑体-简" panose="02000000000000000000" charset="-122"/>
              </a:defRPr>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黑体-简" panose="02000000000000000000" charset="-122"/>
      </a:defRPr>
    </a:lvl1pPr>
    <a:lvl2pPr marL="457200" algn="l" defTabSz="914400" rtl="0" eaLnBrk="1" latinLnBrk="0" hangingPunct="1">
      <a:defRPr sz="1200" kern="1200">
        <a:solidFill>
          <a:schemeClr val="tx1"/>
        </a:solidFill>
        <a:latin typeface="+mn-lt"/>
        <a:ea typeface="+mn-ea"/>
        <a:cs typeface="黑体-简" panose="02000000000000000000" charset="-122"/>
      </a:defRPr>
    </a:lvl2pPr>
    <a:lvl3pPr marL="914400" algn="l" defTabSz="914400" rtl="0" eaLnBrk="1" latinLnBrk="0" hangingPunct="1">
      <a:defRPr sz="1200" kern="1200">
        <a:solidFill>
          <a:schemeClr val="tx1"/>
        </a:solidFill>
        <a:latin typeface="+mn-lt"/>
        <a:ea typeface="+mn-ea"/>
        <a:cs typeface="黑体-简" panose="02000000000000000000" charset="-122"/>
      </a:defRPr>
    </a:lvl3pPr>
    <a:lvl4pPr marL="1371600" algn="l" defTabSz="914400" rtl="0" eaLnBrk="1" latinLnBrk="0" hangingPunct="1">
      <a:defRPr sz="1200" kern="1200">
        <a:solidFill>
          <a:schemeClr val="tx1"/>
        </a:solidFill>
        <a:latin typeface="+mn-lt"/>
        <a:ea typeface="+mn-ea"/>
        <a:cs typeface="黑体-简" panose="02000000000000000000" charset="-122"/>
      </a:defRPr>
    </a:lvl4pPr>
    <a:lvl5pPr marL="1828800" algn="l" defTabSz="914400" rtl="0" eaLnBrk="1" latinLnBrk="0" hangingPunct="1">
      <a:defRPr sz="1200" kern="1200">
        <a:solidFill>
          <a:schemeClr val="tx1"/>
        </a:solidFill>
        <a:latin typeface="+mn-lt"/>
        <a:ea typeface="+mn-ea"/>
        <a:cs typeface="黑体-简" panose="02000000000000000000" charset="-122"/>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6" Type="http://schemas.openxmlformats.org/officeDocument/2006/relationships/image" Target="../media/image3.svg"/><Relationship Id="rId5" Type="http://schemas.openxmlformats.org/officeDocument/2006/relationships/image" Target="../media/image2.png"/><Relationship Id="rId4" Type="http://schemas.openxmlformats.org/officeDocument/2006/relationships/tags" Target="../tags/tag2.xml"/><Relationship Id="rId3" Type="http://schemas.openxmlformats.org/officeDocument/2006/relationships/tags" Target="../tags/tag1.xml"/><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9" Type="http://schemas.openxmlformats.org/officeDocument/2006/relationships/image" Target="../media/image2.png"/><Relationship Id="rId8" Type="http://schemas.openxmlformats.org/officeDocument/2006/relationships/tags" Target="../tags/tag9.xml"/><Relationship Id="rId7" Type="http://schemas.openxmlformats.org/officeDocument/2006/relationships/tags" Target="../tags/tag8.xml"/><Relationship Id="rId6" Type="http://schemas.openxmlformats.org/officeDocument/2006/relationships/tags" Target="../tags/tag7.xml"/><Relationship Id="rId5" Type="http://schemas.openxmlformats.org/officeDocument/2006/relationships/tags" Target="../tags/tag6.xml"/><Relationship Id="rId4" Type="http://schemas.openxmlformats.org/officeDocument/2006/relationships/tags" Target="../tags/tag5.xml"/><Relationship Id="rId3" Type="http://schemas.openxmlformats.org/officeDocument/2006/relationships/tags" Target="../tags/tag4.xml"/><Relationship Id="rId2" Type="http://schemas.openxmlformats.org/officeDocument/2006/relationships/tags" Target="../tags/tag3.xml"/><Relationship Id="rId10" Type="http://schemas.openxmlformats.org/officeDocument/2006/relationships/image" Target="../media/image3.sv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9" Type="http://schemas.openxmlformats.org/officeDocument/2006/relationships/image" Target="../media/image2.png"/><Relationship Id="rId8" Type="http://schemas.openxmlformats.org/officeDocument/2006/relationships/tags" Target="../tags/tag16.xml"/><Relationship Id="rId7" Type="http://schemas.openxmlformats.org/officeDocument/2006/relationships/tags" Target="../tags/tag15.xml"/><Relationship Id="rId6" Type="http://schemas.openxmlformats.org/officeDocument/2006/relationships/tags" Target="../tags/tag14.xml"/><Relationship Id="rId5" Type="http://schemas.openxmlformats.org/officeDocument/2006/relationships/tags" Target="../tags/tag13.xml"/><Relationship Id="rId4" Type="http://schemas.openxmlformats.org/officeDocument/2006/relationships/tags" Target="../tags/tag12.xml"/><Relationship Id="rId3" Type="http://schemas.openxmlformats.org/officeDocument/2006/relationships/tags" Target="../tags/tag11.xml"/><Relationship Id="rId2" Type="http://schemas.openxmlformats.org/officeDocument/2006/relationships/tags" Target="../tags/tag10.xml"/><Relationship Id="rId10" Type="http://schemas.openxmlformats.org/officeDocument/2006/relationships/image" Target="../media/image3.sv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image" Target="../media/image2.png"/><Relationship Id="rId8" Type="http://schemas.openxmlformats.org/officeDocument/2006/relationships/tags" Target="../tags/tag23.xml"/><Relationship Id="rId7" Type="http://schemas.openxmlformats.org/officeDocument/2006/relationships/tags" Target="../tags/tag22.xml"/><Relationship Id="rId6" Type="http://schemas.openxmlformats.org/officeDocument/2006/relationships/tags" Target="../tags/tag21.xml"/><Relationship Id="rId5" Type="http://schemas.openxmlformats.org/officeDocument/2006/relationships/tags" Target="../tags/tag20.xml"/><Relationship Id="rId4" Type="http://schemas.openxmlformats.org/officeDocument/2006/relationships/tags" Target="../tags/tag19.xml"/><Relationship Id="rId3" Type="http://schemas.openxmlformats.org/officeDocument/2006/relationships/tags" Target="../tags/tag18.xml"/><Relationship Id="rId2" Type="http://schemas.openxmlformats.org/officeDocument/2006/relationships/tags" Target="../tags/tag17.xml"/><Relationship Id="rId10" Type="http://schemas.openxmlformats.org/officeDocument/2006/relationships/image" Target="../media/image3.sv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9" Type="http://schemas.openxmlformats.org/officeDocument/2006/relationships/image" Target="../media/image2.png"/><Relationship Id="rId8" Type="http://schemas.openxmlformats.org/officeDocument/2006/relationships/tags" Target="../tags/tag30.xml"/><Relationship Id="rId7" Type="http://schemas.openxmlformats.org/officeDocument/2006/relationships/tags" Target="../tags/tag29.xml"/><Relationship Id="rId6" Type="http://schemas.openxmlformats.org/officeDocument/2006/relationships/tags" Target="../tags/tag28.xml"/><Relationship Id="rId5" Type="http://schemas.openxmlformats.org/officeDocument/2006/relationships/tags" Target="../tags/tag27.xml"/><Relationship Id="rId4" Type="http://schemas.openxmlformats.org/officeDocument/2006/relationships/tags" Target="../tags/tag26.xml"/><Relationship Id="rId3" Type="http://schemas.openxmlformats.org/officeDocument/2006/relationships/tags" Target="../tags/tag25.xml"/><Relationship Id="rId2" Type="http://schemas.openxmlformats.org/officeDocument/2006/relationships/tags" Target="../tags/tag24.xml"/><Relationship Id="rId10" Type="http://schemas.openxmlformats.org/officeDocument/2006/relationships/image" Target="../media/image3.sv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7" Type="http://schemas.openxmlformats.org/officeDocument/2006/relationships/image" Target="../media/image3.svg"/><Relationship Id="rId6" Type="http://schemas.openxmlformats.org/officeDocument/2006/relationships/image" Target="../media/image2.png"/><Relationship Id="rId5" Type="http://schemas.openxmlformats.org/officeDocument/2006/relationships/tags" Target="../tags/tag34.xml"/><Relationship Id="rId4" Type="http://schemas.openxmlformats.org/officeDocument/2006/relationships/tags" Target="../tags/tag33.xml"/><Relationship Id="rId3" Type="http://schemas.openxmlformats.org/officeDocument/2006/relationships/tags" Target="../tags/tag32.xml"/><Relationship Id="rId2" Type="http://schemas.openxmlformats.org/officeDocument/2006/relationships/tags" Target="../tags/tag31.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5" Type="http://schemas.openxmlformats.org/officeDocument/2006/relationships/image" Target="../media/image3.svg"/><Relationship Id="rId4" Type="http://schemas.openxmlformats.org/officeDocument/2006/relationships/image" Target="../media/image2.png"/><Relationship Id="rId3" Type="http://schemas.openxmlformats.org/officeDocument/2006/relationships/tags" Target="../tags/tag35.xml"/><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tags" Target="../tags/tag36.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5" Type="http://schemas.openxmlformats.org/officeDocument/2006/relationships/tags" Target="../tags/tag40.xml"/><Relationship Id="rId4" Type="http://schemas.openxmlformats.org/officeDocument/2006/relationships/tags" Target="../tags/tag39.xml"/><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5" Type="http://schemas.openxmlformats.org/officeDocument/2006/relationships/tags" Target="../tags/tag44.xml"/><Relationship Id="rId4" Type="http://schemas.openxmlformats.org/officeDocument/2006/relationships/tags" Target="../tags/tag43.xml"/><Relationship Id="rId3" Type="http://schemas.openxmlformats.org/officeDocument/2006/relationships/tags" Target="../tags/tag42.xml"/><Relationship Id="rId2" Type="http://schemas.openxmlformats.org/officeDocument/2006/relationships/tags" Target="../tags/tag41.xml"/><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6" Type="http://schemas.openxmlformats.org/officeDocument/2006/relationships/tags" Target="../tags/tag49.xml"/><Relationship Id="rId5" Type="http://schemas.openxmlformats.org/officeDocument/2006/relationships/tags" Target="../tags/tag48.xml"/><Relationship Id="rId4" Type="http://schemas.openxmlformats.org/officeDocument/2006/relationships/tags" Target="../tags/tag47.xml"/><Relationship Id="rId3" Type="http://schemas.openxmlformats.org/officeDocument/2006/relationships/tags" Target="../tags/tag46.xml"/><Relationship Id="rId2" Type="http://schemas.openxmlformats.org/officeDocument/2006/relationships/tags" Target="../tags/tag45.xml"/><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5" Type="http://schemas.openxmlformats.org/officeDocument/2006/relationships/tags" Target="../tags/tag53.xml"/><Relationship Id="rId4" Type="http://schemas.openxmlformats.org/officeDocument/2006/relationships/tags" Target="../tags/tag52.xml"/><Relationship Id="rId3" Type="http://schemas.openxmlformats.org/officeDocument/2006/relationships/tags" Target="../tags/tag51.xml"/><Relationship Id="rId2" Type="http://schemas.openxmlformats.org/officeDocument/2006/relationships/tags" Target="../tags/tag50.xml"/><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tags" Target="../tags/tag61.xml"/><Relationship Id="rId3" Type="http://schemas.openxmlformats.org/officeDocument/2006/relationships/tags" Target="../tags/tag60.xml"/><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9" Type="http://schemas.openxmlformats.org/officeDocument/2006/relationships/image" Target="../media/image4.png"/><Relationship Id="rId8" Type="http://schemas.openxmlformats.org/officeDocument/2006/relationships/tags" Target="../tags/tag68.xml"/><Relationship Id="rId7" Type="http://schemas.openxmlformats.org/officeDocument/2006/relationships/tags" Target="../tags/tag67.xml"/><Relationship Id="rId6" Type="http://schemas.openxmlformats.org/officeDocument/2006/relationships/tags" Target="../tags/tag66.xml"/><Relationship Id="rId5" Type="http://schemas.openxmlformats.org/officeDocument/2006/relationships/tags" Target="../tags/tag65.xml"/><Relationship Id="rId4" Type="http://schemas.openxmlformats.org/officeDocument/2006/relationships/tags" Target="../tags/tag64.xml"/><Relationship Id="rId3" Type="http://schemas.openxmlformats.org/officeDocument/2006/relationships/tags" Target="../tags/tag63.xml"/><Relationship Id="rId2" Type="http://schemas.openxmlformats.org/officeDocument/2006/relationships/tags" Target="../tags/tag62.xml"/><Relationship Id="rId10" Type="http://schemas.openxmlformats.org/officeDocument/2006/relationships/image" Target="../media/image5.sv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9" Type="http://schemas.openxmlformats.org/officeDocument/2006/relationships/image" Target="../media/image4.png"/><Relationship Id="rId8" Type="http://schemas.openxmlformats.org/officeDocument/2006/relationships/tags" Target="../tags/tag75.xml"/><Relationship Id="rId7" Type="http://schemas.openxmlformats.org/officeDocument/2006/relationships/tags" Target="../tags/tag74.xml"/><Relationship Id="rId6" Type="http://schemas.openxmlformats.org/officeDocument/2006/relationships/tags" Target="../tags/tag73.xml"/><Relationship Id="rId5" Type="http://schemas.openxmlformats.org/officeDocument/2006/relationships/tags" Target="../tags/tag72.xml"/><Relationship Id="rId4" Type="http://schemas.openxmlformats.org/officeDocument/2006/relationships/tags" Target="../tags/tag71.xml"/><Relationship Id="rId3" Type="http://schemas.openxmlformats.org/officeDocument/2006/relationships/tags" Target="../tags/tag70.xml"/><Relationship Id="rId2" Type="http://schemas.openxmlformats.org/officeDocument/2006/relationships/tags" Target="../tags/tag69.xml"/><Relationship Id="rId10" Type="http://schemas.openxmlformats.org/officeDocument/2006/relationships/image" Target="../media/image5.sv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9" Type="http://schemas.openxmlformats.org/officeDocument/2006/relationships/image" Target="../media/image4.png"/><Relationship Id="rId8" Type="http://schemas.openxmlformats.org/officeDocument/2006/relationships/tags" Target="../tags/tag82.xml"/><Relationship Id="rId7" Type="http://schemas.openxmlformats.org/officeDocument/2006/relationships/tags" Target="../tags/tag81.xml"/><Relationship Id="rId6" Type="http://schemas.openxmlformats.org/officeDocument/2006/relationships/tags" Target="../tags/tag80.xml"/><Relationship Id="rId5" Type="http://schemas.openxmlformats.org/officeDocument/2006/relationships/tags" Target="../tags/tag79.xml"/><Relationship Id="rId4" Type="http://schemas.openxmlformats.org/officeDocument/2006/relationships/tags" Target="../tags/tag78.xml"/><Relationship Id="rId3" Type="http://schemas.openxmlformats.org/officeDocument/2006/relationships/tags" Target="../tags/tag77.xml"/><Relationship Id="rId2" Type="http://schemas.openxmlformats.org/officeDocument/2006/relationships/tags" Target="../tags/tag76.xml"/><Relationship Id="rId10" Type="http://schemas.openxmlformats.org/officeDocument/2006/relationships/image" Target="../media/image5.sv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9" Type="http://schemas.openxmlformats.org/officeDocument/2006/relationships/image" Target="../media/image4.png"/><Relationship Id="rId8" Type="http://schemas.openxmlformats.org/officeDocument/2006/relationships/tags" Target="../tags/tag89.xml"/><Relationship Id="rId7" Type="http://schemas.openxmlformats.org/officeDocument/2006/relationships/tags" Target="../tags/tag88.xml"/><Relationship Id="rId6" Type="http://schemas.openxmlformats.org/officeDocument/2006/relationships/tags" Target="../tags/tag87.xml"/><Relationship Id="rId5" Type="http://schemas.openxmlformats.org/officeDocument/2006/relationships/tags" Target="../tags/tag86.xml"/><Relationship Id="rId4" Type="http://schemas.openxmlformats.org/officeDocument/2006/relationships/tags" Target="../tags/tag85.xml"/><Relationship Id="rId3" Type="http://schemas.openxmlformats.org/officeDocument/2006/relationships/tags" Target="../tags/tag84.xml"/><Relationship Id="rId2" Type="http://schemas.openxmlformats.org/officeDocument/2006/relationships/tags" Target="../tags/tag83.xml"/><Relationship Id="rId10" Type="http://schemas.openxmlformats.org/officeDocument/2006/relationships/image" Target="../media/image5.sv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7" Type="http://schemas.openxmlformats.org/officeDocument/2006/relationships/image" Target="../media/image5.svg"/><Relationship Id="rId6" Type="http://schemas.openxmlformats.org/officeDocument/2006/relationships/image" Target="../media/image4.png"/><Relationship Id="rId5" Type="http://schemas.openxmlformats.org/officeDocument/2006/relationships/tags" Target="../tags/tag93.xml"/><Relationship Id="rId4" Type="http://schemas.openxmlformats.org/officeDocument/2006/relationships/tags" Target="../tags/tag92.xml"/><Relationship Id="rId3" Type="http://schemas.openxmlformats.org/officeDocument/2006/relationships/tags" Target="../tags/tag91.xml"/><Relationship Id="rId2" Type="http://schemas.openxmlformats.org/officeDocument/2006/relationships/tags" Target="../tags/tag90.xml"/><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5" Type="http://schemas.openxmlformats.org/officeDocument/2006/relationships/image" Target="../media/image5.svg"/><Relationship Id="rId4" Type="http://schemas.openxmlformats.org/officeDocument/2006/relationships/image" Target="../media/image4.png"/><Relationship Id="rId3" Type="http://schemas.openxmlformats.org/officeDocument/2006/relationships/tags" Target="../tags/tag94.xml"/><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tags" Target="../tags/tag95.xml"/><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5" Type="http://schemas.openxmlformats.org/officeDocument/2006/relationships/tags" Target="../tags/tag99.xml"/><Relationship Id="rId4" Type="http://schemas.openxmlformats.org/officeDocument/2006/relationships/tags" Target="../tags/tag98.xml"/><Relationship Id="rId3" Type="http://schemas.openxmlformats.org/officeDocument/2006/relationships/tags" Target="../tags/tag97.xml"/><Relationship Id="rId2" Type="http://schemas.openxmlformats.org/officeDocument/2006/relationships/tags" Target="../tags/tag96.xml"/><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5" Type="http://schemas.openxmlformats.org/officeDocument/2006/relationships/tags" Target="../tags/tag103.xml"/><Relationship Id="rId4" Type="http://schemas.openxmlformats.org/officeDocument/2006/relationships/tags" Target="../tags/tag102.xml"/><Relationship Id="rId3" Type="http://schemas.openxmlformats.org/officeDocument/2006/relationships/tags" Target="../tags/tag101.xml"/><Relationship Id="rId2" Type="http://schemas.openxmlformats.org/officeDocument/2006/relationships/tags" Target="../tags/tag100.xml"/><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6" Type="http://schemas.openxmlformats.org/officeDocument/2006/relationships/tags" Target="../tags/tag108.xml"/><Relationship Id="rId5" Type="http://schemas.openxmlformats.org/officeDocument/2006/relationships/tags" Target="../tags/tag107.xml"/><Relationship Id="rId4" Type="http://schemas.openxmlformats.org/officeDocument/2006/relationships/tags" Target="../tags/tag106.xml"/><Relationship Id="rId3" Type="http://schemas.openxmlformats.org/officeDocument/2006/relationships/tags" Target="../tags/tag105.xml"/><Relationship Id="rId2" Type="http://schemas.openxmlformats.org/officeDocument/2006/relationships/tags" Target="../tags/tag104.xml"/><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1_标题幻灯片">
    <p:spTree>
      <p:nvGrpSpPr>
        <p:cNvPr id="1" name=""/>
        <p:cNvGrpSpPr/>
        <p:nvPr/>
      </p:nvGrpSpPr>
      <p:grpSpPr>
        <a:xfrm>
          <a:off x="0" y="0"/>
          <a:ext cx="0" cy="0"/>
          <a:chOff x="0" y="0"/>
          <a:chExt cx="0" cy="0"/>
        </a:xfrm>
      </p:grpSpPr>
      <p:pic>
        <p:nvPicPr>
          <p:cNvPr id="35" name="图片 34" descr="图片1"/>
          <p:cNvPicPr>
            <a:picLocks noChangeAspect="1"/>
          </p:cNvPicPr>
          <p:nvPr userDrawn="1"/>
        </p:nvPicPr>
        <p:blipFill>
          <a:blip r:embed="rId2">
            <a:alphaModFix amt="40000"/>
          </a:blip>
          <a:stretch>
            <a:fillRect/>
          </a:stretch>
        </p:blipFill>
        <p:spPr>
          <a:xfrm>
            <a:off x="-1270" y="0"/>
            <a:ext cx="12192635" cy="6858635"/>
          </a:xfrm>
          <a:prstGeom prst="rect">
            <a:avLst/>
          </a:prstGeom>
        </p:spPr>
      </p:pic>
      <p:sp>
        <p:nvSpPr>
          <p:cNvPr id="65" name="矩形 64"/>
          <p:cNvSpPr/>
          <p:nvPr userDrawn="1"/>
        </p:nvSpPr>
        <p:spPr>
          <a:xfrm>
            <a:off x="-635" y="1328420"/>
            <a:ext cx="12192000" cy="3533775"/>
          </a:xfrm>
          <a:prstGeom prst="rect">
            <a:avLst/>
          </a:prstGeom>
          <a:solidFill>
            <a:srgbClr val="9ED9F6">
              <a:alpha val="30000"/>
            </a:srgbClr>
          </a:solidFill>
          <a:ln w="25400" cap="flat" cmpd="sng" algn="ctr">
            <a:noFill/>
            <a:prstDash val="solid"/>
          </a:ln>
          <a:effectLst/>
        </p:spPr>
        <p:txBody>
          <a:bodyPr rtlCol="0" anchor="ctr"/>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黑体-简" panose="02000000000000000000" charset="-122"/>
              <a:ea typeface="黑体-简" panose="02000000000000000000" charset="-122"/>
              <a:cs typeface="黑体-简" panose="02000000000000000000" charset="-122"/>
            </a:endParaRPr>
          </a:p>
        </p:txBody>
      </p:sp>
      <p:pic>
        <p:nvPicPr>
          <p:cNvPr id="39" name="图片 38" descr="图片1"/>
          <p:cNvPicPr>
            <a:picLocks noChangeAspect="1"/>
          </p:cNvPicPr>
          <p:nvPr userDrawn="1"/>
        </p:nvPicPr>
        <p:blipFill>
          <a:blip r:embed="rId2">
            <a:alphaModFix amt="5000"/>
          </a:blip>
          <a:stretch>
            <a:fillRect/>
          </a:stretch>
        </p:blipFill>
        <p:spPr>
          <a:xfrm>
            <a:off x="0" y="-635"/>
            <a:ext cx="12192635" cy="6858635"/>
          </a:xfrm>
          <a:prstGeom prst="rect">
            <a:avLst/>
          </a:prstGeom>
        </p:spPr>
      </p:pic>
      <p:sp>
        <p:nvSpPr>
          <p:cNvPr id="7" name="矩形 6"/>
          <p:cNvSpPr/>
          <p:nvPr userDrawn="1"/>
        </p:nvSpPr>
        <p:spPr>
          <a:xfrm>
            <a:off x="0" y="1614170"/>
            <a:ext cx="12192000" cy="2825115"/>
          </a:xfrm>
          <a:prstGeom prst="rect">
            <a:avLst/>
          </a:prstGeom>
          <a:solidFill>
            <a:srgbClr val="00A0E9"/>
          </a:solidFill>
          <a:ln w="25400" cap="flat" cmpd="sng" algn="ctr">
            <a:noFill/>
            <a:prstDash val="solid"/>
          </a:ln>
          <a:effectLst/>
        </p:spPr>
        <p:txBody>
          <a:bodyPr rtlCol="0" anchor="ctr"/>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黑体-简" panose="02000000000000000000" charset="-122"/>
              <a:ea typeface="黑体-简" panose="02000000000000000000" charset="-122"/>
              <a:cs typeface="黑体-简" panose="02000000000000000000" charset="-122"/>
            </a:endParaRPr>
          </a:p>
        </p:txBody>
      </p:sp>
      <p:sp>
        <p:nvSpPr>
          <p:cNvPr id="10" name="矩形 9"/>
          <p:cNvSpPr/>
          <p:nvPr userDrawn="1"/>
        </p:nvSpPr>
        <p:spPr>
          <a:xfrm>
            <a:off x="0" y="4431983"/>
            <a:ext cx="12192000" cy="177800"/>
          </a:xfrm>
          <a:prstGeom prst="rect">
            <a:avLst/>
          </a:prstGeom>
          <a:solidFill>
            <a:srgbClr val="39D4EE"/>
          </a:solidFill>
          <a:ln w="25400" cap="flat" cmpd="sng" algn="ctr">
            <a:noFill/>
            <a:prstDash val="solid"/>
          </a:ln>
          <a:effectLst/>
        </p:spPr>
        <p:txBody>
          <a:bodyPr rtlCol="0" anchor="ctr"/>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黑体-简" panose="02000000000000000000" charset="-122"/>
              <a:ea typeface="黑体-简" panose="02000000000000000000" charset="-122"/>
              <a:cs typeface="黑体-简" panose="02000000000000000000" charset="-122"/>
            </a:endParaRPr>
          </a:p>
        </p:txBody>
      </p:sp>
      <p:grpSp>
        <p:nvGrpSpPr>
          <p:cNvPr id="11" name="组合 10"/>
          <p:cNvGrpSpPr/>
          <p:nvPr userDrawn="1"/>
        </p:nvGrpSpPr>
        <p:grpSpPr>
          <a:xfrm>
            <a:off x="9261475" y="5299075"/>
            <a:ext cx="540385" cy="520700"/>
            <a:chOff x="2892684" y="1262808"/>
            <a:chExt cx="681980" cy="681980"/>
          </a:xfrm>
        </p:grpSpPr>
        <p:sp>
          <p:nvSpPr>
            <p:cNvPr id="12" name="椭圆 50"/>
            <p:cNvSpPr>
              <a:spLocks noChangeArrowheads="1"/>
            </p:cNvSpPr>
            <p:nvPr/>
          </p:nvSpPr>
          <p:spPr bwMode="auto">
            <a:xfrm>
              <a:off x="2892684" y="1262808"/>
              <a:ext cx="681980" cy="681980"/>
            </a:xfrm>
            <a:prstGeom prst="ellipse">
              <a:avLst/>
            </a:prstGeom>
            <a:solidFill>
              <a:srgbClr val="7F7F7F"/>
            </a:solidFill>
            <a:ln w="76200" cap="sq" cmpd="sng">
              <a:solidFill>
                <a:srgbClr val="C8C6BD"/>
              </a:solidFill>
              <a:round/>
            </a:ln>
          </p:spPr>
          <p:txBody>
            <a:bodyPr anchor="ctr"/>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zh-CN" sz="2400" b="0" i="0" u="none" strike="noStrike" kern="0" cap="none" spc="0" normalizeH="0" baseline="0" noProof="0">
                <a:ln>
                  <a:noFill/>
                </a:ln>
                <a:solidFill>
                  <a:srgbClr val="FFFFFF"/>
                </a:solidFill>
                <a:effectLst/>
                <a:uLnTx/>
                <a:uFillTx/>
                <a:latin typeface="黑体-简" panose="02000000000000000000" charset="-122"/>
                <a:cs typeface="黑体-简" panose="02000000000000000000" charset="-122"/>
                <a:sym typeface="黑体-简" panose="02000000000000000000" charset="-122"/>
              </a:endParaRPr>
            </a:p>
          </p:txBody>
        </p:sp>
        <p:sp>
          <p:nvSpPr>
            <p:cNvPr id="13" name="Freeform 11"/>
            <p:cNvSpPr>
              <a:spLocks noChangeAspect="1" noEditPoints="1"/>
            </p:cNvSpPr>
            <p:nvPr/>
          </p:nvSpPr>
          <p:spPr bwMode="auto">
            <a:xfrm>
              <a:off x="3019075" y="1434229"/>
              <a:ext cx="429197" cy="339138"/>
            </a:xfrm>
            <a:custGeom>
              <a:avLst/>
              <a:gdLst>
                <a:gd name="T0" fmla="*/ 392 w 1065"/>
                <a:gd name="T1" fmla="*/ 422 h 834"/>
                <a:gd name="T2" fmla="*/ 544 w 1065"/>
                <a:gd name="T3" fmla="*/ 344 h 834"/>
                <a:gd name="T4" fmla="*/ 828 w 1065"/>
                <a:gd name="T5" fmla="*/ 296 h 834"/>
                <a:gd name="T6" fmla="*/ 907 w 1065"/>
                <a:gd name="T7" fmla="*/ 179 h 834"/>
                <a:gd name="T8" fmla="*/ 792 w 1065"/>
                <a:gd name="T9" fmla="*/ 259 h 834"/>
                <a:gd name="T10" fmla="*/ 543 w 1065"/>
                <a:gd name="T11" fmla="*/ 271 h 834"/>
                <a:gd name="T12" fmla="*/ 1065 w 1065"/>
                <a:gd name="T13" fmla="*/ 111 h 834"/>
                <a:gd name="T14" fmla="*/ 647 w 1065"/>
                <a:gd name="T15" fmla="*/ 44 h 834"/>
                <a:gd name="T16" fmla="*/ 607 w 1065"/>
                <a:gd name="T17" fmla="*/ 0 h 834"/>
                <a:gd name="T18" fmla="*/ 214 w 1065"/>
                <a:gd name="T19" fmla="*/ 44 h 834"/>
                <a:gd name="T20" fmla="*/ 243 w 1065"/>
                <a:gd name="T21" fmla="*/ 111 h 834"/>
                <a:gd name="T22" fmla="*/ 300 w 1065"/>
                <a:gd name="T23" fmla="*/ 189 h 834"/>
                <a:gd name="T24" fmla="*/ 981 w 1065"/>
                <a:gd name="T25" fmla="*/ 111 h 834"/>
                <a:gd name="T26" fmla="*/ 493 w 1065"/>
                <a:gd name="T27" fmla="*/ 548 h 834"/>
                <a:gd name="T28" fmla="*/ 981 w 1065"/>
                <a:gd name="T29" fmla="*/ 570 h 834"/>
                <a:gd name="T30" fmla="*/ 501 w 1065"/>
                <a:gd name="T31" fmla="*/ 593 h 834"/>
                <a:gd name="T32" fmla="*/ 503 w 1065"/>
                <a:gd name="T33" fmla="*/ 664 h 834"/>
                <a:gd name="T34" fmla="*/ 607 w 1065"/>
                <a:gd name="T35" fmla="*/ 828 h 834"/>
                <a:gd name="T36" fmla="*/ 647 w 1065"/>
                <a:gd name="T37" fmla="*/ 664 h 834"/>
                <a:gd name="T38" fmla="*/ 839 w 1065"/>
                <a:gd name="T39" fmla="*/ 823 h 834"/>
                <a:gd name="T40" fmla="*/ 822 w 1065"/>
                <a:gd name="T41" fmla="*/ 664 h 834"/>
                <a:gd name="T42" fmla="*/ 1065 w 1065"/>
                <a:gd name="T43" fmla="*/ 593 h 834"/>
                <a:gd name="T44" fmla="*/ 1039 w 1065"/>
                <a:gd name="T45" fmla="*/ 111 h 834"/>
                <a:gd name="T46" fmla="*/ 223 w 1065"/>
                <a:gd name="T47" fmla="*/ 431 h 834"/>
                <a:gd name="T48" fmla="*/ 327 w 1065"/>
                <a:gd name="T49" fmla="*/ 328 h 834"/>
                <a:gd name="T50" fmla="*/ 120 w 1065"/>
                <a:gd name="T51" fmla="*/ 328 h 834"/>
                <a:gd name="T52" fmla="*/ 290 w 1065"/>
                <a:gd name="T53" fmla="*/ 453 h 834"/>
                <a:gd name="T54" fmla="*/ 251 w 1065"/>
                <a:gd name="T55" fmla="*/ 453 h 834"/>
                <a:gd name="T56" fmla="*/ 262 w 1065"/>
                <a:gd name="T57" fmla="*/ 472 h 834"/>
                <a:gd name="T58" fmla="*/ 273 w 1065"/>
                <a:gd name="T59" fmla="*/ 709 h 834"/>
                <a:gd name="T60" fmla="*/ 180 w 1065"/>
                <a:gd name="T61" fmla="*/ 709 h 834"/>
                <a:gd name="T62" fmla="*/ 191 w 1065"/>
                <a:gd name="T63" fmla="*/ 472 h 834"/>
                <a:gd name="T64" fmla="*/ 201 w 1065"/>
                <a:gd name="T65" fmla="*/ 453 h 834"/>
                <a:gd name="T66" fmla="*/ 0 w 1065"/>
                <a:gd name="T67" fmla="*/ 609 h 834"/>
                <a:gd name="T68" fmla="*/ 92 w 1065"/>
                <a:gd name="T69" fmla="*/ 834 h 834"/>
                <a:gd name="T70" fmla="*/ 124 w 1065"/>
                <a:gd name="T71" fmla="*/ 601 h 834"/>
                <a:gd name="T72" fmla="*/ 320 w 1065"/>
                <a:gd name="T73" fmla="*/ 834 h 834"/>
                <a:gd name="T74" fmla="*/ 352 w 1065"/>
                <a:gd name="T75" fmla="*/ 601 h 834"/>
                <a:gd name="T76" fmla="*/ 446 w 1065"/>
                <a:gd name="T77" fmla="*/ 834 h 834"/>
                <a:gd name="T78" fmla="*/ 290 w 1065"/>
                <a:gd name="T79" fmla="*/ 453 h 8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065" h="834">
                  <a:moveTo>
                    <a:pt x="543" y="271"/>
                  </a:moveTo>
                  <a:lnTo>
                    <a:pt x="392" y="422"/>
                  </a:lnTo>
                  <a:cubicBezTo>
                    <a:pt x="408" y="431"/>
                    <a:pt x="422" y="442"/>
                    <a:pt x="434" y="454"/>
                  </a:cubicBezTo>
                  <a:lnTo>
                    <a:pt x="544" y="344"/>
                  </a:lnTo>
                  <a:lnTo>
                    <a:pt x="662" y="463"/>
                  </a:lnTo>
                  <a:lnTo>
                    <a:pt x="828" y="296"/>
                  </a:lnTo>
                  <a:lnTo>
                    <a:pt x="854" y="361"/>
                  </a:lnTo>
                  <a:lnTo>
                    <a:pt x="907" y="179"/>
                  </a:lnTo>
                  <a:lnTo>
                    <a:pt x="725" y="232"/>
                  </a:lnTo>
                  <a:lnTo>
                    <a:pt x="792" y="259"/>
                  </a:lnTo>
                  <a:lnTo>
                    <a:pt x="662" y="389"/>
                  </a:lnTo>
                  <a:lnTo>
                    <a:pt x="543" y="271"/>
                  </a:lnTo>
                  <a:close/>
                  <a:moveTo>
                    <a:pt x="1065" y="111"/>
                  </a:moveTo>
                  <a:lnTo>
                    <a:pt x="1065" y="111"/>
                  </a:lnTo>
                  <a:lnTo>
                    <a:pt x="1065" y="44"/>
                  </a:lnTo>
                  <a:lnTo>
                    <a:pt x="647" y="44"/>
                  </a:lnTo>
                  <a:lnTo>
                    <a:pt x="647" y="0"/>
                  </a:lnTo>
                  <a:lnTo>
                    <a:pt x="607" y="0"/>
                  </a:lnTo>
                  <a:lnTo>
                    <a:pt x="607" y="44"/>
                  </a:lnTo>
                  <a:lnTo>
                    <a:pt x="214" y="44"/>
                  </a:lnTo>
                  <a:lnTo>
                    <a:pt x="214" y="111"/>
                  </a:lnTo>
                  <a:lnTo>
                    <a:pt x="243" y="111"/>
                  </a:lnTo>
                  <a:lnTo>
                    <a:pt x="243" y="170"/>
                  </a:lnTo>
                  <a:cubicBezTo>
                    <a:pt x="264" y="172"/>
                    <a:pt x="283" y="179"/>
                    <a:pt x="300" y="189"/>
                  </a:cubicBezTo>
                  <a:lnTo>
                    <a:pt x="300" y="111"/>
                  </a:lnTo>
                  <a:lnTo>
                    <a:pt x="981" y="111"/>
                  </a:lnTo>
                  <a:lnTo>
                    <a:pt x="981" y="548"/>
                  </a:lnTo>
                  <a:lnTo>
                    <a:pt x="493" y="548"/>
                  </a:lnTo>
                  <a:cubicBezTo>
                    <a:pt x="496" y="555"/>
                    <a:pt x="497" y="562"/>
                    <a:pt x="499" y="570"/>
                  </a:cubicBezTo>
                  <a:lnTo>
                    <a:pt x="981" y="570"/>
                  </a:lnTo>
                  <a:lnTo>
                    <a:pt x="981" y="593"/>
                  </a:lnTo>
                  <a:lnTo>
                    <a:pt x="501" y="593"/>
                  </a:lnTo>
                  <a:cubicBezTo>
                    <a:pt x="502" y="599"/>
                    <a:pt x="503" y="604"/>
                    <a:pt x="503" y="609"/>
                  </a:cubicBezTo>
                  <a:lnTo>
                    <a:pt x="503" y="664"/>
                  </a:lnTo>
                  <a:lnTo>
                    <a:pt x="607" y="664"/>
                  </a:lnTo>
                  <a:lnTo>
                    <a:pt x="607" y="828"/>
                  </a:lnTo>
                  <a:lnTo>
                    <a:pt x="647" y="828"/>
                  </a:lnTo>
                  <a:lnTo>
                    <a:pt x="647" y="664"/>
                  </a:lnTo>
                  <a:lnTo>
                    <a:pt x="779" y="664"/>
                  </a:lnTo>
                  <a:lnTo>
                    <a:pt x="839" y="823"/>
                  </a:lnTo>
                  <a:lnTo>
                    <a:pt x="878" y="813"/>
                  </a:lnTo>
                  <a:lnTo>
                    <a:pt x="822" y="664"/>
                  </a:lnTo>
                  <a:lnTo>
                    <a:pt x="1065" y="664"/>
                  </a:lnTo>
                  <a:lnTo>
                    <a:pt x="1065" y="593"/>
                  </a:lnTo>
                  <a:lnTo>
                    <a:pt x="1039" y="593"/>
                  </a:lnTo>
                  <a:lnTo>
                    <a:pt x="1039" y="111"/>
                  </a:lnTo>
                  <a:lnTo>
                    <a:pt x="1065" y="111"/>
                  </a:lnTo>
                  <a:close/>
                  <a:moveTo>
                    <a:pt x="223" y="431"/>
                  </a:moveTo>
                  <a:lnTo>
                    <a:pt x="223" y="431"/>
                  </a:lnTo>
                  <a:cubicBezTo>
                    <a:pt x="280" y="431"/>
                    <a:pt x="327" y="385"/>
                    <a:pt x="327" y="328"/>
                  </a:cubicBezTo>
                  <a:cubicBezTo>
                    <a:pt x="327" y="271"/>
                    <a:pt x="280" y="224"/>
                    <a:pt x="223" y="224"/>
                  </a:cubicBezTo>
                  <a:cubicBezTo>
                    <a:pt x="166" y="224"/>
                    <a:pt x="120" y="271"/>
                    <a:pt x="120" y="328"/>
                  </a:cubicBezTo>
                  <a:cubicBezTo>
                    <a:pt x="120" y="385"/>
                    <a:pt x="166" y="431"/>
                    <a:pt x="223" y="431"/>
                  </a:cubicBezTo>
                  <a:close/>
                  <a:moveTo>
                    <a:pt x="290" y="453"/>
                  </a:moveTo>
                  <a:lnTo>
                    <a:pt x="290" y="453"/>
                  </a:lnTo>
                  <a:lnTo>
                    <a:pt x="251" y="453"/>
                  </a:lnTo>
                  <a:lnTo>
                    <a:pt x="257" y="457"/>
                  </a:lnTo>
                  <a:cubicBezTo>
                    <a:pt x="262" y="460"/>
                    <a:pt x="264" y="467"/>
                    <a:pt x="262" y="472"/>
                  </a:cubicBezTo>
                  <a:lnTo>
                    <a:pt x="248" y="507"/>
                  </a:lnTo>
                  <a:lnTo>
                    <a:pt x="273" y="709"/>
                  </a:lnTo>
                  <a:lnTo>
                    <a:pt x="226" y="751"/>
                  </a:lnTo>
                  <a:lnTo>
                    <a:pt x="180" y="709"/>
                  </a:lnTo>
                  <a:lnTo>
                    <a:pt x="205" y="507"/>
                  </a:lnTo>
                  <a:lnTo>
                    <a:pt x="191" y="472"/>
                  </a:lnTo>
                  <a:cubicBezTo>
                    <a:pt x="188" y="467"/>
                    <a:pt x="191" y="460"/>
                    <a:pt x="195" y="457"/>
                  </a:cubicBezTo>
                  <a:lnTo>
                    <a:pt x="201" y="453"/>
                  </a:lnTo>
                  <a:lnTo>
                    <a:pt x="156" y="453"/>
                  </a:lnTo>
                  <a:cubicBezTo>
                    <a:pt x="70" y="453"/>
                    <a:pt x="0" y="523"/>
                    <a:pt x="0" y="609"/>
                  </a:cubicBezTo>
                  <a:lnTo>
                    <a:pt x="0" y="834"/>
                  </a:lnTo>
                  <a:lnTo>
                    <a:pt x="92" y="834"/>
                  </a:lnTo>
                  <a:lnTo>
                    <a:pt x="92" y="601"/>
                  </a:lnTo>
                  <a:lnTo>
                    <a:pt x="124" y="601"/>
                  </a:lnTo>
                  <a:lnTo>
                    <a:pt x="124" y="834"/>
                  </a:lnTo>
                  <a:lnTo>
                    <a:pt x="320" y="834"/>
                  </a:lnTo>
                  <a:lnTo>
                    <a:pt x="320" y="601"/>
                  </a:lnTo>
                  <a:lnTo>
                    <a:pt x="352" y="601"/>
                  </a:lnTo>
                  <a:lnTo>
                    <a:pt x="352" y="834"/>
                  </a:lnTo>
                  <a:lnTo>
                    <a:pt x="446" y="834"/>
                  </a:lnTo>
                  <a:lnTo>
                    <a:pt x="446" y="609"/>
                  </a:lnTo>
                  <a:cubicBezTo>
                    <a:pt x="446" y="523"/>
                    <a:pt x="376" y="453"/>
                    <a:pt x="290" y="453"/>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cs typeface="黑体-简" panose="02000000000000000000" charset="-122"/>
              </a:endParaRPr>
            </a:p>
          </p:txBody>
        </p:sp>
      </p:grpSp>
      <p:grpSp>
        <p:nvGrpSpPr>
          <p:cNvPr id="14" name="组合 13"/>
          <p:cNvGrpSpPr/>
          <p:nvPr userDrawn="1"/>
        </p:nvGrpSpPr>
        <p:grpSpPr>
          <a:xfrm>
            <a:off x="11071225" y="5304155"/>
            <a:ext cx="540385" cy="521970"/>
            <a:chOff x="4453834" y="4980930"/>
            <a:chExt cx="681980" cy="681980"/>
          </a:xfrm>
        </p:grpSpPr>
        <p:sp>
          <p:nvSpPr>
            <p:cNvPr id="15" name="椭圆 14"/>
            <p:cNvSpPr>
              <a:spLocks noChangeArrowheads="1"/>
            </p:cNvSpPr>
            <p:nvPr/>
          </p:nvSpPr>
          <p:spPr bwMode="auto">
            <a:xfrm>
              <a:off x="4453834" y="4980930"/>
              <a:ext cx="681980" cy="681980"/>
            </a:xfrm>
            <a:prstGeom prst="ellipse">
              <a:avLst/>
            </a:prstGeom>
            <a:solidFill>
              <a:srgbClr val="7F7F7F"/>
            </a:solidFill>
            <a:ln w="76200" cap="sq" cmpd="sng">
              <a:solidFill>
                <a:srgbClr val="C8C6BD"/>
              </a:solidFill>
              <a:round/>
            </a:ln>
          </p:spPr>
          <p:txBody>
            <a:bodyPr anchor="ctr"/>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zh-CN" sz="2400" b="0" i="0" u="none" strike="noStrike" kern="0" cap="none" spc="0" normalizeH="0" baseline="0" noProof="0">
                <a:ln>
                  <a:noFill/>
                </a:ln>
                <a:solidFill>
                  <a:srgbClr val="FFFFFF"/>
                </a:solidFill>
                <a:effectLst/>
                <a:uLnTx/>
                <a:uFillTx/>
                <a:latin typeface="黑体-简" panose="02000000000000000000" charset="-122"/>
                <a:cs typeface="黑体-简" panose="02000000000000000000" charset="-122"/>
                <a:sym typeface="黑体-简" panose="02000000000000000000" charset="-122"/>
              </a:endParaRPr>
            </a:p>
          </p:txBody>
        </p:sp>
        <p:sp>
          <p:nvSpPr>
            <p:cNvPr id="19" name="Freeform 5"/>
            <p:cNvSpPr>
              <a:spLocks noChangeAspect="1" noEditPoints="1"/>
            </p:cNvSpPr>
            <p:nvPr/>
          </p:nvSpPr>
          <p:spPr bwMode="auto">
            <a:xfrm>
              <a:off x="4621081" y="5153506"/>
              <a:ext cx="396000" cy="351791"/>
            </a:xfrm>
            <a:custGeom>
              <a:avLst/>
              <a:gdLst>
                <a:gd name="T0" fmla="*/ 746 w 1802"/>
                <a:gd name="T1" fmla="*/ 524 h 1618"/>
                <a:gd name="T2" fmla="*/ 223 w 1802"/>
                <a:gd name="T3" fmla="*/ 599 h 1618"/>
                <a:gd name="T4" fmla="*/ 223 w 1802"/>
                <a:gd name="T5" fmla="*/ 383 h 1618"/>
                <a:gd name="T6" fmla="*/ 1059 w 1802"/>
                <a:gd name="T7" fmla="*/ 458 h 1618"/>
                <a:gd name="T8" fmla="*/ 223 w 1802"/>
                <a:gd name="T9" fmla="*/ 383 h 1618"/>
                <a:gd name="T10" fmla="*/ 1059 w 1802"/>
                <a:gd name="T11" fmla="*/ 241 h 1618"/>
                <a:gd name="T12" fmla="*/ 223 w 1802"/>
                <a:gd name="T13" fmla="*/ 317 h 1618"/>
                <a:gd name="T14" fmla="*/ 0 w 1802"/>
                <a:gd name="T15" fmla="*/ 1182 h 1618"/>
                <a:gd name="T16" fmla="*/ 202 w 1802"/>
                <a:gd name="T17" fmla="*/ 1455 h 1618"/>
                <a:gd name="T18" fmla="*/ 1283 w 1802"/>
                <a:gd name="T19" fmla="*/ 1548 h 1618"/>
                <a:gd name="T20" fmla="*/ 1198 w 1802"/>
                <a:gd name="T21" fmla="*/ 1219 h 1618"/>
                <a:gd name="T22" fmla="*/ 382 w 1802"/>
                <a:gd name="T23" fmla="*/ 1228 h 1618"/>
                <a:gd name="T24" fmla="*/ 298 w 1802"/>
                <a:gd name="T25" fmla="*/ 1320 h 1618"/>
                <a:gd name="T26" fmla="*/ 84 w 1802"/>
                <a:gd name="T27" fmla="*/ 1164 h 1618"/>
                <a:gd name="T28" fmla="*/ 1198 w 1802"/>
                <a:gd name="T29" fmla="*/ 85 h 1618"/>
                <a:gd name="T30" fmla="*/ 1283 w 1802"/>
                <a:gd name="T31" fmla="*/ 840 h 1618"/>
                <a:gd name="T32" fmla="*/ 0 w 1802"/>
                <a:gd name="T33" fmla="*/ 0 h 1618"/>
                <a:gd name="T34" fmla="*/ 302 w 1802"/>
                <a:gd name="T35" fmla="*/ 1398 h 1618"/>
                <a:gd name="T36" fmla="*/ 972 w 1802"/>
                <a:gd name="T37" fmla="*/ 1492 h 1618"/>
                <a:gd name="T38" fmla="*/ 302 w 1802"/>
                <a:gd name="T39" fmla="*/ 1398 h 1618"/>
                <a:gd name="T40" fmla="*/ 1442 w 1802"/>
                <a:gd name="T41" fmla="*/ 1062 h 1618"/>
                <a:gd name="T42" fmla="*/ 993 w 1802"/>
                <a:gd name="T43" fmla="*/ 851 h 1618"/>
                <a:gd name="T44" fmla="*/ 1783 w 1802"/>
                <a:gd name="T45" fmla="*/ 1547 h 1618"/>
                <a:gd name="T46" fmla="*/ 1604 w 1802"/>
                <a:gd name="T47" fmla="*/ 1057 h 1618"/>
                <a:gd name="T48" fmla="*/ 1387 w 1802"/>
                <a:gd name="T49" fmla="*/ 940 h 1618"/>
                <a:gd name="T50" fmla="*/ 1393 w 1802"/>
                <a:gd name="T51" fmla="*/ 863 h 1618"/>
                <a:gd name="T52" fmla="*/ 1333 w 1802"/>
                <a:gd name="T53" fmla="*/ 914 h 1618"/>
                <a:gd name="T54" fmla="*/ 1360 w 1802"/>
                <a:gd name="T55" fmla="*/ 951 h 1618"/>
                <a:gd name="T56" fmla="*/ 1549 w 1802"/>
                <a:gd name="T57" fmla="*/ 1082 h 1618"/>
                <a:gd name="T58" fmla="*/ 1681 w 1802"/>
                <a:gd name="T59" fmla="*/ 1321 h 1618"/>
                <a:gd name="T60" fmla="*/ 1572 w 1802"/>
                <a:gd name="T61" fmla="*/ 1171 h 1618"/>
                <a:gd name="T62" fmla="*/ 1270 w 1802"/>
                <a:gd name="T63" fmla="*/ 1253 h 1618"/>
                <a:gd name="T64" fmla="*/ 1696 w 1802"/>
                <a:gd name="T65" fmla="*/ 1610 h 1618"/>
                <a:gd name="T66" fmla="*/ 1069 w 1802"/>
                <a:gd name="T67" fmla="*/ 618 h 1618"/>
                <a:gd name="T68" fmla="*/ 823 w 1802"/>
                <a:gd name="T69" fmla="*/ 496 h 1618"/>
                <a:gd name="T70" fmla="*/ 1007 w 1802"/>
                <a:gd name="T71" fmla="*/ 661 h 1618"/>
                <a:gd name="T72" fmla="*/ 941 w 1802"/>
                <a:gd name="T73" fmla="*/ 716 h 1618"/>
                <a:gd name="T74" fmla="*/ 810 w 1802"/>
                <a:gd name="T75" fmla="*/ 507 h 1618"/>
                <a:gd name="T76" fmla="*/ 889 w 1802"/>
                <a:gd name="T77" fmla="*/ 770 h 1618"/>
                <a:gd name="T78" fmla="*/ 1111 w 1802"/>
                <a:gd name="T79" fmla="*/ 712 h 16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802" h="1618">
                  <a:moveTo>
                    <a:pt x="223" y="524"/>
                  </a:moveTo>
                  <a:lnTo>
                    <a:pt x="746" y="524"/>
                  </a:lnTo>
                  <a:lnTo>
                    <a:pt x="746" y="599"/>
                  </a:lnTo>
                  <a:lnTo>
                    <a:pt x="223" y="599"/>
                  </a:lnTo>
                  <a:lnTo>
                    <a:pt x="223" y="524"/>
                  </a:lnTo>
                  <a:close/>
                  <a:moveTo>
                    <a:pt x="223" y="383"/>
                  </a:moveTo>
                  <a:lnTo>
                    <a:pt x="1059" y="383"/>
                  </a:lnTo>
                  <a:lnTo>
                    <a:pt x="1059" y="458"/>
                  </a:lnTo>
                  <a:lnTo>
                    <a:pt x="223" y="458"/>
                  </a:lnTo>
                  <a:lnTo>
                    <a:pt x="223" y="383"/>
                  </a:lnTo>
                  <a:close/>
                  <a:moveTo>
                    <a:pt x="223" y="241"/>
                  </a:moveTo>
                  <a:lnTo>
                    <a:pt x="1059" y="241"/>
                  </a:lnTo>
                  <a:lnTo>
                    <a:pt x="1059" y="317"/>
                  </a:lnTo>
                  <a:lnTo>
                    <a:pt x="223" y="317"/>
                  </a:lnTo>
                  <a:lnTo>
                    <a:pt x="223" y="241"/>
                  </a:lnTo>
                  <a:close/>
                  <a:moveTo>
                    <a:pt x="0" y="1182"/>
                  </a:moveTo>
                  <a:cubicBezTo>
                    <a:pt x="0" y="1254"/>
                    <a:pt x="9" y="1311"/>
                    <a:pt x="54" y="1369"/>
                  </a:cubicBezTo>
                  <a:cubicBezTo>
                    <a:pt x="92" y="1419"/>
                    <a:pt x="140" y="1446"/>
                    <a:pt x="202" y="1455"/>
                  </a:cubicBezTo>
                  <a:lnTo>
                    <a:pt x="1206" y="1612"/>
                  </a:lnTo>
                  <a:cubicBezTo>
                    <a:pt x="1248" y="1618"/>
                    <a:pt x="1283" y="1590"/>
                    <a:pt x="1283" y="1548"/>
                  </a:cubicBezTo>
                  <a:lnTo>
                    <a:pt x="1283" y="1335"/>
                  </a:lnTo>
                  <a:cubicBezTo>
                    <a:pt x="1254" y="1299"/>
                    <a:pt x="1226" y="1259"/>
                    <a:pt x="1198" y="1219"/>
                  </a:cubicBezTo>
                  <a:lnTo>
                    <a:pt x="1198" y="1490"/>
                  </a:lnTo>
                  <a:lnTo>
                    <a:pt x="382" y="1228"/>
                  </a:lnTo>
                  <a:cubicBezTo>
                    <a:pt x="372" y="1225"/>
                    <a:pt x="361" y="1229"/>
                    <a:pt x="356" y="1239"/>
                  </a:cubicBezTo>
                  <a:cubicBezTo>
                    <a:pt x="339" y="1273"/>
                    <a:pt x="319" y="1304"/>
                    <a:pt x="298" y="1320"/>
                  </a:cubicBezTo>
                  <a:cubicBezTo>
                    <a:pt x="239" y="1366"/>
                    <a:pt x="166" y="1357"/>
                    <a:pt x="121" y="1299"/>
                  </a:cubicBezTo>
                  <a:cubicBezTo>
                    <a:pt x="88" y="1256"/>
                    <a:pt x="84" y="1215"/>
                    <a:pt x="84" y="1164"/>
                  </a:cubicBezTo>
                  <a:lnTo>
                    <a:pt x="84" y="85"/>
                  </a:lnTo>
                  <a:lnTo>
                    <a:pt x="1198" y="85"/>
                  </a:lnTo>
                  <a:lnTo>
                    <a:pt x="1198" y="751"/>
                  </a:lnTo>
                  <a:lnTo>
                    <a:pt x="1283" y="840"/>
                  </a:lnTo>
                  <a:lnTo>
                    <a:pt x="1283" y="0"/>
                  </a:lnTo>
                  <a:lnTo>
                    <a:pt x="0" y="0"/>
                  </a:lnTo>
                  <a:lnTo>
                    <a:pt x="0" y="1182"/>
                  </a:lnTo>
                  <a:close/>
                  <a:moveTo>
                    <a:pt x="302" y="1398"/>
                  </a:moveTo>
                  <a:lnTo>
                    <a:pt x="970" y="1503"/>
                  </a:lnTo>
                  <a:cubicBezTo>
                    <a:pt x="977" y="1504"/>
                    <a:pt x="980" y="1494"/>
                    <a:pt x="972" y="1492"/>
                  </a:cubicBezTo>
                  <a:lnTo>
                    <a:pt x="390" y="1305"/>
                  </a:lnTo>
                  <a:cubicBezTo>
                    <a:pt x="364" y="1349"/>
                    <a:pt x="344" y="1371"/>
                    <a:pt x="302" y="1398"/>
                  </a:cubicBezTo>
                  <a:close/>
                  <a:moveTo>
                    <a:pt x="1131" y="735"/>
                  </a:moveTo>
                  <a:lnTo>
                    <a:pt x="1442" y="1062"/>
                  </a:lnTo>
                  <a:lnTo>
                    <a:pt x="1264" y="1213"/>
                  </a:lnTo>
                  <a:lnTo>
                    <a:pt x="993" y="851"/>
                  </a:lnTo>
                  <a:lnTo>
                    <a:pt x="1131" y="735"/>
                  </a:lnTo>
                  <a:close/>
                  <a:moveTo>
                    <a:pt x="1783" y="1547"/>
                  </a:moveTo>
                  <a:cubicBezTo>
                    <a:pt x="1788" y="1530"/>
                    <a:pt x="1791" y="1511"/>
                    <a:pt x="1793" y="1489"/>
                  </a:cubicBezTo>
                  <a:cubicBezTo>
                    <a:pt x="1802" y="1343"/>
                    <a:pt x="1781" y="1146"/>
                    <a:pt x="1604" y="1057"/>
                  </a:cubicBezTo>
                  <a:cubicBezTo>
                    <a:pt x="1550" y="1030"/>
                    <a:pt x="1446" y="989"/>
                    <a:pt x="1408" y="959"/>
                  </a:cubicBezTo>
                  <a:cubicBezTo>
                    <a:pt x="1399" y="952"/>
                    <a:pt x="1392" y="946"/>
                    <a:pt x="1387" y="940"/>
                  </a:cubicBezTo>
                  <a:cubicBezTo>
                    <a:pt x="1392" y="939"/>
                    <a:pt x="1397" y="937"/>
                    <a:pt x="1401" y="933"/>
                  </a:cubicBezTo>
                  <a:cubicBezTo>
                    <a:pt x="1418" y="919"/>
                    <a:pt x="1414" y="888"/>
                    <a:pt x="1393" y="863"/>
                  </a:cubicBezTo>
                  <a:cubicBezTo>
                    <a:pt x="1373" y="838"/>
                    <a:pt x="1342" y="830"/>
                    <a:pt x="1325" y="844"/>
                  </a:cubicBezTo>
                  <a:cubicBezTo>
                    <a:pt x="1309" y="858"/>
                    <a:pt x="1312" y="890"/>
                    <a:pt x="1333" y="914"/>
                  </a:cubicBezTo>
                  <a:cubicBezTo>
                    <a:pt x="1338" y="920"/>
                    <a:pt x="1343" y="925"/>
                    <a:pt x="1349" y="929"/>
                  </a:cubicBezTo>
                  <a:cubicBezTo>
                    <a:pt x="1351" y="937"/>
                    <a:pt x="1355" y="944"/>
                    <a:pt x="1360" y="951"/>
                  </a:cubicBezTo>
                  <a:cubicBezTo>
                    <a:pt x="1367" y="963"/>
                    <a:pt x="1379" y="975"/>
                    <a:pt x="1394" y="986"/>
                  </a:cubicBezTo>
                  <a:cubicBezTo>
                    <a:pt x="1436" y="1019"/>
                    <a:pt x="1494" y="1051"/>
                    <a:pt x="1549" y="1082"/>
                  </a:cubicBezTo>
                  <a:cubicBezTo>
                    <a:pt x="1666" y="1148"/>
                    <a:pt x="1695" y="1231"/>
                    <a:pt x="1700" y="1321"/>
                  </a:cubicBezTo>
                  <a:cubicBezTo>
                    <a:pt x="1701" y="1334"/>
                    <a:pt x="1694" y="1341"/>
                    <a:pt x="1681" y="1321"/>
                  </a:cubicBezTo>
                  <a:cubicBezTo>
                    <a:pt x="1677" y="1316"/>
                    <a:pt x="1673" y="1310"/>
                    <a:pt x="1670" y="1305"/>
                  </a:cubicBezTo>
                  <a:cubicBezTo>
                    <a:pt x="1643" y="1261"/>
                    <a:pt x="1610" y="1216"/>
                    <a:pt x="1572" y="1171"/>
                  </a:cubicBezTo>
                  <a:cubicBezTo>
                    <a:pt x="1542" y="1136"/>
                    <a:pt x="1512" y="1104"/>
                    <a:pt x="1481" y="1075"/>
                  </a:cubicBezTo>
                  <a:lnTo>
                    <a:pt x="1270" y="1253"/>
                  </a:lnTo>
                  <a:cubicBezTo>
                    <a:pt x="1293" y="1288"/>
                    <a:pt x="1320" y="1324"/>
                    <a:pt x="1350" y="1359"/>
                  </a:cubicBezTo>
                  <a:cubicBezTo>
                    <a:pt x="1476" y="1508"/>
                    <a:pt x="1615" y="1606"/>
                    <a:pt x="1696" y="1610"/>
                  </a:cubicBezTo>
                  <a:cubicBezTo>
                    <a:pt x="1739" y="1613"/>
                    <a:pt x="1770" y="1585"/>
                    <a:pt x="1783" y="1547"/>
                  </a:cubicBezTo>
                  <a:close/>
                  <a:moveTo>
                    <a:pt x="1069" y="618"/>
                  </a:moveTo>
                  <a:lnTo>
                    <a:pt x="835" y="486"/>
                  </a:lnTo>
                  <a:lnTo>
                    <a:pt x="823" y="496"/>
                  </a:lnTo>
                  <a:lnTo>
                    <a:pt x="953" y="651"/>
                  </a:lnTo>
                  <a:cubicBezTo>
                    <a:pt x="971" y="641"/>
                    <a:pt x="993" y="645"/>
                    <a:pt x="1007" y="661"/>
                  </a:cubicBezTo>
                  <a:cubicBezTo>
                    <a:pt x="1022" y="679"/>
                    <a:pt x="1020" y="706"/>
                    <a:pt x="1002" y="722"/>
                  </a:cubicBezTo>
                  <a:cubicBezTo>
                    <a:pt x="984" y="737"/>
                    <a:pt x="957" y="734"/>
                    <a:pt x="941" y="716"/>
                  </a:cubicBezTo>
                  <a:cubicBezTo>
                    <a:pt x="928" y="700"/>
                    <a:pt x="928" y="677"/>
                    <a:pt x="940" y="662"/>
                  </a:cubicBezTo>
                  <a:lnTo>
                    <a:pt x="810" y="507"/>
                  </a:lnTo>
                  <a:lnTo>
                    <a:pt x="797" y="518"/>
                  </a:lnTo>
                  <a:lnTo>
                    <a:pt x="889" y="770"/>
                  </a:lnTo>
                  <a:lnTo>
                    <a:pt x="974" y="828"/>
                  </a:lnTo>
                  <a:lnTo>
                    <a:pt x="1111" y="712"/>
                  </a:lnTo>
                  <a:lnTo>
                    <a:pt x="1069" y="618"/>
                  </a:lnTo>
                  <a:close/>
                </a:path>
              </a:pathLst>
            </a:custGeom>
            <a:solidFill>
              <a:srgbClr val="FFFFFF"/>
            </a:solidFill>
            <a:ln>
              <a:noFill/>
            </a:ln>
          </p:spPr>
          <p:txBody>
            <a:bodyPr vert="horz" wrap="square" lIns="91440" tIns="45720" rIns="91440" bIns="45720" numCol="1" anchor="t" anchorCtr="0" compatLnSpc="1"/>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C4261D"/>
                </a:solidFill>
                <a:effectLst/>
                <a:uLnTx/>
                <a:uFillTx/>
                <a:cs typeface="黑体-简" panose="02000000000000000000" charset="-122"/>
              </a:endParaRPr>
            </a:p>
          </p:txBody>
        </p:sp>
      </p:grpSp>
      <p:grpSp>
        <p:nvGrpSpPr>
          <p:cNvPr id="20" name="组合 19"/>
          <p:cNvGrpSpPr/>
          <p:nvPr userDrawn="1"/>
        </p:nvGrpSpPr>
        <p:grpSpPr>
          <a:xfrm>
            <a:off x="10166350" y="5299075"/>
            <a:ext cx="540385" cy="520700"/>
            <a:chOff x="4670606" y="4037909"/>
            <a:chExt cx="681980" cy="681980"/>
          </a:xfrm>
        </p:grpSpPr>
        <p:sp>
          <p:nvSpPr>
            <p:cNvPr id="21" name="椭圆 20"/>
            <p:cNvSpPr>
              <a:spLocks noChangeArrowheads="1"/>
            </p:cNvSpPr>
            <p:nvPr/>
          </p:nvSpPr>
          <p:spPr bwMode="auto">
            <a:xfrm>
              <a:off x="4670606" y="4037909"/>
              <a:ext cx="681980" cy="681980"/>
            </a:xfrm>
            <a:prstGeom prst="ellipse">
              <a:avLst/>
            </a:prstGeom>
            <a:solidFill>
              <a:srgbClr val="7F7F7F"/>
            </a:solidFill>
            <a:ln w="76200" cap="sq" cmpd="sng">
              <a:solidFill>
                <a:srgbClr val="C8C6BD"/>
              </a:solidFill>
              <a:round/>
            </a:ln>
          </p:spPr>
          <p:txBody>
            <a:bodyPr anchor="ctr"/>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zh-CN" sz="2400" b="0" i="0" u="none" strike="noStrike" kern="0" cap="none" spc="0" normalizeH="0" baseline="0" noProof="0">
                <a:ln>
                  <a:noFill/>
                </a:ln>
                <a:solidFill>
                  <a:srgbClr val="FFFFFF"/>
                </a:solidFill>
                <a:effectLst/>
                <a:uLnTx/>
                <a:uFillTx/>
                <a:latin typeface="黑体-简" panose="02000000000000000000" charset="-122"/>
                <a:cs typeface="黑体-简" panose="02000000000000000000" charset="-122"/>
                <a:sym typeface="黑体-简" panose="02000000000000000000" charset="-122"/>
              </a:endParaRPr>
            </a:p>
          </p:txBody>
        </p:sp>
        <p:sp>
          <p:nvSpPr>
            <p:cNvPr id="22" name="Freeform 14"/>
            <p:cNvSpPr>
              <a:spLocks noEditPoints="1"/>
            </p:cNvSpPr>
            <p:nvPr/>
          </p:nvSpPr>
          <p:spPr bwMode="auto">
            <a:xfrm>
              <a:off x="4795447" y="4168006"/>
              <a:ext cx="432298" cy="432297"/>
            </a:xfrm>
            <a:custGeom>
              <a:avLst/>
              <a:gdLst>
                <a:gd name="T0" fmla="*/ 785115 w 1145"/>
                <a:gd name="T1" fmla="*/ 436260 h 1145"/>
                <a:gd name="T2" fmla="*/ 877887 w 1145"/>
                <a:gd name="T3" fmla="*/ 436260 h 1145"/>
                <a:gd name="T4" fmla="*/ 631772 w 1145"/>
                <a:gd name="T5" fmla="*/ 584236 h 1145"/>
                <a:gd name="T6" fmla="*/ 631772 w 1145"/>
                <a:gd name="T7" fmla="*/ 677009 h 1145"/>
                <a:gd name="T8" fmla="*/ 631772 w 1145"/>
                <a:gd name="T9" fmla="*/ 584236 h 1145"/>
                <a:gd name="T10" fmla="*/ 274483 w 1145"/>
                <a:gd name="T11" fmla="*/ 228481 h 1145"/>
                <a:gd name="T12" fmla="*/ 417859 w 1145"/>
                <a:gd name="T13" fmla="*/ 90472 h 1145"/>
                <a:gd name="T14" fmla="*/ 417859 w 1145"/>
                <a:gd name="T15" fmla="*/ 787416 h 1145"/>
                <a:gd name="T16" fmla="*/ 272950 w 1145"/>
                <a:gd name="T17" fmla="*/ 646340 h 1145"/>
                <a:gd name="T18" fmla="*/ 417859 w 1145"/>
                <a:gd name="T19" fmla="*/ 787416 h 1145"/>
                <a:gd name="T20" fmla="*/ 233848 w 1145"/>
                <a:gd name="T21" fmla="*/ 658608 h 1145"/>
                <a:gd name="T22" fmla="*/ 185545 w 1145"/>
                <a:gd name="T23" fmla="*/ 679309 h 1145"/>
                <a:gd name="T24" fmla="*/ 716877 w 1145"/>
                <a:gd name="T25" fmla="*/ 647874 h 1145"/>
                <a:gd name="T26" fmla="*/ 650173 w 1145"/>
                <a:gd name="T27" fmla="*/ 715345 h 1145"/>
                <a:gd name="T28" fmla="*/ 617204 w 1145"/>
                <a:gd name="T29" fmla="*/ 715345 h 1145"/>
                <a:gd name="T30" fmla="*/ 520598 w 1145"/>
                <a:gd name="T31" fmla="*/ 777448 h 1145"/>
                <a:gd name="T32" fmla="*/ 457728 w 1145"/>
                <a:gd name="T33" fmla="*/ 625639 h 1145"/>
                <a:gd name="T34" fmla="*/ 545900 w 1145"/>
                <a:gd name="T35" fmla="*/ 630239 h 1145"/>
                <a:gd name="T36" fmla="*/ 457728 w 1145"/>
                <a:gd name="T37" fmla="*/ 585770 h 1145"/>
                <a:gd name="T38" fmla="*/ 637139 w 1145"/>
                <a:gd name="T39" fmla="*/ 458495 h 1145"/>
                <a:gd name="T40" fmla="*/ 631772 w 1145"/>
                <a:gd name="T41" fmla="*/ 543601 h 1145"/>
                <a:gd name="T42" fmla="*/ 677008 w 1145"/>
                <a:gd name="T43" fmla="*/ 458495 h 1145"/>
                <a:gd name="T44" fmla="*/ 744479 w 1145"/>
                <a:gd name="T45" fmla="*/ 436260 h 1145"/>
                <a:gd name="T46" fmla="*/ 677008 w 1145"/>
                <a:gd name="T47" fmla="*/ 418626 h 1145"/>
                <a:gd name="T48" fmla="*/ 627938 w 1145"/>
                <a:gd name="T49" fmla="*/ 325854 h 1145"/>
                <a:gd name="T50" fmla="*/ 637139 w 1145"/>
                <a:gd name="T51" fmla="*/ 418626 h 1145"/>
                <a:gd name="T52" fmla="*/ 457728 w 1145"/>
                <a:gd name="T53" fmla="*/ 289051 h 1145"/>
                <a:gd name="T54" fmla="*/ 541300 w 1145"/>
                <a:gd name="T55" fmla="*/ 240748 h 1145"/>
                <a:gd name="T56" fmla="*/ 457728 w 1145"/>
                <a:gd name="T57" fmla="*/ 90472 h 1145"/>
                <a:gd name="T58" fmla="*/ 575802 w 1145"/>
                <a:gd name="T59" fmla="*/ 170977 h 1145"/>
                <a:gd name="T60" fmla="*/ 598803 w 1145"/>
                <a:gd name="T61" fmla="*/ 129575 h 1145"/>
                <a:gd name="T62" fmla="*/ 713810 w 1145"/>
                <a:gd name="T63" fmla="*/ 228481 h 1145"/>
                <a:gd name="T64" fmla="*/ 778981 w 1145"/>
                <a:gd name="T65" fmla="*/ 368023 h 1145"/>
                <a:gd name="T66" fmla="*/ 868686 w 1145"/>
                <a:gd name="T67" fmla="*/ 358822 h 1145"/>
                <a:gd name="T68" fmla="*/ 157176 w 1145"/>
                <a:gd name="T69" fmla="*/ 101973 h 1145"/>
                <a:gd name="T70" fmla="*/ 277550 w 1145"/>
                <a:gd name="T71" fmla="*/ 129575 h 1145"/>
                <a:gd name="T72" fmla="*/ 220047 w 1145"/>
                <a:gd name="T73" fmla="*/ 210846 h 1145"/>
                <a:gd name="T74" fmla="*/ 223114 w 1145"/>
                <a:gd name="T75" fmla="*/ 254549 h 1145"/>
                <a:gd name="T76" fmla="*/ 219280 w 1145"/>
                <a:gd name="T77" fmla="*/ 351922 h 1145"/>
                <a:gd name="T78" fmla="*/ 262216 w 1145"/>
                <a:gd name="T79" fmla="*/ 266817 h 1145"/>
                <a:gd name="T80" fmla="*/ 417859 w 1145"/>
                <a:gd name="T81" fmla="*/ 418626 h 1145"/>
                <a:gd name="T82" fmla="*/ 305152 w 1145"/>
                <a:gd name="T83" fmla="*/ 438561 h 1145"/>
                <a:gd name="T84" fmla="*/ 417859 w 1145"/>
                <a:gd name="T85" fmla="*/ 458495 h 1145"/>
                <a:gd name="T86" fmla="*/ 261449 w 1145"/>
                <a:gd name="T87" fmla="*/ 608005 h 1145"/>
                <a:gd name="T88" fmla="*/ 219280 w 1145"/>
                <a:gd name="T89" fmla="*/ 525199 h 1145"/>
                <a:gd name="T90" fmla="*/ 222347 w 1145"/>
                <a:gd name="T91" fmla="*/ 620272 h 1145"/>
                <a:gd name="T92" fmla="*/ 90472 w 1145"/>
                <a:gd name="T93" fmla="*/ 458495 h 1145"/>
                <a:gd name="T94" fmla="*/ 132641 w 1145"/>
                <a:gd name="T95" fmla="*/ 438561 h 1145"/>
                <a:gd name="T96" fmla="*/ 90472 w 1145"/>
                <a:gd name="T97" fmla="*/ 418626 h 1145"/>
                <a:gd name="T98" fmla="*/ 58270 w 1145"/>
                <a:gd name="T99" fmla="*/ 220814 h 1145"/>
                <a:gd name="T100" fmla="*/ 437793 w 1145"/>
                <a:gd name="T101" fmla="*/ 877888 h 1145"/>
                <a:gd name="T102" fmla="*/ 831117 w 1145"/>
                <a:gd name="T103" fmla="*/ 522899 h 1145"/>
                <a:gd name="T104" fmla="*/ 581169 w 1145"/>
                <a:gd name="T105" fmla="*/ 239215 h 1145"/>
                <a:gd name="T106" fmla="*/ 673941 w 1145"/>
                <a:gd name="T107" fmla="*/ 239215 h 1145"/>
                <a:gd name="T108" fmla="*/ 581169 w 1145"/>
                <a:gd name="T109" fmla="*/ 239215 h 1145"/>
                <a:gd name="T110" fmla="*/ 184011 w 1145"/>
                <a:gd name="T111" fmla="*/ 186312 h 1145"/>
                <a:gd name="T112" fmla="*/ 91239 w 1145"/>
                <a:gd name="T113" fmla="*/ 186312 h 1145"/>
                <a:gd name="T114" fmla="*/ 219280 w 1145"/>
                <a:gd name="T115" fmla="*/ 485330 h 1145"/>
                <a:gd name="T116" fmla="*/ 219280 w 1145"/>
                <a:gd name="T117" fmla="*/ 392558 h 1145"/>
                <a:gd name="T118" fmla="*/ 219280 w 1145"/>
                <a:gd name="T119" fmla="*/ 485330 h 1145"/>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0" t="0" r="r" b="b"/>
              <a:pathLst>
                <a:path w="1145" h="1145">
                  <a:moveTo>
                    <a:pt x="1084" y="509"/>
                  </a:moveTo>
                  <a:cubicBezTo>
                    <a:pt x="1051" y="509"/>
                    <a:pt x="1024" y="536"/>
                    <a:pt x="1024" y="569"/>
                  </a:cubicBezTo>
                  <a:cubicBezTo>
                    <a:pt x="1024" y="603"/>
                    <a:pt x="1051" y="630"/>
                    <a:pt x="1084" y="630"/>
                  </a:cubicBezTo>
                  <a:cubicBezTo>
                    <a:pt x="1117" y="630"/>
                    <a:pt x="1145" y="603"/>
                    <a:pt x="1145" y="569"/>
                  </a:cubicBezTo>
                  <a:cubicBezTo>
                    <a:pt x="1145" y="536"/>
                    <a:pt x="1117" y="509"/>
                    <a:pt x="1084" y="509"/>
                  </a:cubicBezTo>
                  <a:close/>
                  <a:moveTo>
                    <a:pt x="824" y="762"/>
                  </a:moveTo>
                  <a:cubicBezTo>
                    <a:pt x="791" y="762"/>
                    <a:pt x="764" y="789"/>
                    <a:pt x="764" y="822"/>
                  </a:cubicBezTo>
                  <a:cubicBezTo>
                    <a:pt x="764" y="856"/>
                    <a:pt x="791" y="883"/>
                    <a:pt x="824" y="883"/>
                  </a:cubicBezTo>
                  <a:cubicBezTo>
                    <a:pt x="858" y="883"/>
                    <a:pt x="885" y="856"/>
                    <a:pt x="885" y="822"/>
                  </a:cubicBezTo>
                  <a:cubicBezTo>
                    <a:pt x="885" y="789"/>
                    <a:pt x="858" y="762"/>
                    <a:pt x="824" y="762"/>
                  </a:cubicBezTo>
                  <a:close/>
                  <a:moveTo>
                    <a:pt x="545" y="325"/>
                  </a:moveTo>
                  <a:cubicBezTo>
                    <a:pt x="479" y="323"/>
                    <a:pt x="416" y="314"/>
                    <a:pt x="358" y="298"/>
                  </a:cubicBezTo>
                  <a:cubicBezTo>
                    <a:pt x="384" y="226"/>
                    <a:pt x="421" y="168"/>
                    <a:pt x="463" y="130"/>
                  </a:cubicBezTo>
                  <a:cubicBezTo>
                    <a:pt x="490" y="124"/>
                    <a:pt x="517" y="120"/>
                    <a:pt x="545" y="118"/>
                  </a:cubicBezTo>
                  <a:lnTo>
                    <a:pt x="545" y="325"/>
                  </a:lnTo>
                  <a:close/>
                  <a:moveTo>
                    <a:pt x="545" y="1027"/>
                  </a:moveTo>
                  <a:cubicBezTo>
                    <a:pt x="517" y="1025"/>
                    <a:pt x="490" y="1021"/>
                    <a:pt x="463" y="1014"/>
                  </a:cubicBezTo>
                  <a:cubicBezTo>
                    <a:pt x="420" y="976"/>
                    <a:pt x="383" y="917"/>
                    <a:pt x="356" y="843"/>
                  </a:cubicBezTo>
                  <a:cubicBezTo>
                    <a:pt x="415" y="827"/>
                    <a:pt x="479" y="818"/>
                    <a:pt x="545" y="816"/>
                  </a:cubicBezTo>
                  <a:lnTo>
                    <a:pt x="545" y="1027"/>
                  </a:lnTo>
                  <a:close/>
                  <a:moveTo>
                    <a:pt x="242" y="886"/>
                  </a:moveTo>
                  <a:cubicBezTo>
                    <a:pt x="262" y="876"/>
                    <a:pt x="283" y="867"/>
                    <a:pt x="305" y="859"/>
                  </a:cubicBezTo>
                  <a:cubicBezTo>
                    <a:pt x="321" y="903"/>
                    <a:pt x="340" y="942"/>
                    <a:pt x="362" y="976"/>
                  </a:cubicBezTo>
                  <a:cubicBezTo>
                    <a:pt x="317" y="953"/>
                    <a:pt x="277" y="922"/>
                    <a:pt x="242" y="886"/>
                  </a:cubicBezTo>
                  <a:close/>
                  <a:moveTo>
                    <a:pt x="1017" y="660"/>
                  </a:moveTo>
                  <a:cubicBezTo>
                    <a:pt x="1004" y="728"/>
                    <a:pt x="975" y="791"/>
                    <a:pt x="935" y="845"/>
                  </a:cubicBezTo>
                  <a:cubicBezTo>
                    <a:pt x="935" y="845"/>
                    <a:pt x="935" y="845"/>
                    <a:pt x="935" y="845"/>
                  </a:cubicBezTo>
                  <a:cubicBezTo>
                    <a:pt x="926" y="888"/>
                    <a:pt x="892" y="923"/>
                    <a:pt x="848" y="933"/>
                  </a:cubicBezTo>
                  <a:cubicBezTo>
                    <a:pt x="827" y="949"/>
                    <a:pt x="805" y="963"/>
                    <a:pt x="781" y="976"/>
                  </a:cubicBezTo>
                  <a:cubicBezTo>
                    <a:pt x="789" y="963"/>
                    <a:pt x="797" y="948"/>
                    <a:pt x="805" y="933"/>
                  </a:cubicBezTo>
                  <a:cubicBezTo>
                    <a:pt x="787" y="930"/>
                    <a:pt x="770" y="923"/>
                    <a:pt x="756" y="912"/>
                  </a:cubicBezTo>
                  <a:cubicBezTo>
                    <a:pt x="734" y="954"/>
                    <a:pt x="708" y="989"/>
                    <a:pt x="679" y="1014"/>
                  </a:cubicBezTo>
                  <a:cubicBezTo>
                    <a:pt x="653" y="1021"/>
                    <a:pt x="625" y="1025"/>
                    <a:pt x="597" y="1027"/>
                  </a:cubicBezTo>
                  <a:lnTo>
                    <a:pt x="597" y="816"/>
                  </a:lnTo>
                  <a:cubicBezTo>
                    <a:pt x="637" y="817"/>
                    <a:pt x="675" y="821"/>
                    <a:pt x="712" y="827"/>
                  </a:cubicBezTo>
                  <a:cubicBezTo>
                    <a:pt x="712" y="826"/>
                    <a:pt x="712" y="824"/>
                    <a:pt x="712" y="822"/>
                  </a:cubicBezTo>
                  <a:cubicBezTo>
                    <a:pt x="712" y="806"/>
                    <a:pt x="715" y="790"/>
                    <a:pt x="722" y="776"/>
                  </a:cubicBezTo>
                  <a:cubicBezTo>
                    <a:pt x="682" y="769"/>
                    <a:pt x="640" y="765"/>
                    <a:pt x="597" y="764"/>
                  </a:cubicBezTo>
                  <a:lnTo>
                    <a:pt x="597" y="598"/>
                  </a:lnTo>
                  <a:lnTo>
                    <a:pt x="831" y="598"/>
                  </a:lnTo>
                  <a:cubicBezTo>
                    <a:pt x="830" y="637"/>
                    <a:pt x="826" y="674"/>
                    <a:pt x="820" y="710"/>
                  </a:cubicBezTo>
                  <a:cubicBezTo>
                    <a:pt x="822" y="710"/>
                    <a:pt x="823" y="709"/>
                    <a:pt x="824" y="709"/>
                  </a:cubicBezTo>
                  <a:cubicBezTo>
                    <a:pt x="842" y="709"/>
                    <a:pt x="858" y="713"/>
                    <a:pt x="872" y="720"/>
                  </a:cubicBezTo>
                  <a:cubicBezTo>
                    <a:pt x="878" y="681"/>
                    <a:pt x="882" y="641"/>
                    <a:pt x="883" y="598"/>
                  </a:cubicBezTo>
                  <a:lnTo>
                    <a:pt x="975" y="598"/>
                  </a:lnTo>
                  <a:cubicBezTo>
                    <a:pt x="973" y="589"/>
                    <a:pt x="971" y="579"/>
                    <a:pt x="971" y="569"/>
                  </a:cubicBezTo>
                  <a:cubicBezTo>
                    <a:pt x="971" y="561"/>
                    <a:pt x="972" y="554"/>
                    <a:pt x="974" y="546"/>
                  </a:cubicBezTo>
                  <a:lnTo>
                    <a:pt x="883" y="546"/>
                  </a:lnTo>
                  <a:cubicBezTo>
                    <a:pt x="882" y="500"/>
                    <a:pt x="878" y="455"/>
                    <a:pt x="870" y="413"/>
                  </a:cubicBezTo>
                  <a:cubicBezTo>
                    <a:pt x="855" y="421"/>
                    <a:pt x="837" y="425"/>
                    <a:pt x="819" y="425"/>
                  </a:cubicBezTo>
                  <a:cubicBezTo>
                    <a:pt x="826" y="464"/>
                    <a:pt x="830" y="504"/>
                    <a:pt x="831" y="546"/>
                  </a:cubicBezTo>
                  <a:lnTo>
                    <a:pt x="597" y="546"/>
                  </a:lnTo>
                  <a:lnTo>
                    <a:pt x="597" y="377"/>
                  </a:lnTo>
                  <a:cubicBezTo>
                    <a:pt x="639" y="376"/>
                    <a:pt x="680" y="372"/>
                    <a:pt x="719" y="365"/>
                  </a:cubicBezTo>
                  <a:cubicBezTo>
                    <a:pt x="711" y="350"/>
                    <a:pt x="707" y="333"/>
                    <a:pt x="706" y="314"/>
                  </a:cubicBezTo>
                  <a:cubicBezTo>
                    <a:pt x="671" y="320"/>
                    <a:pt x="635" y="323"/>
                    <a:pt x="597" y="325"/>
                  </a:cubicBezTo>
                  <a:lnTo>
                    <a:pt x="597" y="118"/>
                  </a:lnTo>
                  <a:cubicBezTo>
                    <a:pt x="625" y="120"/>
                    <a:pt x="653" y="124"/>
                    <a:pt x="679" y="130"/>
                  </a:cubicBezTo>
                  <a:cubicBezTo>
                    <a:pt x="706" y="154"/>
                    <a:pt x="730" y="185"/>
                    <a:pt x="751" y="223"/>
                  </a:cubicBezTo>
                  <a:cubicBezTo>
                    <a:pt x="765" y="212"/>
                    <a:pt x="782" y="204"/>
                    <a:pt x="800" y="201"/>
                  </a:cubicBezTo>
                  <a:cubicBezTo>
                    <a:pt x="794" y="190"/>
                    <a:pt x="787" y="179"/>
                    <a:pt x="781" y="169"/>
                  </a:cubicBezTo>
                  <a:cubicBezTo>
                    <a:pt x="799" y="178"/>
                    <a:pt x="816" y="189"/>
                    <a:pt x="832" y="200"/>
                  </a:cubicBezTo>
                  <a:cubicBezTo>
                    <a:pt x="883" y="206"/>
                    <a:pt x="924" y="247"/>
                    <a:pt x="931" y="298"/>
                  </a:cubicBezTo>
                  <a:cubicBezTo>
                    <a:pt x="931" y="298"/>
                    <a:pt x="932" y="298"/>
                    <a:pt x="933" y="297"/>
                  </a:cubicBezTo>
                  <a:cubicBezTo>
                    <a:pt x="973" y="350"/>
                    <a:pt x="1002" y="412"/>
                    <a:pt x="1016" y="480"/>
                  </a:cubicBezTo>
                  <a:cubicBezTo>
                    <a:pt x="1035" y="465"/>
                    <a:pt x="1059" y="456"/>
                    <a:pt x="1084" y="456"/>
                  </a:cubicBezTo>
                  <a:cubicBezTo>
                    <a:pt x="1102" y="456"/>
                    <a:pt x="1118" y="461"/>
                    <a:pt x="1133" y="468"/>
                  </a:cubicBezTo>
                  <a:cubicBezTo>
                    <a:pt x="1084" y="202"/>
                    <a:pt x="851" y="0"/>
                    <a:pt x="571" y="0"/>
                  </a:cubicBezTo>
                  <a:cubicBezTo>
                    <a:pt x="432" y="0"/>
                    <a:pt x="304" y="50"/>
                    <a:pt x="205" y="133"/>
                  </a:cubicBezTo>
                  <a:cubicBezTo>
                    <a:pt x="246" y="143"/>
                    <a:pt x="279" y="176"/>
                    <a:pt x="289" y="217"/>
                  </a:cubicBezTo>
                  <a:cubicBezTo>
                    <a:pt x="311" y="199"/>
                    <a:pt x="336" y="182"/>
                    <a:pt x="362" y="169"/>
                  </a:cubicBezTo>
                  <a:cubicBezTo>
                    <a:pt x="341" y="202"/>
                    <a:pt x="322" y="240"/>
                    <a:pt x="307" y="282"/>
                  </a:cubicBezTo>
                  <a:cubicBezTo>
                    <a:pt x="300" y="280"/>
                    <a:pt x="294" y="277"/>
                    <a:pt x="287" y="275"/>
                  </a:cubicBezTo>
                  <a:cubicBezTo>
                    <a:pt x="282" y="292"/>
                    <a:pt x="273" y="308"/>
                    <a:pt x="261" y="320"/>
                  </a:cubicBezTo>
                  <a:cubicBezTo>
                    <a:pt x="271" y="324"/>
                    <a:pt x="280" y="328"/>
                    <a:pt x="291" y="332"/>
                  </a:cubicBezTo>
                  <a:cubicBezTo>
                    <a:pt x="279" y="372"/>
                    <a:pt x="271" y="416"/>
                    <a:pt x="265" y="461"/>
                  </a:cubicBezTo>
                  <a:cubicBezTo>
                    <a:pt x="272" y="460"/>
                    <a:pt x="279" y="459"/>
                    <a:pt x="286" y="459"/>
                  </a:cubicBezTo>
                  <a:cubicBezTo>
                    <a:pt x="297" y="459"/>
                    <a:pt x="308" y="461"/>
                    <a:pt x="318" y="464"/>
                  </a:cubicBezTo>
                  <a:cubicBezTo>
                    <a:pt x="323" y="423"/>
                    <a:pt x="331" y="384"/>
                    <a:pt x="342" y="348"/>
                  </a:cubicBezTo>
                  <a:cubicBezTo>
                    <a:pt x="405" y="365"/>
                    <a:pt x="474" y="375"/>
                    <a:pt x="545" y="377"/>
                  </a:cubicBezTo>
                  <a:lnTo>
                    <a:pt x="545" y="546"/>
                  </a:lnTo>
                  <a:lnTo>
                    <a:pt x="395" y="546"/>
                  </a:lnTo>
                  <a:cubicBezTo>
                    <a:pt x="397" y="555"/>
                    <a:pt x="398" y="563"/>
                    <a:pt x="398" y="572"/>
                  </a:cubicBezTo>
                  <a:cubicBezTo>
                    <a:pt x="398" y="581"/>
                    <a:pt x="397" y="590"/>
                    <a:pt x="395" y="598"/>
                  </a:cubicBezTo>
                  <a:lnTo>
                    <a:pt x="545" y="598"/>
                  </a:lnTo>
                  <a:lnTo>
                    <a:pt x="545" y="764"/>
                  </a:lnTo>
                  <a:cubicBezTo>
                    <a:pt x="474" y="766"/>
                    <a:pt x="404" y="776"/>
                    <a:pt x="341" y="793"/>
                  </a:cubicBezTo>
                  <a:cubicBezTo>
                    <a:pt x="331" y="758"/>
                    <a:pt x="323" y="720"/>
                    <a:pt x="318" y="680"/>
                  </a:cubicBezTo>
                  <a:cubicBezTo>
                    <a:pt x="308" y="683"/>
                    <a:pt x="297" y="685"/>
                    <a:pt x="286" y="685"/>
                  </a:cubicBezTo>
                  <a:cubicBezTo>
                    <a:pt x="279" y="685"/>
                    <a:pt x="272" y="684"/>
                    <a:pt x="265" y="683"/>
                  </a:cubicBezTo>
                  <a:cubicBezTo>
                    <a:pt x="271" y="727"/>
                    <a:pt x="279" y="770"/>
                    <a:pt x="290" y="809"/>
                  </a:cubicBezTo>
                  <a:cubicBezTo>
                    <a:pt x="261" y="819"/>
                    <a:pt x="233" y="831"/>
                    <a:pt x="208" y="845"/>
                  </a:cubicBezTo>
                  <a:cubicBezTo>
                    <a:pt x="156" y="775"/>
                    <a:pt x="123" y="690"/>
                    <a:pt x="118" y="598"/>
                  </a:cubicBezTo>
                  <a:lnTo>
                    <a:pt x="176" y="598"/>
                  </a:lnTo>
                  <a:cubicBezTo>
                    <a:pt x="174" y="590"/>
                    <a:pt x="173" y="581"/>
                    <a:pt x="173" y="572"/>
                  </a:cubicBezTo>
                  <a:cubicBezTo>
                    <a:pt x="173" y="563"/>
                    <a:pt x="174" y="555"/>
                    <a:pt x="176" y="546"/>
                  </a:cubicBezTo>
                  <a:lnTo>
                    <a:pt x="118" y="546"/>
                  </a:lnTo>
                  <a:cubicBezTo>
                    <a:pt x="122" y="478"/>
                    <a:pt x="141" y="413"/>
                    <a:pt x="172" y="356"/>
                  </a:cubicBezTo>
                  <a:cubicBezTo>
                    <a:pt x="129" y="353"/>
                    <a:pt x="92" y="326"/>
                    <a:pt x="76" y="288"/>
                  </a:cubicBezTo>
                  <a:cubicBezTo>
                    <a:pt x="27" y="372"/>
                    <a:pt x="0" y="469"/>
                    <a:pt x="0" y="572"/>
                  </a:cubicBezTo>
                  <a:cubicBezTo>
                    <a:pt x="0" y="888"/>
                    <a:pt x="256" y="1145"/>
                    <a:pt x="571" y="1145"/>
                  </a:cubicBezTo>
                  <a:cubicBezTo>
                    <a:pt x="853" y="1145"/>
                    <a:pt x="1088" y="939"/>
                    <a:pt x="1135" y="670"/>
                  </a:cubicBezTo>
                  <a:cubicBezTo>
                    <a:pt x="1119" y="678"/>
                    <a:pt x="1102" y="682"/>
                    <a:pt x="1084" y="682"/>
                  </a:cubicBezTo>
                  <a:cubicBezTo>
                    <a:pt x="1059" y="682"/>
                    <a:pt x="1036" y="674"/>
                    <a:pt x="1017" y="660"/>
                  </a:cubicBezTo>
                  <a:close/>
                  <a:moveTo>
                    <a:pt x="758" y="312"/>
                  </a:moveTo>
                  <a:cubicBezTo>
                    <a:pt x="758" y="346"/>
                    <a:pt x="785" y="373"/>
                    <a:pt x="819" y="373"/>
                  </a:cubicBezTo>
                  <a:cubicBezTo>
                    <a:pt x="852" y="373"/>
                    <a:pt x="879" y="346"/>
                    <a:pt x="879" y="312"/>
                  </a:cubicBezTo>
                  <a:cubicBezTo>
                    <a:pt x="879" y="279"/>
                    <a:pt x="852" y="252"/>
                    <a:pt x="819" y="252"/>
                  </a:cubicBezTo>
                  <a:cubicBezTo>
                    <a:pt x="785" y="252"/>
                    <a:pt x="758" y="279"/>
                    <a:pt x="758" y="312"/>
                  </a:cubicBezTo>
                  <a:close/>
                  <a:moveTo>
                    <a:pt x="179" y="304"/>
                  </a:moveTo>
                  <a:cubicBezTo>
                    <a:pt x="213" y="304"/>
                    <a:pt x="240" y="277"/>
                    <a:pt x="240" y="243"/>
                  </a:cubicBezTo>
                  <a:cubicBezTo>
                    <a:pt x="240" y="210"/>
                    <a:pt x="213" y="183"/>
                    <a:pt x="179" y="183"/>
                  </a:cubicBezTo>
                  <a:cubicBezTo>
                    <a:pt x="146" y="183"/>
                    <a:pt x="119" y="210"/>
                    <a:pt x="119" y="243"/>
                  </a:cubicBezTo>
                  <a:cubicBezTo>
                    <a:pt x="119" y="277"/>
                    <a:pt x="146" y="304"/>
                    <a:pt x="179" y="304"/>
                  </a:cubicBezTo>
                  <a:close/>
                  <a:moveTo>
                    <a:pt x="286" y="633"/>
                  </a:moveTo>
                  <a:cubicBezTo>
                    <a:pt x="319" y="633"/>
                    <a:pt x="346" y="606"/>
                    <a:pt x="346" y="572"/>
                  </a:cubicBezTo>
                  <a:cubicBezTo>
                    <a:pt x="346" y="539"/>
                    <a:pt x="319" y="512"/>
                    <a:pt x="286" y="512"/>
                  </a:cubicBezTo>
                  <a:cubicBezTo>
                    <a:pt x="252" y="512"/>
                    <a:pt x="225" y="539"/>
                    <a:pt x="225" y="572"/>
                  </a:cubicBezTo>
                  <a:cubicBezTo>
                    <a:pt x="225" y="606"/>
                    <a:pt x="252" y="633"/>
                    <a:pt x="286" y="633"/>
                  </a:cubicBezTo>
                  <a:close/>
                </a:path>
              </a:pathLst>
            </a:custGeom>
            <a:solidFill>
              <a:srgbClr val="FFFFFF"/>
            </a:solidFill>
            <a:ln>
              <a:noFill/>
            </a:ln>
          </p:spPr>
          <p:txBody>
            <a:bodyPr/>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cs typeface="黑体-简" panose="02000000000000000000" charset="-122"/>
              </a:endParaRPr>
            </a:p>
          </p:txBody>
        </p:sp>
      </p:grpSp>
      <p:grpSp>
        <p:nvGrpSpPr>
          <p:cNvPr id="23" name="组合 22"/>
          <p:cNvGrpSpPr/>
          <p:nvPr userDrawn="1"/>
        </p:nvGrpSpPr>
        <p:grpSpPr>
          <a:xfrm>
            <a:off x="8356600" y="5299075"/>
            <a:ext cx="540385" cy="520700"/>
            <a:chOff x="4595344" y="2109904"/>
            <a:chExt cx="681980" cy="681980"/>
          </a:xfrm>
        </p:grpSpPr>
        <p:sp>
          <p:nvSpPr>
            <p:cNvPr id="25" name="椭圆 50"/>
            <p:cNvSpPr>
              <a:spLocks noChangeArrowheads="1"/>
            </p:cNvSpPr>
            <p:nvPr/>
          </p:nvSpPr>
          <p:spPr bwMode="auto">
            <a:xfrm>
              <a:off x="4595344" y="2109904"/>
              <a:ext cx="681980" cy="681980"/>
            </a:xfrm>
            <a:prstGeom prst="ellipse">
              <a:avLst/>
            </a:prstGeom>
            <a:solidFill>
              <a:srgbClr val="7F7F7F"/>
            </a:solidFill>
            <a:ln w="76200" cap="sq" cmpd="sng">
              <a:solidFill>
                <a:srgbClr val="C8C6BD"/>
              </a:solidFill>
              <a:round/>
            </a:ln>
          </p:spPr>
          <p:txBody>
            <a:bodyPr anchor="ctr"/>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zh-CN" sz="2400" b="0" i="0" u="none" strike="noStrike" kern="0" cap="none" spc="0" normalizeH="0" baseline="0" noProof="0">
                <a:ln>
                  <a:noFill/>
                </a:ln>
                <a:solidFill>
                  <a:srgbClr val="FFFFFF"/>
                </a:solidFill>
                <a:effectLst/>
                <a:uLnTx/>
                <a:uFillTx/>
                <a:latin typeface="黑体-简" panose="02000000000000000000" charset="-122"/>
                <a:cs typeface="黑体-简" panose="02000000000000000000" charset="-122"/>
                <a:sym typeface="黑体-简" panose="02000000000000000000" charset="-122"/>
              </a:endParaRPr>
            </a:p>
          </p:txBody>
        </p:sp>
        <p:sp>
          <p:nvSpPr>
            <p:cNvPr id="26" name="Freeform 16"/>
            <p:cNvSpPr>
              <a:spLocks noEditPoints="1"/>
            </p:cNvSpPr>
            <p:nvPr/>
          </p:nvSpPr>
          <p:spPr bwMode="auto">
            <a:xfrm>
              <a:off x="4728105" y="2245698"/>
              <a:ext cx="436662" cy="410396"/>
            </a:xfrm>
            <a:custGeom>
              <a:avLst/>
              <a:gdLst>
                <a:gd name="T0" fmla="*/ 21 w 643"/>
                <a:gd name="T1" fmla="*/ 478 h 603"/>
                <a:gd name="T2" fmla="*/ 459 w 643"/>
                <a:gd name="T3" fmla="*/ 359 h 603"/>
                <a:gd name="T4" fmla="*/ 420 w 643"/>
                <a:gd name="T5" fmla="*/ 494 h 603"/>
                <a:gd name="T6" fmla="*/ 407 w 643"/>
                <a:gd name="T7" fmla="*/ 377 h 603"/>
                <a:gd name="T8" fmla="*/ 408 w 643"/>
                <a:gd name="T9" fmla="*/ 272 h 603"/>
                <a:gd name="T10" fmla="*/ 397 w 643"/>
                <a:gd name="T11" fmla="*/ 276 h 603"/>
                <a:gd name="T12" fmla="*/ 405 w 643"/>
                <a:gd name="T13" fmla="*/ 292 h 603"/>
                <a:gd name="T14" fmla="*/ 415 w 643"/>
                <a:gd name="T15" fmla="*/ 288 h 603"/>
                <a:gd name="T16" fmla="*/ 356 w 643"/>
                <a:gd name="T17" fmla="*/ 302 h 603"/>
                <a:gd name="T18" fmla="*/ 360 w 643"/>
                <a:gd name="T19" fmla="*/ 322 h 603"/>
                <a:gd name="T20" fmla="*/ 368 w 643"/>
                <a:gd name="T21" fmla="*/ 315 h 603"/>
                <a:gd name="T22" fmla="*/ 324 w 643"/>
                <a:gd name="T23" fmla="*/ 341 h 603"/>
                <a:gd name="T24" fmla="*/ 319 w 643"/>
                <a:gd name="T25" fmla="*/ 351 h 603"/>
                <a:gd name="T26" fmla="*/ 335 w 643"/>
                <a:gd name="T27" fmla="*/ 359 h 603"/>
                <a:gd name="T28" fmla="*/ 340 w 643"/>
                <a:gd name="T29" fmla="*/ 349 h 603"/>
                <a:gd name="T30" fmla="*/ 305 w 643"/>
                <a:gd name="T31" fmla="*/ 399 h 603"/>
                <a:gd name="T32" fmla="*/ 322 w 643"/>
                <a:gd name="T33" fmla="*/ 411 h 603"/>
                <a:gd name="T34" fmla="*/ 323 w 643"/>
                <a:gd name="T35" fmla="*/ 400 h 603"/>
                <a:gd name="T36" fmla="*/ 308 w 643"/>
                <a:gd name="T37" fmla="*/ 450 h 603"/>
                <a:gd name="T38" fmla="*/ 311 w 643"/>
                <a:gd name="T39" fmla="*/ 461 h 603"/>
                <a:gd name="T40" fmla="*/ 327 w 643"/>
                <a:gd name="T41" fmla="*/ 455 h 603"/>
                <a:gd name="T42" fmla="*/ 324 w 643"/>
                <a:gd name="T43" fmla="*/ 444 h 603"/>
                <a:gd name="T44" fmla="*/ 332 w 643"/>
                <a:gd name="T45" fmla="*/ 506 h 603"/>
                <a:gd name="T46" fmla="*/ 353 w 643"/>
                <a:gd name="T47" fmla="*/ 503 h 603"/>
                <a:gd name="T48" fmla="*/ 346 w 643"/>
                <a:gd name="T49" fmla="*/ 495 h 603"/>
                <a:gd name="T50" fmla="*/ 367 w 643"/>
                <a:gd name="T51" fmla="*/ 541 h 603"/>
                <a:gd name="T52" fmla="*/ 377 w 643"/>
                <a:gd name="T53" fmla="*/ 547 h 603"/>
                <a:gd name="T54" fmla="*/ 386 w 643"/>
                <a:gd name="T55" fmla="*/ 532 h 603"/>
                <a:gd name="T56" fmla="*/ 377 w 643"/>
                <a:gd name="T57" fmla="*/ 526 h 603"/>
                <a:gd name="T58" fmla="*/ 423 w 643"/>
                <a:gd name="T59" fmla="*/ 566 h 603"/>
                <a:gd name="T60" fmla="*/ 434 w 643"/>
                <a:gd name="T61" fmla="*/ 568 h 603"/>
                <a:gd name="T62" fmla="*/ 427 w 643"/>
                <a:gd name="T63" fmla="*/ 549 h 603"/>
                <a:gd name="T64" fmla="*/ 472 w 643"/>
                <a:gd name="T65" fmla="*/ 569 h 603"/>
                <a:gd name="T66" fmla="*/ 484 w 643"/>
                <a:gd name="T67" fmla="*/ 568 h 603"/>
                <a:gd name="T68" fmla="*/ 483 w 643"/>
                <a:gd name="T69" fmla="*/ 550 h 603"/>
                <a:gd name="T70" fmla="*/ 472 w 643"/>
                <a:gd name="T71" fmla="*/ 552 h 603"/>
                <a:gd name="T72" fmla="*/ 530 w 643"/>
                <a:gd name="T73" fmla="*/ 552 h 603"/>
                <a:gd name="T74" fmla="*/ 540 w 643"/>
                <a:gd name="T75" fmla="*/ 545 h 603"/>
                <a:gd name="T76" fmla="*/ 524 w 643"/>
                <a:gd name="T77" fmla="*/ 535 h 603"/>
                <a:gd name="T78" fmla="*/ 570 w 643"/>
                <a:gd name="T79" fmla="*/ 521 h 603"/>
                <a:gd name="T80" fmla="*/ 577 w 643"/>
                <a:gd name="T81" fmla="*/ 512 h 603"/>
                <a:gd name="T82" fmla="*/ 565 w 643"/>
                <a:gd name="T83" fmla="*/ 499 h 603"/>
                <a:gd name="T84" fmla="*/ 559 w 643"/>
                <a:gd name="T85" fmla="*/ 507 h 603"/>
                <a:gd name="T86" fmla="*/ 601 w 643"/>
                <a:gd name="T87" fmla="*/ 469 h 603"/>
                <a:gd name="T88" fmla="*/ 605 w 643"/>
                <a:gd name="T89" fmla="*/ 457 h 603"/>
                <a:gd name="T90" fmla="*/ 586 w 643"/>
                <a:gd name="T91" fmla="*/ 459 h 603"/>
                <a:gd name="T92" fmla="*/ 610 w 643"/>
                <a:gd name="T93" fmla="*/ 419 h 603"/>
                <a:gd name="T94" fmla="*/ 610 w 643"/>
                <a:gd name="T95" fmla="*/ 408 h 603"/>
                <a:gd name="T96" fmla="*/ 592 w 643"/>
                <a:gd name="T97" fmla="*/ 406 h 603"/>
                <a:gd name="T98" fmla="*/ 593 w 643"/>
                <a:gd name="T99" fmla="*/ 417 h 603"/>
                <a:gd name="T100" fmla="*/ 599 w 643"/>
                <a:gd name="T101" fmla="*/ 358 h 603"/>
                <a:gd name="T102" fmla="*/ 594 w 643"/>
                <a:gd name="T103" fmla="*/ 347 h 603"/>
                <a:gd name="T104" fmla="*/ 581 w 643"/>
                <a:gd name="T105" fmla="*/ 363 h 603"/>
                <a:gd name="T106" fmla="*/ 573 w 643"/>
                <a:gd name="T107" fmla="*/ 316 h 603"/>
                <a:gd name="T108" fmla="*/ 565 w 643"/>
                <a:gd name="T109" fmla="*/ 308 h 603"/>
                <a:gd name="T110" fmla="*/ 550 w 643"/>
                <a:gd name="T111" fmla="*/ 318 h 603"/>
                <a:gd name="T112" fmla="*/ 557 w 643"/>
                <a:gd name="T113" fmla="*/ 326 h 603"/>
                <a:gd name="T114" fmla="*/ 524 w 643"/>
                <a:gd name="T115" fmla="*/ 279 h 603"/>
                <a:gd name="T116" fmla="*/ 513 w 643"/>
                <a:gd name="T117" fmla="*/ 274 h 603"/>
                <a:gd name="T118" fmla="*/ 513 w 643"/>
                <a:gd name="T119" fmla="*/ 293 h 603"/>
                <a:gd name="T120" fmla="*/ 457 w 643"/>
                <a:gd name="T121" fmla="*/ 231 h 603"/>
                <a:gd name="T122" fmla="*/ 358 w 643"/>
                <a:gd name="T123" fmla="*/ 9 h 603"/>
                <a:gd name="T124" fmla="*/ 30 w 643"/>
                <a:gd name="T125" fmla="*/ 153 h 6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643" h="603">
                  <a:moveTo>
                    <a:pt x="51" y="448"/>
                  </a:moveTo>
                  <a:cubicBezTo>
                    <a:pt x="83" y="445"/>
                    <a:pt x="115" y="443"/>
                    <a:pt x="147" y="442"/>
                  </a:cubicBezTo>
                  <a:cubicBezTo>
                    <a:pt x="127" y="440"/>
                    <a:pt x="108" y="439"/>
                    <a:pt x="88" y="437"/>
                  </a:cubicBezTo>
                  <a:cubicBezTo>
                    <a:pt x="72" y="435"/>
                    <a:pt x="59" y="423"/>
                    <a:pt x="59" y="407"/>
                  </a:cubicBezTo>
                  <a:cubicBezTo>
                    <a:pt x="59" y="383"/>
                    <a:pt x="59" y="359"/>
                    <a:pt x="59" y="335"/>
                  </a:cubicBezTo>
                  <a:cubicBezTo>
                    <a:pt x="59" y="318"/>
                    <a:pt x="72" y="306"/>
                    <a:pt x="88" y="305"/>
                  </a:cubicBezTo>
                  <a:cubicBezTo>
                    <a:pt x="148" y="299"/>
                    <a:pt x="207" y="297"/>
                    <a:pt x="267" y="298"/>
                  </a:cubicBezTo>
                  <a:cubicBezTo>
                    <a:pt x="245" y="333"/>
                    <a:pt x="233" y="373"/>
                    <a:pt x="233" y="417"/>
                  </a:cubicBezTo>
                  <a:cubicBezTo>
                    <a:pt x="233" y="479"/>
                    <a:pt x="258" y="535"/>
                    <a:pt x="299" y="575"/>
                  </a:cubicBezTo>
                  <a:cubicBezTo>
                    <a:pt x="301" y="578"/>
                    <a:pt x="304" y="581"/>
                    <a:pt x="306" y="583"/>
                  </a:cubicBezTo>
                  <a:cubicBezTo>
                    <a:pt x="221" y="590"/>
                    <a:pt x="136" y="589"/>
                    <a:pt x="51" y="579"/>
                  </a:cubicBezTo>
                  <a:cubicBezTo>
                    <a:pt x="35" y="578"/>
                    <a:pt x="21" y="566"/>
                    <a:pt x="21" y="550"/>
                  </a:cubicBezTo>
                  <a:cubicBezTo>
                    <a:pt x="21" y="526"/>
                    <a:pt x="21" y="502"/>
                    <a:pt x="21" y="478"/>
                  </a:cubicBezTo>
                  <a:cubicBezTo>
                    <a:pt x="21" y="461"/>
                    <a:pt x="35" y="449"/>
                    <a:pt x="51" y="448"/>
                  </a:cubicBezTo>
                  <a:close/>
                  <a:moveTo>
                    <a:pt x="442" y="265"/>
                  </a:moveTo>
                  <a:lnTo>
                    <a:pt x="442" y="265"/>
                  </a:lnTo>
                  <a:cubicBezTo>
                    <a:pt x="454" y="263"/>
                    <a:pt x="467" y="262"/>
                    <a:pt x="479" y="265"/>
                  </a:cubicBezTo>
                  <a:cubicBezTo>
                    <a:pt x="478" y="271"/>
                    <a:pt x="478" y="278"/>
                    <a:pt x="477" y="284"/>
                  </a:cubicBezTo>
                  <a:cubicBezTo>
                    <a:pt x="466" y="283"/>
                    <a:pt x="455" y="283"/>
                    <a:pt x="444" y="284"/>
                  </a:cubicBezTo>
                  <a:cubicBezTo>
                    <a:pt x="443" y="278"/>
                    <a:pt x="443" y="271"/>
                    <a:pt x="442" y="265"/>
                  </a:cubicBezTo>
                  <a:close/>
                  <a:moveTo>
                    <a:pt x="510" y="384"/>
                  </a:moveTo>
                  <a:lnTo>
                    <a:pt x="510" y="384"/>
                  </a:lnTo>
                  <a:lnTo>
                    <a:pt x="467" y="384"/>
                  </a:lnTo>
                  <a:lnTo>
                    <a:pt x="467" y="377"/>
                  </a:lnTo>
                  <a:cubicBezTo>
                    <a:pt x="467" y="369"/>
                    <a:pt x="466" y="364"/>
                    <a:pt x="465" y="362"/>
                  </a:cubicBezTo>
                  <a:cubicBezTo>
                    <a:pt x="464" y="360"/>
                    <a:pt x="462" y="359"/>
                    <a:pt x="459" y="359"/>
                  </a:cubicBezTo>
                  <a:cubicBezTo>
                    <a:pt x="456" y="359"/>
                    <a:pt x="454" y="360"/>
                    <a:pt x="453" y="362"/>
                  </a:cubicBezTo>
                  <a:cubicBezTo>
                    <a:pt x="452" y="364"/>
                    <a:pt x="451" y="367"/>
                    <a:pt x="451" y="371"/>
                  </a:cubicBezTo>
                  <a:cubicBezTo>
                    <a:pt x="451" y="378"/>
                    <a:pt x="452" y="382"/>
                    <a:pt x="455" y="385"/>
                  </a:cubicBezTo>
                  <a:cubicBezTo>
                    <a:pt x="458" y="388"/>
                    <a:pt x="466" y="393"/>
                    <a:pt x="478" y="401"/>
                  </a:cubicBezTo>
                  <a:cubicBezTo>
                    <a:pt x="489" y="407"/>
                    <a:pt x="497" y="413"/>
                    <a:pt x="501" y="416"/>
                  </a:cubicBezTo>
                  <a:cubicBezTo>
                    <a:pt x="505" y="420"/>
                    <a:pt x="508" y="425"/>
                    <a:pt x="511" y="431"/>
                  </a:cubicBezTo>
                  <a:cubicBezTo>
                    <a:pt x="514" y="438"/>
                    <a:pt x="515" y="446"/>
                    <a:pt x="515" y="455"/>
                  </a:cubicBezTo>
                  <a:cubicBezTo>
                    <a:pt x="515" y="471"/>
                    <a:pt x="511" y="483"/>
                    <a:pt x="504" y="491"/>
                  </a:cubicBezTo>
                  <a:cubicBezTo>
                    <a:pt x="497" y="500"/>
                    <a:pt x="485" y="506"/>
                    <a:pt x="471" y="508"/>
                  </a:cubicBezTo>
                  <a:lnTo>
                    <a:pt x="471" y="524"/>
                  </a:lnTo>
                  <a:lnTo>
                    <a:pt x="451" y="524"/>
                  </a:lnTo>
                  <a:lnTo>
                    <a:pt x="451" y="507"/>
                  </a:lnTo>
                  <a:cubicBezTo>
                    <a:pt x="439" y="506"/>
                    <a:pt x="429" y="502"/>
                    <a:pt x="420" y="494"/>
                  </a:cubicBezTo>
                  <a:cubicBezTo>
                    <a:pt x="412" y="486"/>
                    <a:pt x="407" y="473"/>
                    <a:pt x="407" y="453"/>
                  </a:cubicBezTo>
                  <a:lnTo>
                    <a:pt x="407" y="445"/>
                  </a:lnTo>
                  <a:lnTo>
                    <a:pt x="451" y="445"/>
                  </a:lnTo>
                  <a:lnTo>
                    <a:pt x="451" y="456"/>
                  </a:lnTo>
                  <a:cubicBezTo>
                    <a:pt x="451" y="467"/>
                    <a:pt x="451" y="474"/>
                    <a:pt x="452" y="477"/>
                  </a:cubicBezTo>
                  <a:cubicBezTo>
                    <a:pt x="453" y="480"/>
                    <a:pt x="455" y="481"/>
                    <a:pt x="458" y="481"/>
                  </a:cubicBezTo>
                  <a:cubicBezTo>
                    <a:pt x="461" y="481"/>
                    <a:pt x="464" y="480"/>
                    <a:pt x="465" y="479"/>
                  </a:cubicBezTo>
                  <a:cubicBezTo>
                    <a:pt x="466" y="477"/>
                    <a:pt x="467" y="474"/>
                    <a:pt x="467" y="470"/>
                  </a:cubicBezTo>
                  <a:cubicBezTo>
                    <a:pt x="467" y="460"/>
                    <a:pt x="466" y="453"/>
                    <a:pt x="465" y="449"/>
                  </a:cubicBezTo>
                  <a:cubicBezTo>
                    <a:pt x="464" y="445"/>
                    <a:pt x="459" y="440"/>
                    <a:pt x="451" y="435"/>
                  </a:cubicBezTo>
                  <a:cubicBezTo>
                    <a:pt x="438" y="427"/>
                    <a:pt x="429" y="421"/>
                    <a:pt x="424" y="417"/>
                  </a:cubicBezTo>
                  <a:cubicBezTo>
                    <a:pt x="420" y="413"/>
                    <a:pt x="415" y="408"/>
                    <a:pt x="412" y="401"/>
                  </a:cubicBezTo>
                  <a:cubicBezTo>
                    <a:pt x="408" y="394"/>
                    <a:pt x="407" y="386"/>
                    <a:pt x="407" y="377"/>
                  </a:cubicBezTo>
                  <a:cubicBezTo>
                    <a:pt x="407" y="364"/>
                    <a:pt x="410" y="354"/>
                    <a:pt x="418" y="346"/>
                  </a:cubicBezTo>
                  <a:cubicBezTo>
                    <a:pt x="425" y="339"/>
                    <a:pt x="436" y="334"/>
                    <a:pt x="451" y="333"/>
                  </a:cubicBezTo>
                  <a:lnTo>
                    <a:pt x="451" y="319"/>
                  </a:lnTo>
                  <a:lnTo>
                    <a:pt x="471" y="319"/>
                  </a:lnTo>
                  <a:lnTo>
                    <a:pt x="471" y="333"/>
                  </a:lnTo>
                  <a:cubicBezTo>
                    <a:pt x="484" y="334"/>
                    <a:pt x="494" y="339"/>
                    <a:pt x="501" y="346"/>
                  </a:cubicBezTo>
                  <a:cubicBezTo>
                    <a:pt x="507" y="353"/>
                    <a:pt x="511" y="363"/>
                    <a:pt x="511" y="376"/>
                  </a:cubicBezTo>
                  <a:cubicBezTo>
                    <a:pt x="511" y="378"/>
                    <a:pt x="510" y="381"/>
                    <a:pt x="510" y="384"/>
                  </a:cubicBezTo>
                  <a:close/>
                  <a:moveTo>
                    <a:pt x="411" y="271"/>
                  </a:moveTo>
                  <a:lnTo>
                    <a:pt x="411" y="271"/>
                  </a:lnTo>
                  <a:lnTo>
                    <a:pt x="410" y="271"/>
                  </a:lnTo>
                  <a:lnTo>
                    <a:pt x="409" y="272"/>
                  </a:lnTo>
                  <a:lnTo>
                    <a:pt x="408" y="272"/>
                  </a:lnTo>
                  <a:lnTo>
                    <a:pt x="407" y="272"/>
                  </a:lnTo>
                  <a:lnTo>
                    <a:pt x="406" y="272"/>
                  </a:lnTo>
                  <a:lnTo>
                    <a:pt x="405" y="273"/>
                  </a:lnTo>
                  <a:lnTo>
                    <a:pt x="404" y="273"/>
                  </a:lnTo>
                  <a:lnTo>
                    <a:pt x="404" y="273"/>
                  </a:lnTo>
                  <a:lnTo>
                    <a:pt x="403" y="274"/>
                  </a:lnTo>
                  <a:lnTo>
                    <a:pt x="402" y="274"/>
                  </a:lnTo>
                  <a:lnTo>
                    <a:pt x="401" y="274"/>
                  </a:lnTo>
                  <a:lnTo>
                    <a:pt x="400" y="275"/>
                  </a:lnTo>
                  <a:lnTo>
                    <a:pt x="399" y="275"/>
                  </a:lnTo>
                  <a:lnTo>
                    <a:pt x="398" y="275"/>
                  </a:lnTo>
                  <a:lnTo>
                    <a:pt x="398" y="276"/>
                  </a:lnTo>
                  <a:lnTo>
                    <a:pt x="397" y="276"/>
                  </a:lnTo>
                  <a:lnTo>
                    <a:pt x="396" y="277"/>
                  </a:lnTo>
                  <a:lnTo>
                    <a:pt x="395" y="277"/>
                  </a:lnTo>
                  <a:lnTo>
                    <a:pt x="394" y="277"/>
                  </a:lnTo>
                  <a:lnTo>
                    <a:pt x="393" y="278"/>
                  </a:lnTo>
                  <a:lnTo>
                    <a:pt x="393" y="278"/>
                  </a:lnTo>
                  <a:lnTo>
                    <a:pt x="401" y="294"/>
                  </a:lnTo>
                  <a:lnTo>
                    <a:pt x="401" y="294"/>
                  </a:lnTo>
                  <a:lnTo>
                    <a:pt x="401" y="293"/>
                  </a:lnTo>
                  <a:lnTo>
                    <a:pt x="402" y="293"/>
                  </a:lnTo>
                  <a:lnTo>
                    <a:pt x="403" y="293"/>
                  </a:lnTo>
                  <a:lnTo>
                    <a:pt x="404" y="292"/>
                  </a:lnTo>
                  <a:lnTo>
                    <a:pt x="404" y="292"/>
                  </a:lnTo>
                  <a:lnTo>
                    <a:pt x="405" y="292"/>
                  </a:lnTo>
                  <a:lnTo>
                    <a:pt x="406" y="291"/>
                  </a:lnTo>
                  <a:lnTo>
                    <a:pt x="407" y="291"/>
                  </a:lnTo>
                  <a:lnTo>
                    <a:pt x="407" y="291"/>
                  </a:lnTo>
                  <a:lnTo>
                    <a:pt x="408" y="290"/>
                  </a:lnTo>
                  <a:lnTo>
                    <a:pt x="409" y="290"/>
                  </a:lnTo>
                  <a:lnTo>
                    <a:pt x="410" y="290"/>
                  </a:lnTo>
                  <a:lnTo>
                    <a:pt x="411" y="290"/>
                  </a:lnTo>
                  <a:lnTo>
                    <a:pt x="411" y="289"/>
                  </a:lnTo>
                  <a:lnTo>
                    <a:pt x="412" y="289"/>
                  </a:lnTo>
                  <a:lnTo>
                    <a:pt x="413" y="289"/>
                  </a:lnTo>
                  <a:lnTo>
                    <a:pt x="414" y="289"/>
                  </a:lnTo>
                  <a:lnTo>
                    <a:pt x="414" y="288"/>
                  </a:lnTo>
                  <a:lnTo>
                    <a:pt x="415" y="288"/>
                  </a:lnTo>
                  <a:lnTo>
                    <a:pt x="416" y="288"/>
                  </a:lnTo>
                  <a:lnTo>
                    <a:pt x="411" y="271"/>
                  </a:lnTo>
                  <a:close/>
                  <a:moveTo>
                    <a:pt x="361" y="297"/>
                  </a:moveTo>
                  <a:lnTo>
                    <a:pt x="361" y="297"/>
                  </a:lnTo>
                  <a:lnTo>
                    <a:pt x="361" y="298"/>
                  </a:lnTo>
                  <a:lnTo>
                    <a:pt x="360" y="298"/>
                  </a:lnTo>
                  <a:lnTo>
                    <a:pt x="360" y="299"/>
                  </a:lnTo>
                  <a:lnTo>
                    <a:pt x="359" y="299"/>
                  </a:lnTo>
                  <a:lnTo>
                    <a:pt x="358" y="300"/>
                  </a:lnTo>
                  <a:lnTo>
                    <a:pt x="358" y="301"/>
                  </a:lnTo>
                  <a:lnTo>
                    <a:pt x="357" y="301"/>
                  </a:lnTo>
                  <a:lnTo>
                    <a:pt x="356" y="302"/>
                  </a:lnTo>
                  <a:lnTo>
                    <a:pt x="356" y="302"/>
                  </a:lnTo>
                  <a:lnTo>
                    <a:pt x="355" y="303"/>
                  </a:lnTo>
                  <a:lnTo>
                    <a:pt x="354" y="304"/>
                  </a:lnTo>
                  <a:lnTo>
                    <a:pt x="354" y="304"/>
                  </a:lnTo>
                  <a:lnTo>
                    <a:pt x="353" y="305"/>
                  </a:lnTo>
                  <a:lnTo>
                    <a:pt x="352" y="305"/>
                  </a:lnTo>
                  <a:lnTo>
                    <a:pt x="352" y="306"/>
                  </a:lnTo>
                  <a:lnTo>
                    <a:pt x="351" y="307"/>
                  </a:lnTo>
                  <a:lnTo>
                    <a:pt x="350" y="307"/>
                  </a:lnTo>
                  <a:lnTo>
                    <a:pt x="350" y="308"/>
                  </a:lnTo>
                  <a:lnTo>
                    <a:pt x="349" y="309"/>
                  </a:lnTo>
                  <a:lnTo>
                    <a:pt x="348" y="309"/>
                  </a:lnTo>
                  <a:lnTo>
                    <a:pt x="348" y="310"/>
                  </a:lnTo>
                  <a:lnTo>
                    <a:pt x="360" y="322"/>
                  </a:lnTo>
                  <a:lnTo>
                    <a:pt x="361" y="322"/>
                  </a:lnTo>
                  <a:lnTo>
                    <a:pt x="361" y="321"/>
                  </a:lnTo>
                  <a:lnTo>
                    <a:pt x="362" y="320"/>
                  </a:lnTo>
                  <a:lnTo>
                    <a:pt x="362" y="320"/>
                  </a:lnTo>
                  <a:lnTo>
                    <a:pt x="363" y="319"/>
                  </a:lnTo>
                  <a:lnTo>
                    <a:pt x="364" y="319"/>
                  </a:lnTo>
                  <a:lnTo>
                    <a:pt x="364" y="318"/>
                  </a:lnTo>
                  <a:lnTo>
                    <a:pt x="365" y="318"/>
                  </a:lnTo>
                  <a:lnTo>
                    <a:pt x="365" y="317"/>
                  </a:lnTo>
                  <a:lnTo>
                    <a:pt x="366" y="317"/>
                  </a:lnTo>
                  <a:lnTo>
                    <a:pt x="367" y="316"/>
                  </a:lnTo>
                  <a:lnTo>
                    <a:pt x="367" y="316"/>
                  </a:lnTo>
                  <a:lnTo>
                    <a:pt x="368" y="315"/>
                  </a:lnTo>
                  <a:lnTo>
                    <a:pt x="368" y="314"/>
                  </a:lnTo>
                  <a:lnTo>
                    <a:pt x="369" y="314"/>
                  </a:lnTo>
                  <a:lnTo>
                    <a:pt x="370" y="313"/>
                  </a:lnTo>
                  <a:lnTo>
                    <a:pt x="370" y="313"/>
                  </a:lnTo>
                  <a:lnTo>
                    <a:pt x="371" y="312"/>
                  </a:lnTo>
                  <a:lnTo>
                    <a:pt x="372" y="312"/>
                  </a:lnTo>
                  <a:lnTo>
                    <a:pt x="372" y="311"/>
                  </a:lnTo>
                  <a:lnTo>
                    <a:pt x="373" y="311"/>
                  </a:lnTo>
                  <a:lnTo>
                    <a:pt x="361" y="297"/>
                  </a:lnTo>
                  <a:close/>
                  <a:moveTo>
                    <a:pt x="325" y="339"/>
                  </a:moveTo>
                  <a:lnTo>
                    <a:pt x="325" y="339"/>
                  </a:lnTo>
                  <a:lnTo>
                    <a:pt x="325" y="340"/>
                  </a:lnTo>
                  <a:lnTo>
                    <a:pt x="324" y="341"/>
                  </a:lnTo>
                  <a:lnTo>
                    <a:pt x="324" y="341"/>
                  </a:lnTo>
                  <a:lnTo>
                    <a:pt x="323" y="342"/>
                  </a:lnTo>
                  <a:lnTo>
                    <a:pt x="323" y="343"/>
                  </a:lnTo>
                  <a:lnTo>
                    <a:pt x="323" y="344"/>
                  </a:lnTo>
                  <a:lnTo>
                    <a:pt x="322" y="345"/>
                  </a:lnTo>
                  <a:lnTo>
                    <a:pt x="322" y="346"/>
                  </a:lnTo>
                  <a:lnTo>
                    <a:pt x="321" y="346"/>
                  </a:lnTo>
                  <a:lnTo>
                    <a:pt x="321" y="347"/>
                  </a:lnTo>
                  <a:lnTo>
                    <a:pt x="320" y="348"/>
                  </a:lnTo>
                  <a:lnTo>
                    <a:pt x="320" y="349"/>
                  </a:lnTo>
                  <a:lnTo>
                    <a:pt x="320" y="350"/>
                  </a:lnTo>
                  <a:lnTo>
                    <a:pt x="319" y="350"/>
                  </a:lnTo>
                  <a:lnTo>
                    <a:pt x="319" y="351"/>
                  </a:lnTo>
                  <a:lnTo>
                    <a:pt x="318" y="352"/>
                  </a:lnTo>
                  <a:lnTo>
                    <a:pt x="318" y="353"/>
                  </a:lnTo>
                  <a:lnTo>
                    <a:pt x="318" y="354"/>
                  </a:lnTo>
                  <a:lnTo>
                    <a:pt x="317" y="355"/>
                  </a:lnTo>
                  <a:lnTo>
                    <a:pt x="317" y="356"/>
                  </a:lnTo>
                  <a:lnTo>
                    <a:pt x="317" y="356"/>
                  </a:lnTo>
                  <a:lnTo>
                    <a:pt x="333" y="363"/>
                  </a:lnTo>
                  <a:lnTo>
                    <a:pt x="333" y="363"/>
                  </a:lnTo>
                  <a:lnTo>
                    <a:pt x="333" y="362"/>
                  </a:lnTo>
                  <a:lnTo>
                    <a:pt x="334" y="361"/>
                  </a:lnTo>
                  <a:lnTo>
                    <a:pt x="334" y="360"/>
                  </a:lnTo>
                  <a:lnTo>
                    <a:pt x="334" y="360"/>
                  </a:lnTo>
                  <a:lnTo>
                    <a:pt x="335" y="359"/>
                  </a:lnTo>
                  <a:lnTo>
                    <a:pt x="335" y="358"/>
                  </a:lnTo>
                  <a:lnTo>
                    <a:pt x="335" y="357"/>
                  </a:lnTo>
                  <a:lnTo>
                    <a:pt x="336" y="357"/>
                  </a:lnTo>
                  <a:lnTo>
                    <a:pt x="336" y="356"/>
                  </a:lnTo>
                  <a:lnTo>
                    <a:pt x="336" y="355"/>
                  </a:lnTo>
                  <a:lnTo>
                    <a:pt x="337" y="354"/>
                  </a:lnTo>
                  <a:lnTo>
                    <a:pt x="337" y="354"/>
                  </a:lnTo>
                  <a:lnTo>
                    <a:pt x="338" y="353"/>
                  </a:lnTo>
                  <a:lnTo>
                    <a:pt x="338" y="352"/>
                  </a:lnTo>
                  <a:lnTo>
                    <a:pt x="338" y="352"/>
                  </a:lnTo>
                  <a:lnTo>
                    <a:pt x="339" y="351"/>
                  </a:lnTo>
                  <a:lnTo>
                    <a:pt x="339" y="350"/>
                  </a:lnTo>
                  <a:lnTo>
                    <a:pt x="340" y="349"/>
                  </a:lnTo>
                  <a:lnTo>
                    <a:pt x="340" y="349"/>
                  </a:lnTo>
                  <a:lnTo>
                    <a:pt x="340" y="348"/>
                  </a:lnTo>
                  <a:lnTo>
                    <a:pt x="325" y="339"/>
                  </a:lnTo>
                  <a:close/>
                  <a:moveTo>
                    <a:pt x="306" y="392"/>
                  </a:moveTo>
                  <a:lnTo>
                    <a:pt x="306" y="392"/>
                  </a:lnTo>
                  <a:lnTo>
                    <a:pt x="306" y="393"/>
                  </a:lnTo>
                  <a:lnTo>
                    <a:pt x="306" y="394"/>
                  </a:lnTo>
                  <a:lnTo>
                    <a:pt x="306" y="395"/>
                  </a:lnTo>
                  <a:lnTo>
                    <a:pt x="306" y="396"/>
                  </a:lnTo>
                  <a:lnTo>
                    <a:pt x="305" y="396"/>
                  </a:lnTo>
                  <a:lnTo>
                    <a:pt x="305" y="397"/>
                  </a:lnTo>
                  <a:lnTo>
                    <a:pt x="305" y="398"/>
                  </a:lnTo>
                  <a:lnTo>
                    <a:pt x="305" y="399"/>
                  </a:lnTo>
                  <a:lnTo>
                    <a:pt x="305" y="400"/>
                  </a:lnTo>
                  <a:lnTo>
                    <a:pt x="305" y="401"/>
                  </a:lnTo>
                  <a:lnTo>
                    <a:pt x="305" y="402"/>
                  </a:lnTo>
                  <a:lnTo>
                    <a:pt x="305" y="403"/>
                  </a:lnTo>
                  <a:lnTo>
                    <a:pt x="305" y="404"/>
                  </a:lnTo>
                  <a:lnTo>
                    <a:pt x="304" y="405"/>
                  </a:lnTo>
                  <a:lnTo>
                    <a:pt x="304" y="406"/>
                  </a:lnTo>
                  <a:lnTo>
                    <a:pt x="304" y="407"/>
                  </a:lnTo>
                  <a:lnTo>
                    <a:pt x="304" y="408"/>
                  </a:lnTo>
                  <a:lnTo>
                    <a:pt x="304" y="409"/>
                  </a:lnTo>
                  <a:lnTo>
                    <a:pt x="304" y="410"/>
                  </a:lnTo>
                  <a:lnTo>
                    <a:pt x="304" y="410"/>
                  </a:lnTo>
                  <a:lnTo>
                    <a:pt x="322" y="411"/>
                  </a:lnTo>
                  <a:lnTo>
                    <a:pt x="322" y="411"/>
                  </a:lnTo>
                  <a:lnTo>
                    <a:pt x="322" y="410"/>
                  </a:lnTo>
                  <a:lnTo>
                    <a:pt x="322" y="409"/>
                  </a:lnTo>
                  <a:lnTo>
                    <a:pt x="322" y="408"/>
                  </a:lnTo>
                  <a:lnTo>
                    <a:pt x="322" y="407"/>
                  </a:lnTo>
                  <a:lnTo>
                    <a:pt x="322" y="406"/>
                  </a:lnTo>
                  <a:lnTo>
                    <a:pt x="322" y="406"/>
                  </a:lnTo>
                  <a:lnTo>
                    <a:pt x="322" y="405"/>
                  </a:lnTo>
                  <a:lnTo>
                    <a:pt x="322" y="404"/>
                  </a:lnTo>
                  <a:lnTo>
                    <a:pt x="322" y="403"/>
                  </a:lnTo>
                  <a:lnTo>
                    <a:pt x="322" y="402"/>
                  </a:lnTo>
                  <a:lnTo>
                    <a:pt x="323" y="401"/>
                  </a:lnTo>
                  <a:lnTo>
                    <a:pt x="323" y="400"/>
                  </a:lnTo>
                  <a:lnTo>
                    <a:pt x="323" y="400"/>
                  </a:lnTo>
                  <a:lnTo>
                    <a:pt x="323" y="399"/>
                  </a:lnTo>
                  <a:lnTo>
                    <a:pt x="323" y="398"/>
                  </a:lnTo>
                  <a:lnTo>
                    <a:pt x="323" y="397"/>
                  </a:lnTo>
                  <a:lnTo>
                    <a:pt x="323" y="396"/>
                  </a:lnTo>
                  <a:lnTo>
                    <a:pt x="323" y="395"/>
                  </a:lnTo>
                  <a:lnTo>
                    <a:pt x="323" y="395"/>
                  </a:lnTo>
                  <a:lnTo>
                    <a:pt x="306" y="392"/>
                  </a:lnTo>
                  <a:close/>
                  <a:moveTo>
                    <a:pt x="307" y="447"/>
                  </a:moveTo>
                  <a:lnTo>
                    <a:pt x="307" y="447"/>
                  </a:lnTo>
                  <a:lnTo>
                    <a:pt x="307" y="448"/>
                  </a:lnTo>
                  <a:lnTo>
                    <a:pt x="307" y="449"/>
                  </a:lnTo>
                  <a:lnTo>
                    <a:pt x="308" y="450"/>
                  </a:lnTo>
                  <a:lnTo>
                    <a:pt x="308" y="451"/>
                  </a:lnTo>
                  <a:lnTo>
                    <a:pt x="308" y="451"/>
                  </a:lnTo>
                  <a:lnTo>
                    <a:pt x="308" y="452"/>
                  </a:lnTo>
                  <a:lnTo>
                    <a:pt x="308" y="453"/>
                  </a:lnTo>
                  <a:lnTo>
                    <a:pt x="309" y="454"/>
                  </a:lnTo>
                  <a:lnTo>
                    <a:pt x="309" y="455"/>
                  </a:lnTo>
                  <a:lnTo>
                    <a:pt x="309" y="456"/>
                  </a:lnTo>
                  <a:lnTo>
                    <a:pt x="309" y="457"/>
                  </a:lnTo>
                  <a:lnTo>
                    <a:pt x="310" y="458"/>
                  </a:lnTo>
                  <a:lnTo>
                    <a:pt x="310" y="459"/>
                  </a:lnTo>
                  <a:lnTo>
                    <a:pt x="310" y="460"/>
                  </a:lnTo>
                  <a:lnTo>
                    <a:pt x="310" y="461"/>
                  </a:lnTo>
                  <a:lnTo>
                    <a:pt x="311" y="461"/>
                  </a:lnTo>
                  <a:lnTo>
                    <a:pt x="311" y="462"/>
                  </a:lnTo>
                  <a:lnTo>
                    <a:pt x="311" y="463"/>
                  </a:lnTo>
                  <a:lnTo>
                    <a:pt x="311" y="464"/>
                  </a:lnTo>
                  <a:lnTo>
                    <a:pt x="312" y="465"/>
                  </a:lnTo>
                  <a:lnTo>
                    <a:pt x="312" y="466"/>
                  </a:lnTo>
                  <a:lnTo>
                    <a:pt x="329" y="460"/>
                  </a:lnTo>
                  <a:lnTo>
                    <a:pt x="328" y="460"/>
                  </a:lnTo>
                  <a:lnTo>
                    <a:pt x="328" y="459"/>
                  </a:lnTo>
                  <a:lnTo>
                    <a:pt x="328" y="458"/>
                  </a:lnTo>
                  <a:lnTo>
                    <a:pt x="328" y="457"/>
                  </a:lnTo>
                  <a:lnTo>
                    <a:pt x="327" y="456"/>
                  </a:lnTo>
                  <a:lnTo>
                    <a:pt x="327" y="456"/>
                  </a:lnTo>
                  <a:lnTo>
                    <a:pt x="327" y="455"/>
                  </a:lnTo>
                  <a:lnTo>
                    <a:pt x="327" y="454"/>
                  </a:lnTo>
                  <a:lnTo>
                    <a:pt x="327" y="453"/>
                  </a:lnTo>
                  <a:lnTo>
                    <a:pt x="326" y="452"/>
                  </a:lnTo>
                  <a:lnTo>
                    <a:pt x="326" y="452"/>
                  </a:lnTo>
                  <a:lnTo>
                    <a:pt x="326" y="451"/>
                  </a:lnTo>
                  <a:lnTo>
                    <a:pt x="326" y="450"/>
                  </a:lnTo>
                  <a:lnTo>
                    <a:pt x="325" y="449"/>
                  </a:lnTo>
                  <a:lnTo>
                    <a:pt x="325" y="448"/>
                  </a:lnTo>
                  <a:lnTo>
                    <a:pt x="325" y="447"/>
                  </a:lnTo>
                  <a:lnTo>
                    <a:pt x="325" y="447"/>
                  </a:lnTo>
                  <a:lnTo>
                    <a:pt x="325" y="446"/>
                  </a:lnTo>
                  <a:lnTo>
                    <a:pt x="325" y="445"/>
                  </a:lnTo>
                  <a:lnTo>
                    <a:pt x="324" y="444"/>
                  </a:lnTo>
                  <a:lnTo>
                    <a:pt x="324" y="444"/>
                  </a:lnTo>
                  <a:lnTo>
                    <a:pt x="307" y="447"/>
                  </a:lnTo>
                  <a:close/>
                  <a:moveTo>
                    <a:pt x="328" y="499"/>
                  </a:moveTo>
                  <a:lnTo>
                    <a:pt x="328" y="499"/>
                  </a:lnTo>
                  <a:lnTo>
                    <a:pt x="328" y="499"/>
                  </a:lnTo>
                  <a:lnTo>
                    <a:pt x="329" y="500"/>
                  </a:lnTo>
                  <a:lnTo>
                    <a:pt x="329" y="501"/>
                  </a:lnTo>
                  <a:lnTo>
                    <a:pt x="330" y="502"/>
                  </a:lnTo>
                  <a:lnTo>
                    <a:pt x="330" y="503"/>
                  </a:lnTo>
                  <a:lnTo>
                    <a:pt x="331" y="503"/>
                  </a:lnTo>
                  <a:lnTo>
                    <a:pt x="331" y="504"/>
                  </a:lnTo>
                  <a:lnTo>
                    <a:pt x="332" y="505"/>
                  </a:lnTo>
                  <a:lnTo>
                    <a:pt x="332" y="506"/>
                  </a:lnTo>
                  <a:lnTo>
                    <a:pt x="333" y="506"/>
                  </a:lnTo>
                  <a:lnTo>
                    <a:pt x="333" y="507"/>
                  </a:lnTo>
                  <a:lnTo>
                    <a:pt x="334" y="508"/>
                  </a:lnTo>
                  <a:lnTo>
                    <a:pt x="334" y="509"/>
                  </a:lnTo>
                  <a:lnTo>
                    <a:pt x="335" y="509"/>
                  </a:lnTo>
                  <a:lnTo>
                    <a:pt x="336" y="510"/>
                  </a:lnTo>
                  <a:lnTo>
                    <a:pt x="336" y="511"/>
                  </a:lnTo>
                  <a:lnTo>
                    <a:pt x="337" y="511"/>
                  </a:lnTo>
                  <a:lnTo>
                    <a:pt x="337" y="512"/>
                  </a:lnTo>
                  <a:lnTo>
                    <a:pt x="338" y="513"/>
                  </a:lnTo>
                  <a:lnTo>
                    <a:pt x="338" y="514"/>
                  </a:lnTo>
                  <a:lnTo>
                    <a:pt x="339" y="514"/>
                  </a:lnTo>
                  <a:lnTo>
                    <a:pt x="353" y="503"/>
                  </a:lnTo>
                  <a:lnTo>
                    <a:pt x="352" y="502"/>
                  </a:lnTo>
                  <a:lnTo>
                    <a:pt x="352" y="502"/>
                  </a:lnTo>
                  <a:lnTo>
                    <a:pt x="351" y="501"/>
                  </a:lnTo>
                  <a:lnTo>
                    <a:pt x="351" y="501"/>
                  </a:lnTo>
                  <a:lnTo>
                    <a:pt x="350" y="500"/>
                  </a:lnTo>
                  <a:lnTo>
                    <a:pt x="350" y="499"/>
                  </a:lnTo>
                  <a:lnTo>
                    <a:pt x="349" y="499"/>
                  </a:lnTo>
                  <a:lnTo>
                    <a:pt x="349" y="498"/>
                  </a:lnTo>
                  <a:lnTo>
                    <a:pt x="348" y="497"/>
                  </a:lnTo>
                  <a:lnTo>
                    <a:pt x="348" y="497"/>
                  </a:lnTo>
                  <a:lnTo>
                    <a:pt x="347" y="496"/>
                  </a:lnTo>
                  <a:lnTo>
                    <a:pt x="347" y="495"/>
                  </a:lnTo>
                  <a:lnTo>
                    <a:pt x="346" y="495"/>
                  </a:lnTo>
                  <a:lnTo>
                    <a:pt x="346" y="494"/>
                  </a:lnTo>
                  <a:lnTo>
                    <a:pt x="345" y="493"/>
                  </a:lnTo>
                  <a:lnTo>
                    <a:pt x="345" y="493"/>
                  </a:lnTo>
                  <a:lnTo>
                    <a:pt x="344" y="492"/>
                  </a:lnTo>
                  <a:lnTo>
                    <a:pt x="344" y="491"/>
                  </a:lnTo>
                  <a:lnTo>
                    <a:pt x="343" y="491"/>
                  </a:lnTo>
                  <a:lnTo>
                    <a:pt x="343" y="490"/>
                  </a:lnTo>
                  <a:lnTo>
                    <a:pt x="343" y="490"/>
                  </a:lnTo>
                  <a:lnTo>
                    <a:pt x="328" y="499"/>
                  </a:lnTo>
                  <a:close/>
                  <a:moveTo>
                    <a:pt x="366" y="540"/>
                  </a:moveTo>
                  <a:lnTo>
                    <a:pt x="366" y="540"/>
                  </a:lnTo>
                  <a:lnTo>
                    <a:pt x="366" y="540"/>
                  </a:lnTo>
                  <a:lnTo>
                    <a:pt x="367" y="541"/>
                  </a:lnTo>
                  <a:lnTo>
                    <a:pt x="368" y="541"/>
                  </a:lnTo>
                  <a:lnTo>
                    <a:pt x="369" y="542"/>
                  </a:lnTo>
                  <a:lnTo>
                    <a:pt x="369" y="542"/>
                  </a:lnTo>
                  <a:lnTo>
                    <a:pt x="370" y="543"/>
                  </a:lnTo>
                  <a:lnTo>
                    <a:pt x="371" y="543"/>
                  </a:lnTo>
                  <a:lnTo>
                    <a:pt x="372" y="544"/>
                  </a:lnTo>
                  <a:lnTo>
                    <a:pt x="372" y="544"/>
                  </a:lnTo>
                  <a:lnTo>
                    <a:pt x="373" y="545"/>
                  </a:lnTo>
                  <a:lnTo>
                    <a:pt x="374" y="545"/>
                  </a:lnTo>
                  <a:lnTo>
                    <a:pt x="375" y="546"/>
                  </a:lnTo>
                  <a:lnTo>
                    <a:pt x="375" y="546"/>
                  </a:lnTo>
                  <a:lnTo>
                    <a:pt x="376" y="547"/>
                  </a:lnTo>
                  <a:lnTo>
                    <a:pt x="377" y="547"/>
                  </a:lnTo>
                  <a:lnTo>
                    <a:pt x="378" y="548"/>
                  </a:lnTo>
                  <a:lnTo>
                    <a:pt x="379" y="548"/>
                  </a:lnTo>
                  <a:lnTo>
                    <a:pt x="379" y="549"/>
                  </a:lnTo>
                  <a:lnTo>
                    <a:pt x="380" y="549"/>
                  </a:lnTo>
                  <a:lnTo>
                    <a:pt x="381" y="550"/>
                  </a:lnTo>
                  <a:lnTo>
                    <a:pt x="382" y="550"/>
                  </a:lnTo>
                  <a:lnTo>
                    <a:pt x="390" y="535"/>
                  </a:lnTo>
                  <a:lnTo>
                    <a:pt x="390" y="534"/>
                  </a:lnTo>
                  <a:lnTo>
                    <a:pt x="389" y="534"/>
                  </a:lnTo>
                  <a:lnTo>
                    <a:pt x="388" y="534"/>
                  </a:lnTo>
                  <a:lnTo>
                    <a:pt x="388" y="533"/>
                  </a:lnTo>
                  <a:lnTo>
                    <a:pt x="387" y="533"/>
                  </a:lnTo>
                  <a:lnTo>
                    <a:pt x="386" y="532"/>
                  </a:lnTo>
                  <a:lnTo>
                    <a:pt x="385" y="532"/>
                  </a:lnTo>
                  <a:lnTo>
                    <a:pt x="385" y="531"/>
                  </a:lnTo>
                  <a:lnTo>
                    <a:pt x="384" y="531"/>
                  </a:lnTo>
                  <a:lnTo>
                    <a:pt x="383" y="531"/>
                  </a:lnTo>
                  <a:lnTo>
                    <a:pt x="383" y="530"/>
                  </a:lnTo>
                  <a:lnTo>
                    <a:pt x="382" y="530"/>
                  </a:lnTo>
                  <a:lnTo>
                    <a:pt x="381" y="529"/>
                  </a:lnTo>
                  <a:lnTo>
                    <a:pt x="381" y="529"/>
                  </a:lnTo>
                  <a:lnTo>
                    <a:pt x="380" y="528"/>
                  </a:lnTo>
                  <a:lnTo>
                    <a:pt x="379" y="528"/>
                  </a:lnTo>
                  <a:lnTo>
                    <a:pt x="379" y="527"/>
                  </a:lnTo>
                  <a:lnTo>
                    <a:pt x="378" y="527"/>
                  </a:lnTo>
                  <a:lnTo>
                    <a:pt x="377" y="526"/>
                  </a:lnTo>
                  <a:lnTo>
                    <a:pt x="377" y="526"/>
                  </a:lnTo>
                  <a:lnTo>
                    <a:pt x="376" y="526"/>
                  </a:lnTo>
                  <a:lnTo>
                    <a:pt x="366" y="540"/>
                  </a:lnTo>
                  <a:close/>
                  <a:moveTo>
                    <a:pt x="416" y="564"/>
                  </a:moveTo>
                  <a:lnTo>
                    <a:pt x="416" y="564"/>
                  </a:lnTo>
                  <a:lnTo>
                    <a:pt x="416" y="564"/>
                  </a:lnTo>
                  <a:lnTo>
                    <a:pt x="417" y="565"/>
                  </a:lnTo>
                  <a:lnTo>
                    <a:pt x="418" y="565"/>
                  </a:lnTo>
                  <a:lnTo>
                    <a:pt x="419" y="565"/>
                  </a:lnTo>
                  <a:lnTo>
                    <a:pt x="420" y="565"/>
                  </a:lnTo>
                  <a:lnTo>
                    <a:pt x="421" y="566"/>
                  </a:lnTo>
                  <a:lnTo>
                    <a:pt x="422" y="566"/>
                  </a:lnTo>
                  <a:lnTo>
                    <a:pt x="423" y="566"/>
                  </a:lnTo>
                  <a:lnTo>
                    <a:pt x="424" y="566"/>
                  </a:lnTo>
                  <a:lnTo>
                    <a:pt x="424" y="567"/>
                  </a:lnTo>
                  <a:lnTo>
                    <a:pt x="425" y="567"/>
                  </a:lnTo>
                  <a:lnTo>
                    <a:pt x="426" y="567"/>
                  </a:lnTo>
                  <a:lnTo>
                    <a:pt x="427" y="567"/>
                  </a:lnTo>
                  <a:lnTo>
                    <a:pt x="428" y="567"/>
                  </a:lnTo>
                  <a:lnTo>
                    <a:pt x="429" y="567"/>
                  </a:lnTo>
                  <a:lnTo>
                    <a:pt x="430" y="568"/>
                  </a:lnTo>
                  <a:lnTo>
                    <a:pt x="431" y="568"/>
                  </a:lnTo>
                  <a:lnTo>
                    <a:pt x="432" y="568"/>
                  </a:lnTo>
                  <a:lnTo>
                    <a:pt x="433" y="568"/>
                  </a:lnTo>
                  <a:lnTo>
                    <a:pt x="434" y="568"/>
                  </a:lnTo>
                  <a:lnTo>
                    <a:pt x="434" y="568"/>
                  </a:lnTo>
                  <a:lnTo>
                    <a:pt x="437" y="551"/>
                  </a:lnTo>
                  <a:lnTo>
                    <a:pt x="437" y="551"/>
                  </a:lnTo>
                  <a:lnTo>
                    <a:pt x="436" y="551"/>
                  </a:lnTo>
                  <a:lnTo>
                    <a:pt x="435" y="551"/>
                  </a:lnTo>
                  <a:lnTo>
                    <a:pt x="434" y="550"/>
                  </a:lnTo>
                  <a:lnTo>
                    <a:pt x="433" y="550"/>
                  </a:lnTo>
                  <a:lnTo>
                    <a:pt x="432" y="550"/>
                  </a:lnTo>
                  <a:lnTo>
                    <a:pt x="431" y="550"/>
                  </a:lnTo>
                  <a:lnTo>
                    <a:pt x="431" y="550"/>
                  </a:lnTo>
                  <a:lnTo>
                    <a:pt x="430" y="550"/>
                  </a:lnTo>
                  <a:lnTo>
                    <a:pt x="429" y="549"/>
                  </a:lnTo>
                  <a:lnTo>
                    <a:pt x="428" y="549"/>
                  </a:lnTo>
                  <a:lnTo>
                    <a:pt x="427" y="549"/>
                  </a:lnTo>
                  <a:lnTo>
                    <a:pt x="427" y="549"/>
                  </a:lnTo>
                  <a:lnTo>
                    <a:pt x="426" y="549"/>
                  </a:lnTo>
                  <a:lnTo>
                    <a:pt x="425" y="549"/>
                  </a:lnTo>
                  <a:lnTo>
                    <a:pt x="424" y="548"/>
                  </a:lnTo>
                  <a:lnTo>
                    <a:pt x="423" y="548"/>
                  </a:lnTo>
                  <a:lnTo>
                    <a:pt x="422" y="548"/>
                  </a:lnTo>
                  <a:lnTo>
                    <a:pt x="422" y="548"/>
                  </a:lnTo>
                  <a:lnTo>
                    <a:pt x="421" y="548"/>
                  </a:lnTo>
                  <a:lnTo>
                    <a:pt x="421" y="547"/>
                  </a:lnTo>
                  <a:lnTo>
                    <a:pt x="416" y="564"/>
                  </a:lnTo>
                  <a:close/>
                  <a:moveTo>
                    <a:pt x="471" y="569"/>
                  </a:moveTo>
                  <a:lnTo>
                    <a:pt x="471" y="569"/>
                  </a:lnTo>
                  <a:lnTo>
                    <a:pt x="472" y="569"/>
                  </a:lnTo>
                  <a:lnTo>
                    <a:pt x="473" y="569"/>
                  </a:lnTo>
                  <a:lnTo>
                    <a:pt x="474" y="569"/>
                  </a:lnTo>
                  <a:lnTo>
                    <a:pt x="475" y="569"/>
                  </a:lnTo>
                  <a:lnTo>
                    <a:pt x="476" y="569"/>
                  </a:lnTo>
                  <a:lnTo>
                    <a:pt x="477" y="569"/>
                  </a:lnTo>
                  <a:lnTo>
                    <a:pt x="478" y="569"/>
                  </a:lnTo>
                  <a:lnTo>
                    <a:pt x="479" y="569"/>
                  </a:lnTo>
                  <a:lnTo>
                    <a:pt x="480" y="568"/>
                  </a:lnTo>
                  <a:lnTo>
                    <a:pt x="480" y="568"/>
                  </a:lnTo>
                  <a:lnTo>
                    <a:pt x="481" y="568"/>
                  </a:lnTo>
                  <a:lnTo>
                    <a:pt x="482" y="568"/>
                  </a:lnTo>
                  <a:lnTo>
                    <a:pt x="483" y="568"/>
                  </a:lnTo>
                  <a:lnTo>
                    <a:pt x="484" y="568"/>
                  </a:lnTo>
                  <a:lnTo>
                    <a:pt x="485" y="567"/>
                  </a:lnTo>
                  <a:lnTo>
                    <a:pt x="486" y="567"/>
                  </a:lnTo>
                  <a:lnTo>
                    <a:pt x="487" y="567"/>
                  </a:lnTo>
                  <a:lnTo>
                    <a:pt x="488" y="567"/>
                  </a:lnTo>
                  <a:lnTo>
                    <a:pt x="489" y="567"/>
                  </a:lnTo>
                  <a:lnTo>
                    <a:pt x="490" y="567"/>
                  </a:lnTo>
                  <a:lnTo>
                    <a:pt x="490" y="567"/>
                  </a:lnTo>
                  <a:lnTo>
                    <a:pt x="486" y="549"/>
                  </a:lnTo>
                  <a:lnTo>
                    <a:pt x="486" y="549"/>
                  </a:lnTo>
                  <a:lnTo>
                    <a:pt x="485" y="549"/>
                  </a:lnTo>
                  <a:lnTo>
                    <a:pt x="484" y="550"/>
                  </a:lnTo>
                  <a:lnTo>
                    <a:pt x="484" y="550"/>
                  </a:lnTo>
                  <a:lnTo>
                    <a:pt x="483" y="550"/>
                  </a:lnTo>
                  <a:lnTo>
                    <a:pt x="482" y="550"/>
                  </a:lnTo>
                  <a:lnTo>
                    <a:pt x="481" y="550"/>
                  </a:lnTo>
                  <a:lnTo>
                    <a:pt x="480" y="550"/>
                  </a:lnTo>
                  <a:lnTo>
                    <a:pt x="479" y="551"/>
                  </a:lnTo>
                  <a:lnTo>
                    <a:pt x="479" y="551"/>
                  </a:lnTo>
                  <a:lnTo>
                    <a:pt x="478" y="551"/>
                  </a:lnTo>
                  <a:lnTo>
                    <a:pt x="477" y="551"/>
                  </a:lnTo>
                  <a:lnTo>
                    <a:pt x="476" y="551"/>
                  </a:lnTo>
                  <a:lnTo>
                    <a:pt x="475" y="551"/>
                  </a:lnTo>
                  <a:lnTo>
                    <a:pt x="474" y="551"/>
                  </a:lnTo>
                  <a:lnTo>
                    <a:pt x="474" y="551"/>
                  </a:lnTo>
                  <a:lnTo>
                    <a:pt x="473" y="552"/>
                  </a:lnTo>
                  <a:lnTo>
                    <a:pt x="472" y="552"/>
                  </a:lnTo>
                  <a:lnTo>
                    <a:pt x="471" y="552"/>
                  </a:lnTo>
                  <a:lnTo>
                    <a:pt x="470" y="552"/>
                  </a:lnTo>
                  <a:lnTo>
                    <a:pt x="470" y="552"/>
                  </a:lnTo>
                  <a:lnTo>
                    <a:pt x="471" y="569"/>
                  </a:lnTo>
                  <a:close/>
                  <a:moveTo>
                    <a:pt x="525" y="554"/>
                  </a:moveTo>
                  <a:lnTo>
                    <a:pt x="525" y="554"/>
                  </a:lnTo>
                  <a:lnTo>
                    <a:pt x="525" y="554"/>
                  </a:lnTo>
                  <a:lnTo>
                    <a:pt x="526" y="554"/>
                  </a:lnTo>
                  <a:lnTo>
                    <a:pt x="527" y="553"/>
                  </a:lnTo>
                  <a:lnTo>
                    <a:pt x="528" y="553"/>
                  </a:lnTo>
                  <a:lnTo>
                    <a:pt x="528" y="552"/>
                  </a:lnTo>
                  <a:lnTo>
                    <a:pt x="529" y="552"/>
                  </a:lnTo>
                  <a:lnTo>
                    <a:pt x="530" y="552"/>
                  </a:lnTo>
                  <a:lnTo>
                    <a:pt x="531" y="551"/>
                  </a:lnTo>
                  <a:lnTo>
                    <a:pt x="532" y="551"/>
                  </a:lnTo>
                  <a:lnTo>
                    <a:pt x="533" y="550"/>
                  </a:lnTo>
                  <a:lnTo>
                    <a:pt x="533" y="550"/>
                  </a:lnTo>
                  <a:lnTo>
                    <a:pt x="534" y="549"/>
                  </a:lnTo>
                  <a:lnTo>
                    <a:pt x="535" y="549"/>
                  </a:lnTo>
                  <a:lnTo>
                    <a:pt x="536" y="548"/>
                  </a:lnTo>
                  <a:lnTo>
                    <a:pt x="537" y="548"/>
                  </a:lnTo>
                  <a:lnTo>
                    <a:pt x="537" y="547"/>
                  </a:lnTo>
                  <a:lnTo>
                    <a:pt x="538" y="547"/>
                  </a:lnTo>
                  <a:lnTo>
                    <a:pt x="539" y="546"/>
                  </a:lnTo>
                  <a:lnTo>
                    <a:pt x="540" y="546"/>
                  </a:lnTo>
                  <a:lnTo>
                    <a:pt x="540" y="545"/>
                  </a:lnTo>
                  <a:lnTo>
                    <a:pt x="541" y="545"/>
                  </a:lnTo>
                  <a:lnTo>
                    <a:pt x="532" y="530"/>
                  </a:lnTo>
                  <a:lnTo>
                    <a:pt x="531" y="531"/>
                  </a:lnTo>
                  <a:lnTo>
                    <a:pt x="530" y="531"/>
                  </a:lnTo>
                  <a:lnTo>
                    <a:pt x="529" y="531"/>
                  </a:lnTo>
                  <a:lnTo>
                    <a:pt x="529" y="532"/>
                  </a:lnTo>
                  <a:lnTo>
                    <a:pt x="528" y="532"/>
                  </a:lnTo>
                  <a:lnTo>
                    <a:pt x="527" y="533"/>
                  </a:lnTo>
                  <a:lnTo>
                    <a:pt x="527" y="533"/>
                  </a:lnTo>
                  <a:lnTo>
                    <a:pt x="526" y="534"/>
                  </a:lnTo>
                  <a:lnTo>
                    <a:pt x="525" y="534"/>
                  </a:lnTo>
                  <a:lnTo>
                    <a:pt x="525" y="534"/>
                  </a:lnTo>
                  <a:lnTo>
                    <a:pt x="524" y="535"/>
                  </a:lnTo>
                  <a:lnTo>
                    <a:pt x="523" y="535"/>
                  </a:lnTo>
                  <a:lnTo>
                    <a:pt x="522" y="536"/>
                  </a:lnTo>
                  <a:lnTo>
                    <a:pt x="522" y="536"/>
                  </a:lnTo>
                  <a:lnTo>
                    <a:pt x="521" y="536"/>
                  </a:lnTo>
                  <a:lnTo>
                    <a:pt x="520" y="537"/>
                  </a:lnTo>
                  <a:lnTo>
                    <a:pt x="520" y="537"/>
                  </a:lnTo>
                  <a:lnTo>
                    <a:pt x="519" y="538"/>
                  </a:lnTo>
                  <a:lnTo>
                    <a:pt x="518" y="538"/>
                  </a:lnTo>
                  <a:lnTo>
                    <a:pt x="517" y="538"/>
                  </a:lnTo>
                  <a:lnTo>
                    <a:pt x="517" y="538"/>
                  </a:lnTo>
                  <a:lnTo>
                    <a:pt x="525" y="554"/>
                  </a:lnTo>
                  <a:close/>
                  <a:moveTo>
                    <a:pt x="570" y="521"/>
                  </a:moveTo>
                  <a:lnTo>
                    <a:pt x="570" y="521"/>
                  </a:lnTo>
                  <a:lnTo>
                    <a:pt x="570" y="521"/>
                  </a:lnTo>
                  <a:lnTo>
                    <a:pt x="570" y="520"/>
                  </a:lnTo>
                  <a:lnTo>
                    <a:pt x="571" y="519"/>
                  </a:lnTo>
                  <a:lnTo>
                    <a:pt x="572" y="518"/>
                  </a:lnTo>
                  <a:lnTo>
                    <a:pt x="572" y="518"/>
                  </a:lnTo>
                  <a:lnTo>
                    <a:pt x="573" y="517"/>
                  </a:lnTo>
                  <a:lnTo>
                    <a:pt x="574" y="516"/>
                  </a:lnTo>
                  <a:lnTo>
                    <a:pt x="574" y="516"/>
                  </a:lnTo>
                  <a:lnTo>
                    <a:pt x="575" y="515"/>
                  </a:lnTo>
                  <a:lnTo>
                    <a:pt x="575" y="514"/>
                  </a:lnTo>
                  <a:lnTo>
                    <a:pt x="576" y="514"/>
                  </a:lnTo>
                  <a:lnTo>
                    <a:pt x="576" y="513"/>
                  </a:lnTo>
                  <a:lnTo>
                    <a:pt x="577" y="512"/>
                  </a:lnTo>
                  <a:lnTo>
                    <a:pt x="578" y="511"/>
                  </a:lnTo>
                  <a:lnTo>
                    <a:pt x="578" y="511"/>
                  </a:lnTo>
                  <a:lnTo>
                    <a:pt x="579" y="510"/>
                  </a:lnTo>
                  <a:lnTo>
                    <a:pt x="579" y="509"/>
                  </a:lnTo>
                  <a:lnTo>
                    <a:pt x="580" y="509"/>
                  </a:lnTo>
                  <a:lnTo>
                    <a:pt x="580" y="508"/>
                  </a:lnTo>
                  <a:lnTo>
                    <a:pt x="581" y="507"/>
                  </a:lnTo>
                  <a:lnTo>
                    <a:pt x="581" y="506"/>
                  </a:lnTo>
                  <a:lnTo>
                    <a:pt x="567" y="496"/>
                  </a:lnTo>
                  <a:lnTo>
                    <a:pt x="567" y="497"/>
                  </a:lnTo>
                  <a:lnTo>
                    <a:pt x="566" y="497"/>
                  </a:lnTo>
                  <a:lnTo>
                    <a:pt x="566" y="498"/>
                  </a:lnTo>
                  <a:lnTo>
                    <a:pt x="565" y="499"/>
                  </a:lnTo>
                  <a:lnTo>
                    <a:pt x="565" y="499"/>
                  </a:lnTo>
                  <a:lnTo>
                    <a:pt x="564" y="500"/>
                  </a:lnTo>
                  <a:lnTo>
                    <a:pt x="564" y="501"/>
                  </a:lnTo>
                  <a:lnTo>
                    <a:pt x="563" y="501"/>
                  </a:lnTo>
                  <a:lnTo>
                    <a:pt x="563" y="502"/>
                  </a:lnTo>
                  <a:lnTo>
                    <a:pt x="562" y="502"/>
                  </a:lnTo>
                  <a:lnTo>
                    <a:pt x="562" y="503"/>
                  </a:lnTo>
                  <a:lnTo>
                    <a:pt x="561" y="504"/>
                  </a:lnTo>
                  <a:lnTo>
                    <a:pt x="561" y="504"/>
                  </a:lnTo>
                  <a:lnTo>
                    <a:pt x="560" y="505"/>
                  </a:lnTo>
                  <a:lnTo>
                    <a:pt x="560" y="506"/>
                  </a:lnTo>
                  <a:lnTo>
                    <a:pt x="559" y="506"/>
                  </a:lnTo>
                  <a:lnTo>
                    <a:pt x="559" y="507"/>
                  </a:lnTo>
                  <a:lnTo>
                    <a:pt x="558" y="507"/>
                  </a:lnTo>
                  <a:lnTo>
                    <a:pt x="557" y="508"/>
                  </a:lnTo>
                  <a:lnTo>
                    <a:pt x="557" y="509"/>
                  </a:lnTo>
                  <a:lnTo>
                    <a:pt x="557" y="509"/>
                  </a:lnTo>
                  <a:lnTo>
                    <a:pt x="570" y="521"/>
                  </a:lnTo>
                  <a:close/>
                  <a:moveTo>
                    <a:pt x="599" y="474"/>
                  </a:moveTo>
                  <a:lnTo>
                    <a:pt x="599" y="474"/>
                  </a:lnTo>
                  <a:lnTo>
                    <a:pt x="600" y="473"/>
                  </a:lnTo>
                  <a:lnTo>
                    <a:pt x="600" y="472"/>
                  </a:lnTo>
                  <a:lnTo>
                    <a:pt x="600" y="471"/>
                  </a:lnTo>
                  <a:lnTo>
                    <a:pt x="601" y="470"/>
                  </a:lnTo>
                  <a:lnTo>
                    <a:pt x="601" y="470"/>
                  </a:lnTo>
                  <a:lnTo>
                    <a:pt x="601" y="469"/>
                  </a:lnTo>
                  <a:lnTo>
                    <a:pt x="602" y="468"/>
                  </a:lnTo>
                  <a:lnTo>
                    <a:pt x="602" y="467"/>
                  </a:lnTo>
                  <a:lnTo>
                    <a:pt x="602" y="466"/>
                  </a:lnTo>
                  <a:lnTo>
                    <a:pt x="603" y="465"/>
                  </a:lnTo>
                  <a:lnTo>
                    <a:pt x="603" y="464"/>
                  </a:lnTo>
                  <a:lnTo>
                    <a:pt x="603" y="463"/>
                  </a:lnTo>
                  <a:lnTo>
                    <a:pt x="603" y="462"/>
                  </a:lnTo>
                  <a:lnTo>
                    <a:pt x="604" y="461"/>
                  </a:lnTo>
                  <a:lnTo>
                    <a:pt x="604" y="461"/>
                  </a:lnTo>
                  <a:lnTo>
                    <a:pt x="604" y="460"/>
                  </a:lnTo>
                  <a:lnTo>
                    <a:pt x="604" y="459"/>
                  </a:lnTo>
                  <a:lnTo>
                    <a:pt x="605" y="458"/>
                  </a:lnTo>
                  <a:lnTo>
                    <a:pt x="605" y="457"/>
                  </a:lnTo>
                  <a:lnTo>
                    <a:pt x="605" y="456"/>
                  </a:lnTo>
                  <a:lnTo>
                    <a:pt x="605" y="456"/>
                  </a:lnTo>
                  <a:lnTo>
                    <a:pt x="588" y="452"/>
                  </a:lnTo>
                  <a:lnTo>
                    <a:pt x="588" y="452"/>
                  </a:lnTo>
                  <a:lnTo>
                    <a:pt x="588" y="452"/>
                  </a:lnTo>
                  <a:lnTo>
                    <a:pt x="588" y="453"/>
                  </a:lnTo>
                  <a:lnTo>
                    <a:pt x="588" y="454"/>
                  </a:lnTo>
                  <a:lnTo>
                    <a:pt x="587" y="455"/>
                  </a:lnTo>
                  <a:lnTo>
                    <a:pt x="587" y="456"/>
                  </a:lnTo>
                  <a:lnTo>
                    <a:pt x="587" y="456"/>
                  </a:lnTo>
                  <a:lnTo>
                    <a:pt x="587" y="457"/>
                  </a:lnTo>
                  <a:lnTo>
                    <a:pt x="586" y="458"/>
                  </a:lnTo>
                  <a:lnTo>
                    <a:pt x="586" y="459"/>
                  </a:lnTo>
                  <a:lnTo>
                    <a:pt x="586" y="460"/>
                  </a:lnTo>
                  <a:lnTo>
                    <a:pt x="586" y="460"/>
                  </a:lnTo>
                  <a:lnTo>
                    <a:pt x="585" y="461"/>
                  </a:lnTo>
                  <a:lnTo>
                    <a:pt x="585" y="462"/>
                  </a:lnTo>
                  <a:lnTo>
                    <a:pt x="585" y="463"/>
                  </a:lnTo>
                  <a:lnTo>
                    <a:pt x="584" y="463"/>
                  </a:lnTo>
                  <a:lnTo>
                    <a:pt x="584" y="464"/>
                  </a:lnTo>
                  <a:lnTo>
                    <a:pt x="584" y="465"/>
                  </a:lnTo>
                  <a:lnTo>
                    <a:pt x="584" y="466"/>
                  </a:lnTo>
                  <a:lnTo>
                    <a:pt x="583" y="467"/>
                  </a:lnTo>
                  <a:lnTo>
                    <a:pt x="583" y="467"/>
                  </a:lnTo>
                  <a:lnTo>
                    <a:pt x="599" y="474"/>
                  </a:lnTo>
                  <a:close/>
                  <a:moveTo>
                    <a:pt x="610" y="419"/>
                  </a:moveTo>
                  <a:lnTo>
                    <a:pt x="610" y="419"/>
                  </a:lnTo>
                  <a:lnTo>
                    <a:pt x="610" y="419"/>
                  </a:lnTo>
                  <a:lnTo>
                    <a:pt x="610" y="418"/>
                  </a:lnTo>
                  <a:lnTo>
                    <a:pt x="610" y="417"/>
                  </a:lnTo>
                  <a:lnTo>
                    <a:pt x="610" y="416"/>
                  </a:lnTo>
                  <a:lnTo>
                    <a:pt x="610" y="415"/>
                  </a:lnTo>
                  <a:lnTo>
                    <a:pt x="610" y="414"/>
                  </a:lnTo>
                  <a:lnTo>
                    <a:pt x="610" y="413"/>
                  </a:lnTo>
                  <a:lnTo>
                    <a:pt x="610" y="412"/>
                  </a:lnTo>
                  <a:lnTo>
                    <a:pt x="610" y="411"/>
                  </a:lnTo>
                  <a:lnTo>
                    <a:pt x="610" y="410"/>
                  </a:lnTo>
                  <a:lnTo>
                    <a:pt x="610" y="409"/>
                  </a:lnTo>
                  <a:lnTo>
                    <a:pt x="610" y="408"/>
                  </a:lnTo>
                  <a:lnTo>
                    <a:pt x="610" y="407"/>
                  </a:lnTo>
                  <a:lnTo>
                    <a:pt x="610" y="406"/>
                  </a:lnTo>
                  <a:lnTo>
                    <a:pt x="610" y="405"/>
                  </a:lnTo>
                  <a:lnTo>
                    <a:pt x="610" y="404"/>
                  </a:lnTo>
                  <a:lnTo>
                    <a:pt x="610" y="403"/>
                  </a:lnTo>
                  <a:lnTo>
                    <a:pt x="610" y="402"/>
                  </a:lnTo>
                  <a:lnTo>
                    <a:pt x="609" y="401"/>
                  </a:lnTo>
                  <a:lnTo>
                    <a:pt x="609" y="400"/>
                  </a:lnTo>
                  <a:lnTo>
                    <a:pt x="592" y="402"/>
                  </a:lnTo>
                  <a:lnTo>
                    <a:pt x="592" y="403"/>
                  </a:lnTo>
                  <a:lnTo>
                    <a:pt x="592" y="404"/>
                  </a:lnTo>
                  <a:lnTo>
                    <a:pt x="592" y="405"/>
                  </a:lnTo>
                  <a:lnTo>
                    <a:pt x="592" y="406"/>
                  </a:lnTo>
                  <a:lnTo>
                    <a:pt x="592" y="406"/>
                  </a:lnTo>
                  <a:lnTo>
                    <a:pt x="592" y="407"/>
                  </a:lnTo>
                  <a:lnTo>
                    <a:pt x="592" y="408"/>
                  </a:lnTo>
                  <a:lnTo>
                    <a:pt x="592" y="409"/>
                  </a:lnTo>
                  <a:lnTo>
                    <a:pt x="592" y="410"/>
                  </a:lnTo>
                  <a:lnTo>
                    <a:pt x="593" y="411"/>
                  </a:lnTo>
                  <a:lnTo>
                    <a:pt x="593" y="412"/>
                  </a:lnTo>
                  <a:lnTo>
                    <a:pt x="593" y="413"/>
                  </a:lnTo>
                  <a:lnTo>
                    <a:pt x="593" y="413"/>
                  </a:lnTo>
                  <a:lnTo>
                    <a:pt x="593" y="414"/>
                  </a:lnTo>
                  <a:lnTo>
                    <a:pt x="593" y="415"/>
                  </a:lnTo>
                  <a:lnTo>
                    <a:pt x="593" y="416"/>
                  </a:lnTo>
                  <a:lnTo>
                    <a:pt x="593" y="417"/>
                  </a:lnTo>
                  <a:lnTo>
                    <a:pt x="593" y="418"/>
                  </a:lnTo>
                  <a:lnTo>
                    <a:pt x="593" y="419"/>
                  </a:lnTo>
                  <a:lnTo>
                    <a:pt x="593" y="419"/>
                  </a:lnTo>
                  <a:lnTo>
                    <a:pt x="610" y="419"/>
                  </a:lnTo>
                  <a:close/>
                  <a:moveTo>
                    <a:pt x="601" y="364"/>
                  </a:moveTo>
                  <a:lnTo>
                    <a:pt x="601" y="364"/>
                  </a:lnTo>
                  <a:lnTo>
                    <a:pt x="601" y="363"/>
                  </a:lnTo>
                  <a:lnTo>
                    <a:pt x="600" y="363"/>
                  </a:lnTo>
                  <a:lnTo>
                    <a:pt x="600" y="362"/>
                  </a:lnTo>
                  <a:lnTo>
                    <a:pt x="600" y="361"/>
                  </a:lnTo>
                  <a:lnTo>
                    <a:pt x="599" y="360"/>
                  </a:lnTo>
                  <a:lnTo>
                    <a:pt x="599" y="359"/>
                  </a:lnTo>
                  <a:lnTo>
                    <a:pt x="599" y="358"/>
                  </a:lnTo>
                  <a:lnTo>
                    <a:pt x="598" y="357"/>
                  </a:lnTo>
                  <a:lnTo>
                    <a:pt x="598" y="356"/>
                  </a:lnTo>
                  <a:lnTo>
                    <a:pt x="598" y="356"/>
                  </a:lnTo>
                  <a:lnTo>
                    <a:pt x="597" y="355"/>
                  </a:lnTo>
                  <a:lnTo>
                    <a:pt x="597" y="354"/>
                  </a:lnTo>
                  <a:lnTo>
                    <a:pt x="596" y="353"/>
                  </a:lnTo>
                  <a:lnTo>
                    <a:pt x="596" y="352"/>
                  </a:lnTo>
                  <a:lnTo>
                    <a:pt x="596" y="351"/>
                  </a:lnTo>
                  <a:lnTo>
                    <a:pt x="595" y="350"/>
                  </a:lnTo>
                  <a:lnTo>
                    <a:pt x="595" y="350"/>
                  </a:lnTo>
                  <a:lnTo>
                    <a:pt x="594" y="349"/>
                  </a:lnTo>
                  <a:lnTo>
                    <a:pt x="594" y="348"/>
                  </a:lnTo>
                  <a:lnTo>
                    <a:pt x="594" y="347"/>
                  </a:lnTo>
                  <a:lnTo>
                    <a:pt x="593" y="347"/>
                  </a:lnTo>
                  <a:lnTo>
                    <a:pt x="578" y="355"/>
                  </a:lnTo>
                  <a:lnTo>
                    <a:pt x="578" y="355"/>
                  </a:lnTo>
                  <a:lnTo>
                    <a:pt x="578" y="356"/>
                  </a:lnTo>
                  <a:lnTo>
                    <a:pt x="579" y="357"/>
                  </a:lnTo>
                  <a:lnTo>
                    <a:pt x="579" y="357"/>
                  </a:lnTo>
                  <a:lnTo>
                    <a:pt x="579" y="358"/>
                  </a:lnTo>
                  <a:lnTo>
                    <a:pt x="580" y="359"/>
                  </a:lnTo>
                  <a:lnTo>
                    <a:pt x="580" y="360"/>
                  </a:lnTo>
                  <a:lnTo>
                    <a:pt x="580" y="360"/>
                  </a:lnTo>
                  <a:lnTo>
                    <a:pt x="581" y="361"/>
                  </a:lnTo>
                  <a:lnTo>
                    <a:pt x="581" y="362"/>
                  </a:lnTo>
                  <a:lnTo>
                    <a:pt x="581" y="363"/>
                  </a:lnTo>
                  <a:lnTo>
                    <a:pt x="582" y="363"/>
                  </a:lnTo>
                  <a:lnTo>
                    <a:pt x="582" y="364"/>
                  </a:lnTo>
                  <a:lnTo>
                    <a:pt x="582" y="365"/>
                  </a:lnTo>
                  <a:lnTo>
                    <a:pt x="583" y="366"/>
                  </a:lnTo>
                  <a:lnTo>
                    <a:pt x="583" y="366"/>
                  </a:lnTo>
                  <a:lnTo>
                    <a:pt x="583" y="367"/>
                  </a:lnTo>
                  <a:lnTo>
                    <a:pt x="584" y="368"/>
                  </a:lnTo>
                  <a:lnTo>
                    <a:pt x="584" y="369"/>
                  </a:lnTo>
                  <a:lnTo>
                    <a:pt x="584" y="370"/>
                  </a:lnTo>
                  <a:lnTo>
                    <a:pt x="584" y="370"/>
                  </a:lnTo>
                  <a:lnTo>
                    <a:pt x="601" y="364"/>
                  </a:lnTo>
                  <a:close/>
                  <a:moveTo>
                    <a:pt x="573" y="316"/>
                  </a:moveTo>
                  <a:lnTo>
                    <a:pt x="573" y="316"/>
                  </a:lnTo>
                  <a:lnTo>
                    <a:pt x="572" y="316"/>
                  </a:lnTo>
                  <a:lnTo>
                    <a:pt x="572" y="315"/>
                  </a:lnTo>
                  <a:lnTo>
                    <a:pt x="571" y="315"/>
                  </a:lnTo>
                  <a:lnTo>
                    <a:pt x="570" y="314"/>
                  </a:lnTo>
                  <a:lnTo>
                    <a:pt x="570" y="313"/>
                  </a:lnTo>
                  <a:lnTo>
                    <a:pt x="569" y="313"/>
                  </a:lnTo>
                  <a:lnTo>
                    <a:pt x="569" y="312"/>
                  </a:lnTo>
                  <a:lnTo>
                    <a:pt x="568" y="311"/>
                  </a:lnTo>
                  <a:lnTo>
                    <a:pt x="567" y="311"/>
                  </a:lnTo>
                  <a:lnTo>
                    <a:pt x="567" y="310"/>
                  </a:lnTo>
                  <a:lnTo>
                    <a:pt x="566" y="309"/>
                  </a:lnTo>
                  <a:lnTo>
                    <a:pt x="565" y="309"/>
                  </a:lnTo>
                  <a:lnTo>
                    <a:pt x="565" y="308"/>
                  </a:lnTo>
                  <a:lnTo>
                    <a:pt x="564" y="307"/>
                  </a:lnTo>
                  <a:lnTo>
                    <a:pt x="563" y="307"/>
                  </a:lnTo>
                  <a:lnTo>
                    <a:pt x="563" y="306"/>
                  </a:lnTo>
                  <a:lnTo>
                    <a:pt x="562" y="305"/>
                  </a:lnTo>
                  <a:lnTo>
                    <a:pt x="561" y="305"/>
                  </a:lnTo>
                  <a:lnTo>
                    <a:pt x="561" y="304"/>
                  </a:lnTo>
                  <a:lnTo>
                    <a:pt x="560" y="304"/>
                  </a:lnTo>
                  <a:lnTo>
                    <a:pt x="559" y="303"/>
                  </a:lnTo>
                  <a:lnTo>
                    <a:pt x="548" y="316"/>
                  </a:lnTo>
                  <a:lnTo>
                    <a:pt x="548" y="317"/>
                  </a:lnTo>
                  <a:lnTo>
                    <a:pt x="549" y="317"/>
                  </a:lnTo>
                  <a:lnTo>
                    <a:pt x="549" y="318"/>
                  </a:lnTo>
                  <a:lnTo>
                    <a:pt x="550" y="318"/>
                  </a:lnTo>
                  <a:lnTo>
                    <a:pt x="551" y="319"/>
                  </a:lnTo>
                  <a:lnTo>
                    <a:pt x="551" y="319"/>
                  </a:lnTo>
                  <a:lnTo>
                    <a:pt x="552" y="320"/>
                  </a:lnTo>
                  <a:lnTo>
                    <a:pt x="552" y="320"/>
                  </a:lnTo>
                  <a:lnTo>
                    <a:pt x="553" y="321"/>
                  </a:lnTo>
                  <a:lnTo>
                    <a:pt x="554" y="322"/>
                  </a:lnTo>
                  <a:lnTo>
                    <a:pt x="554" y="322"/>
                  </a:lnTo>
                  <a:lnTo>
                    <a:pt x="555" y="323"/>
                  </a:lnTo>
                  <a:lnTo>
                    <a:pt x="555" y="323"/>
                  </a:lnTo>
                  <a:lnTo>
                    <a:pt x="556" y="324"/>
                  </a:lnTo>
                  <a:lnTo>
                    <a:pt x="556" y="325"/>
                  </a:lnTo>
                  <a:lnTo>
                    <a:pt x="557" y="325"/>
                  </a:lnTo>
                  <a:lnTo>
                    <a:pt x="557" y="326"/>
                  </a:lnTo>
                  <a:lnTo>
                    <a:pt x="558" y="326"/>
                  </a:lnTo>
                  <a:lnTo>
                    <a:pt x="559" y="327"/>
                  </a:lnTo>
                  <a:lnTo>
                    <a:pt x="559" y="328"/>
                  </a:lnTo>
                  <a:lnTo>
                    <a:pt x="559" y="328"/>
                  </a:lnTo>
                  <a:lnTo>
                    <a:pt x="573" y="316"/>
                  </a:lnTo>
                  <a:close/>
                  <a:moveTo>
                    <a:pt x="529" y="282"/>
                  </a:moveTo>
                  <a:lnTo>
                    <a:pt x="529" y="282"/>
                  </a:lnTo>
                  <a:lnTo>
                    <a:pt x="528" y="281"/>
                  </a:lnTo>
                  <a:lnTo>
                    <a:pt x="528" y="281"/>
                  </a:lnTo>
                  <a:lnTo>
                    <a:pt x="527" y="281"/>
                  </a:lnTo>
                  <a:lnTo>
                    <a:pt x="526" y="280"/>
                  </a:lnTo>
                  <a:lnTo>
                    <a:pt x="525" y="280"/>
                  </a:lnTo>
                  <a:lnTo>
                    <a:pt x="524" y="279"/>
                  </a:lnTo>
                  <a:lnTo>
                    <a:pt x="524" y="279"/>
                  </a:lnTo>
                  <a:lnTo>
                    <a:pt x="523" y="278"/>
                  </a:lnTo>
                  <a:lnTo>
                    <a:pt x="522" y="278"/>
                  </a:lnTo>
                  <a:lnTo>
                    <a:pt x="521" y="278"/>
                  </a:lnTo>
                  <a:lnTo>
                    <a:pt x="520" y="277"/>
                  </a:lnTo>
                  <a:lnTo>
                    <a:pt x="519" y="277"/>
                  </a:lnTo>
                  <a:lnTo>
                    <a:pt x="518" y="277"/>
                  </a:lnTo>
                  <a:lnTo>
                    <a:pt x="518" y="276"/>
                  </a:lnTo>
                  <a:lnTo>
                    <a:pt x="517" y="276"/>
                  </a:lnTo>
                  <a:lnTo>
                    <a:pt x="516" y="275"/>
                  </a:lnTo>
                  <a:lnTo>
                    <a:pt x="515" y="275"/>
                  </a:lnTo>
                  <a:lnTo>
                    <a:pt x="514" y="275"/>
                  </a:lnTo>
                  <a:lnTo>
                    <a:pt x="513" y="274"/>
                  </a:lnTo>
                  <a:lnTo>
                    <a:pt x="512" y="274"/>
                  </a:lnTo>
                  <a:lnTo>
                    <a:pt x="512" y="274"/>
                  </a:lnTo>
                  <a:lnTo>
                    <a:pt x="506" y="290"/>
                  </a:lnTo>
                  <a:lnTo>
                    <a:pt x="506" y="290"/>
                  </a:lnTo>
                  <a:lnTo>
                    <a:pt x="507" y="291"/>
                  </a:lnTo>
                  <a:lnTo>
                    <a:pt x="508" y="291"/>
                  </a:lnTo>
                  <a:lnTo>
                    <a:pt x="508" y="291"/>
                  </a:lnTo>
                  <a:lnTo>
                    <a:pt x="509" y="292"/>
                  </a:lnTo>
                  <a:lnTo>
                    <a:pt x="510" y="292"/>
                  </a:lnTo>
                  <a:lnTo>
                    <a:pt x="511" y="292"/>
                  </a:lnTo>
                  <a:lnTo>
                    <a:pt x="511" y="293"/>
                  </a:lnTo>
                  <a:lnTo>
                    <a:pt x="512" y="293"/>
                  </a:lnTo>
                  <a:lnTo>
                    <a:pt x="513" y="293"/>
                  </a:lnTo>
                  <a:lnTo>
                    <a:pt x="514" y="294"/>
                  </a:lnTo>
                  <a:lnTo>
                    <a:pt x="514" y="294"/>
                  </a:lnTo>
                  <a:lnTo>
                    <a:pt x="515" y="294"/>
                  </a:lnTo>
                  <a:lnTo>
                    <a:pt x="516" y="295"/>
                  </a:lnTo>
                  <a:lnTo>
                    <a:pt x="517" y="295"/>
                  </a:lnTo>
                  <a:lnTo>
                    <a:pt x="517" y="295"/>
                  </a:lnTo>
                  <a:lnTo>
                    <a:pt x="518" y="296"/>
                  </a:lnTo>
                  <a:lnTo>
                    <a:pt x="519" y="296"/>
                  </a:lnTo>
                  <a:lnTo>
                    <a:pt x="520" y="297"/>
                  </a:lnTo>
                  <a:lnTo>
                    <a:pt x="520" y="297"/>
                  </a:lnTo>
                  <a:lnTo>
                    <a:pt x="521" y="297"/>
                  </a:lnTo>
                  <a:lnTo>
                    <a:pt x="529" y="282"/>
                  </a:lnTo>
                  <a:close/>
                  <a:moveTo>
                    <a:pt x="457" y="231"/>
                  </a:moveTo>
                  <a:lnTo>
                    <a:pt x="457" y="231"/>
                  </a:lnTo>
                  <a:cubicBezTo>
                    <a:pt x="354" y="231"/>
                    <a:pt x="271" y="314"/>
                    <a:pt x="271" y="417"/>
                  </a:cubicBezTo>
                  <a:cubicBezTo>
                    <a:pt x="271" y="520"/>
                    <a:pt x="354" y="603"/>
                    <a:pt x="457" y="603"/>
                  </a:cubicBezTo>
                  <a:cubicBezTo>
                    <a:pt x="560" y="603"/>
                    <a:pt x="643" y="520"/>
                    <a:pt x="643" y="417"/>
                  </a:cubicBezTo>
                  <a:cubicBezTo>
                    <a:pt x="643" y="314"/>
                    <a:pt x="560" y="231"/>
                    <a:pt x="457" y="231"/>
                  </a:cubicBezTo>
                  <a:close/>
                  <a:moveTo>
                    <a:pt x="30" y="153"/>
                  </a:moveTo>
                  <a:lnTo>
                    <a:pt x="30" y="153"/>
                  </a:lnTo>
                  <a:cubicBezTo>
                    <a:pt x="66" y="150"/>
                    <a:pt x="102" y="148"/>
                    <a:pt x="138" y="147"/>
                  </a:cubicBezTo>
                  <a:cubicBezTo>
                    <a:pt x="114" y="146"/>
                    <a:pt x="89" y="144"/>
                    <a:pt x="65" y="141"/>
                  </a:cubicBezTo>
                  <a:cubicBezTo>
                    <a:pt x="49" y="139"/>
                    <a:pt x="35" y="128"/>
                    <a:pt x="35" y="111"/>
                  </a:cubicBezTo>
                  <a:cubicBezTo>
                    <a:pt x="35" y="87"/>
                    <a:pt x="35" y="63"/>
                    <a:pt x="35" y="39"/>
                  </a:cubicBezTo>
                  <a:cubicBezTo>
                    <a:pt x="35" y="23"/>
                    <a:pt x="49" y="11"/>
                    <a:pt x="65" y="9"/>
                  </a:cubicBezTo>
                  <a:cubicBezTo>
                    <a:pt x="163" y="0"/>
                    <a:pt x="260" y="1"/>
                    <a:pt x="358" y="9"/>
                  </a:cubicBezTo>
                  <a:cubicBezTo>
                    <a:pt x="374" y="11"/>
                    <a:pt x="388" y="23"/>
                    <a:pt x="388" y="39"/>
                  </a:cubicBezTo>
                  <a:cubicBezTo>
                    <a:pt x="388" y="63"/>
                    <a:pt x="388" y="87"/>
                    <a:pt x="388" y="111"/>
                  </a:cubicBezTo>
                  <a:cubicBezTo>
                    <a:pt x="388" y="128"/>
                    <a:pt x="374" y="139"/>
                    <a:pt x="358" y="141"/>
                  </a:cubicBezTo>
                  <a:cubicBezTo>
                    <a:pt x="323" y="145"/>
                    <a:pt x="287" y="147"/>
                    <a:pt x="252" y="149"/>
                  </a:cubicBezTo>
                  <a:cubicBezTo>
                    <a:pt x="276" y="150"/>
                    <a:pt x="299" y="151"/>
                    <a:pt x="323" y="153"/>
                  </a:cubicBezTo>
                  <a:cubicBezTo>
                    <a:pt x="339" y="155"/>
                    <a:pt x="353" y="167"/>
                    <a:pt x="353" y="183"/>
                  </a:cubicBezTo>
                  <a:lnTo>
                    <a:pt x="353" y="218"/>
                  </a:lnTo>
                  <a:cubicBezTo>
                    <a:pt x="333" y="229"/>
                    <a:pt x="314" y="242"/>
                    <a:pt x="299" y="258"/>
                  </a:cubicBezTo>
                  <a:cubicBezTo>
                    <a:pt x="289" y="268"/>
                    <a:pt x="280" y="278"/>
                    <a:pt x="272" y="290"/>
                  </a:cubicBezTo>
                  <a:cubicBezTo>
                    <a:pt x="191" y="296"/>
                    <a:pt x="111" y="294"/>
                    <a:pt x="30" y="285"/>
                  </a:cubicBezTo>
                  <a:cubicBezTo>
                    <a:pt x="13" y="283"/>
                    <a:pt x="0" y="272"/>
                    <a:pt x="0" y="255"/>
                  </a:cubicBezTo>
                  <a:cubicBezTo>
                    <a:pt x="0" y="231"/>
                    <a:pt x="0" y="207"/>
                    <a:pt x="0" y="183"/>
                  </a:cubicBezTo>
                  <a:cubicBezTo>
                    <a:pt x="0" y="167"/>
                    <a:pt x="13" y="155"/>
                    <a:pt x="30" y="153"/>
                  </a:cubicBezTo>
                  <a:close/>
                </a:path>
              </a:pathLst>
            </a:custGeom>
            <a:solidFill>
              <a:srgbClr val="FFFFFF"/>
            </a:solidFill>
            <a:ln>
              <a:noFill/>
            </a:ln>
          </p:spPr>
          <p:txBody>
            <a:bodyPr vert="horz" wrap="square" lIns="91440" tIns="45720" rIns="91440" bIns="45720" numCol="1" anchor="t" anchorCtr="0" compatLnSpc="1"/>
            <a:p>
              <a:pPr marL="0" marR="0" lvl="0" indent="0" defTabSz="914400" eaLnBrk="1" fontAlgn="auto" latinLnBrk="0" hangingPunct="1">
                <a:lnSpc>
                  <a:spcPct val="100000"/>
                </a:lnSpc>
                <a:spcBef>
                  <a:spcPts val="0"/>
                </a:spcBef>
                <a:spcAft>
                  <a:spcPts val="0"/>
                </a:spcAft>
                <a:buClrTx/>
                <a:buSzTx/>
                <a:buFontTx/>
                <a:buNone/>
                <a:defRPr/>
              </a:pPr>
              <a:r>
                <a:rPr kumimoji="0" lang="en-US" altLang="zh-CN" sz="1800" b="0" i="0" u="none" strike="noStrike" kern="0" cap="none" spc="0" normalizeH="0" baseline="0" noProof="0" dirty="0">
                  <a:ln>
                    <a:noFill/>
                  </a:ln>
                  <a:solidFill>
                    <a:sysClr val="windowText" lastClr="000000"/>
                  </a:solidFill>
                  <a:effectLst/>
                  <a:uLnTx/>
                  <a:uFillTx/>
                  <a:latin typeface="+mn-lt"/>
                  <a:ea typeface="+mn-ea"/>
                  <a:cs typeface="黑体-简" panose="02000000000000000000" charset="-122"/>
                </a:rPr>
                <a:t> </a:t>
              </a:r>
              <a:endParaRPr kumimoji="0" lang="zh-CN" altLang="en-US" sz="1800" b="0" i="0" u="none" strike="noStrike" kern="0" cap="none" spc="0" normalizeH="0" baseline="0" noProof="0" dirty="0">
                <a:ln>
                  <a:noFill/>
                </a:ln>
                <a:solidFill>
                  <a:sysClr val="windowText" lastClr="000000"/>
                </a:solidFill>
                <a:effectLst/>
                <a:uLnTx/>
                <a:uFillTx/>
                <a:cs typeface="黑体-简" panose="02000000000000000000" charset="-122"/>
              </a:endParaRPr>
            </a:p>
          </p:txBody>
        </p:sp>
      </p:grpSp>
      <p:grpSp>
        <p:nvGrpSpPr>
          <p:cNvPr id="28" name="组合 27"/>
          <p:cNvGrpSpPr/>
          <p:nvPr userDrawn="1"/>
        </p:nvGrpSpPr>
        <p:grpSpPr>
          <a:xfrm>
            <a:off x="7451725" y="5299075"/>
            <a:ext cx="540385" cy="520700"/>
            <a:chOff x="1987756" y="1262808"/>
            <a:chExt cx="681980" cy="681980"/>
          </a:xfrm>
        </p:grpSpPr>
        <p:sp>
          <p:nvSpPr>
            <p:cNvPr id="29" name="椭圆 50"/>
            <p:cNvSpPr>
              <a:spLocks noChangeArrowheads="1"/>
            </p:cNvSpPr>
            <p:nvPr/>
          </p:nvSpPr>
          <p:spPr bwMode="auto">
            <a:xfrm>
              <a:off x="1987756" y="1262808"/>
              <a:ext cx="681980" cy="681980"/>
            </a:xfrm>
            <a:prstGeom prst="ellipse">
              <a:avLst/>
            </a:prstGeom>
            <a:solidFill>
              <a:srgbClr val="7F7F7F"/>
            </a:solidFill>
            <a:ln w="76200" cap="sq" cmpd="sng">
              <a:solidFill>
                <a:srgbClr val="C8C6BD"/>
              </a:solidFill>
              <a:round/>
            </a:ln>
          </p:spPr>
          <p:txBody>
            <a:bodyPr anchor="ctr"/>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zh-CN" sz="2400" b="0" i="0" u="none" strike="noStrike" kern="0" cap="none" spc="0" normalizeH="0" baseline="0" noProof="0">
                <a:ln>
                  <a:noFill/>
                </a:ln>
                <a:solidFill>
                  <a:srgbClr val="FFFFFF"/>
                </a:solidFill>
                <a:effectLst/>
                <a:uLnTx/>
                <a:uFillTx/>
                <a:latin typeface="黑体-简" panose="02000000000000000000" charset="-122"/>
                <a:cs typeface="黑体-简" panose="02000000000000000000" charset="-122"/>
                <a:sym typeface="黑体-简" panose="02000000000000000000" charset="-122"/>
              </a:endParaRPr>
            </a:p>
          </p:txBody>
        </p:sp>
        <p:sp>
          <p:nvSpPr>
            <p:cNvPr id="30" name="Freeform 10"/>
            <p:cNvSpPr>
              <a:spLocks noEditPoints="1"/>
            </p:cNvSpPr>
            <p:nvPr/>
          </p:nvSpPr>
          <p:spPr bwMode="auto">
            <a:xfrm>
              <a:off x="2130746" y="1370108"/>
              <a:ext cx="396000" cy="415536"/>
            </a:xfrm>
            <a:custGeom>
              <a:avLst/>
              <a:gdLst>
                <a:gd name="T0" fmla="*/ 760 w 1139"/>
                <a:gd name="T1" fmla="*/ 420 h 1088"/>
                <a:gd name="T2" fmla="*/ 745 w 1139"/>
                <a:gd name="T3" fmla="*/ 452 h 1088"/>
                <a:gd name="T4" fmla="*/ 741 w 1139"/>
                <a:gd name="T5" fmla="*/ 473 h 1088"/>
                <a:gd name="T6" fmla="*/ 742 w 1139"/>
                <a:gd name="T7" fmla="*/ 513 h 1088"/>
                <a:gd name="T8" fmla="*/ 756 w 1139"/>
                <a:gd name="T9" fmla="*/ 552 h 1088"/>
                <a:gd name="T10" fmla="*/ 769 w 1139"/>
                <a:gd name="T11" fmla="*/ 571 h 1088"/>
                <a:gd name="T12" fmla="*/ 801 w 1139"/>
                <a:gd name="T13" fmla="*/ 598 h 1088"/>
                <a:gd name="T14" fmla="*/ 822 w 1139"/>
                <a:gd name="T15" fmla="*/ 608 h 1088"/>
                <a:gd name="T16" fmla="*/ 866 w 1139"/>
                <a:gd name="T17" fmla="*/ 363 h 1088"/>
                <a:gd name="T18" fmla="*/ 814 w 1139"/>
                <a:gd name="T19" fmla="*/ 374 h 1088"/>
                <a:gd name="T20" fmla="*/ 785 w 1139"/>
                <a:gd name="T21" fmla="*/ 392 h 1088"/>
                <a:gd name="T22" fmla="*/ 771 w 1139"/>
                <a:gd name="T23" fmla="*/ 406 h 1088"/>
                <a:gd name="T24" fmla="*/ 696 w 1139"/>
                <a:gd name="T25" fmla="*/ 127 h 1088"/>
                <a:gd name="T26" fmla="*/ 570 w 1139"/>
                <a:gd name="T27" fmla="*/ 253 h 1088"/>
                <a:gd name="T28" fmla="*/ 688 w 1139"/>
                <a:gd name="T29" fmla="*/ 513 h 1088"/>
                <a:gd name="T30" fmla="*/ 688 w 1139"/>
                <a:gd name="T31" fmla="*/ 461 h 1088"/>
                <a:gd name="T32" fmla="*/ 651 w 1139"/>
                <a:gd name="T33" fmla="*/ 279 h 1088"/>
                <a:gd name="T34" fmla="*/ 453 w 1139"/>
                <a:gd name="T35" fmla="*/ 490 h 1088"/>
                <a:gd name="T36" fmla="*/ 570 w 1139"/>
                <a:gd name="T37" fmla="*/ 718 h 1088"/>
                <a:gd name="T38" fmla="*/ 512 w 1139"/>
                <a:gd name="T39" fmla="*/ 725 h 1088"/>
                <a:gd name="T40" fmla="*/ 484 w 1139"/>
                <a:gd name="T41" fmla="*/ 693 h 1088"/>
                <a:gd name="T42" fmla="*/ 466 w 1139"/>
                <a:gd name="T43" fmla="*/ 678 h 1088"/>
                <a:gd name="T44" fmla="*/ 388 w 1139"/>
                <a:gd name="T45" fmla="*/ 645 h 1088"/>
                <a:gd name="T46" fmla="*/ 355 w 1139"/>
                <a:gd name="T47" fmla="*/ 642 h 1088"/>
                <a:gd name="T48" fmla="*/ 0 w 1139"/>
                <a:gd name="T49" fmla="*/ 1088 h 1088"/>
                <a:gd name="T50" fmla="*/ 151 w 1139"/>
                <a:gd name="T51" fmla="*/ 824 h 1088"/>
                <a:gd name="T52" fmla="*/ 391 w 1139"/>
                <a:gd name="T53" fmla="*/ 824 h 1088"/>
                <a:gd name="T54" fmla="*/ 546 w 1139"/>
                <a:gd name="T55" fmla="*/ 1088 h 1088"/>
                <a:gd name="T56" fmla="*/ 512 w 1139"/>
                <a:gd name="T57" fmla="*/ 725 h 1088"/>
                <a:gd name="T58" fmla="*/ 785 w 1139"/>
                <a:gd name="T59" fmla="*/ 642 h 1088"/>
                <a:gd name="T60" fmla="*/ 750 w 1139"/>
                <a:gd name="T61" fmla="*/ 646 h 1088"/>
                <a:gd name="T62" fmla="*/ 655 w 1139"/>
                <a:gd name="T63" fmla="*/ 693 h 1088"/>
                <a:gd name="T64" fmla="*/ 639 w 1139"/>
                <a:gd name="T65" fmla="*/ 709 h 1088"/>
                <a:gd name="T66" fmla="*/ 705 w 1139"/>
                <a:gd name="T67" fmla="*/ 1088 h 1088"/>
                <a:gd name="T68" fmla="*/ 744 w 1139"/>
                <a:gd name="T69" fmla="*/ 1088 h 1088"/>
                <a:gd name="T70" fmla="*/ 1024 w 1139"/>
                <a:gd name="T71" fmla="*/ 824 h 1088"/>
                <a:gd name="T72" fmla="*/ 1139 w 1139"/>
                <a:gd name="T73" fmla="*/ 833 h 1088"/>
                <a:gd name="T74" fmla="*/ 273 w 1139"/>
                <a:gd name="T75" fmla="*/ 616 h 1088"/>
                <a:gd name="T76" fmla="*/ 337 w 1139"/>
                <a:gd name="T77" fmla="*/ 599 h 1088"/>
                <a:gd name="T78" fmla="*/ 355 w 1139"/>
                <a:gd name="T79" fmla="*/ 586 h 1088"/>
                <a:gd name="T80" fmla="*/ 391 w 1139"/>
                <a:gd name="T81" fmla="*/ 535 h 1088"/>
                <a:gd name="T82" fmla="*/ 398 w 1139"/>
                <a:gd name="T83" fmla="*/ 510 h 1088"/>
                <a:gd name="T84" fmla="*/ 398 w 1139"/>
                <a:gd name="T85" fmla="*/ 468 h 1088"/>
                <a:gd name="T86" fmla="*/ 388 w 1139"/>
                <a:gd name="T87" fmla="*/ 437 h 1088"/>
                <a:gd name="T88" fmla="*/ 378 w 1139"/>
                <a:gd name="T89" fmla="*/ 419 h 1088"/>
                <a:gd name="T90" fmla="*/ 354 w 1139"/>
                <a:gd name="T91" fmla="*/ 393 h 1088"/>
                <a:gd name="T92" fmla="*/ 338 w 1139"/>
                <a:gd name="T93" fmla="*/ 381 h 1088"/>
                <a:gd name="T94" fmla="*/ 273 w 1139"/>
                <a:gd name="T95" fmla="*/ 363 h 10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139" h="1088">
                  <a:moveTo>
                    <a:pt x="771" y="406"/>
                  </a:moveTo>
                  <a:cubicBezTo>
                    <a:pt x="767" y="411"/>
                    <a:pt x="764" y="415"/>
                    <a:pt x="761" y="419"/>
                  </a:cubicBezTo>
                  <a:cubicBezTo>
                    <a:pt x="761" y="420"/>
                    <a:pt x="761" y="420"/>
                    <a:pt x="760" y="420"/>
                  </a:cubicBezTo>
                  <a:cubicBezTo>
                    <a:pt x="758" y="424"/>
                    <a:pt x="755" y="429"/>
                    <a:pt x="753" y="433"/>
                  </a:cubicBezTo>
                  <a:cubicBezTo>
                    <a:pt x="752" y="435"/>
                    <a:pt x="752" y="436"/>
                    <a:pt x="751" y="437"/>
                  </a:cubicBezTo>
                  <a:cubicBezTo>
                    <a:pt x="749" y="442"/>
                    <a:pt x="747" y="447"/>
                    <a:pt x="745" y="452"/>
                  </a:cubicBezTo>
                  <a:cubicBezTo>
                    <a:pt x="745" y="452"/>
                    <a:pt x="745" y="453"/>
                    <a:pt x="745" y="453"/>
                  </a:cubicBezTo>
                  <a:cubicBezTo>
                    <a:pt x="744" y="458"/>
                    <a:pt x="742" y="463"/>
                    <a:pt x="741" y="468"/>
                  </a:cubicBezTo>
                  <a:cubicBezTo>
                    <a:pt x="741" y="470"/>
                    <a:pt x="741" y="471"/>
                    <a:pt x="741" y="473"/>
                  </a:cubicBezTo>
                  <a:cubicBezTo>
                    <a:pt x="740" y="478"/>
                    <a:pt x="740" y="484"/>
                    <a:pt x="740" y="490"/>
                  </a:cubicBezTo>
                  <a:cubicBezTo>
                    <a:pt x="740" y="497"/>
                    <a:pt x="740" y="504"/>
                    <a:pt x="741" y="510"/>
                  </a:cubicBezTo>
                  <a:cubicBezTo>
                    <a:pt x="742" y="511"/>
                    <a:pt x="742" y="512"/>
                    <a:pt x="742" y="513"/>
                  </a:cubicBezTo>
                  <a:cubicBezTo>
                    <a:pt x="743" y="520"/>
                    <a:pt x="745" y="526"/>
                    <a:pt x="747" y="532"/>
                  </a:cubicBezTo>
                  <a:cubicBezTo>
                    <a:pt x="747" y="533"/>
                    <a:pt x="748" y="534"/>
                    <a:pt x="748" y="535"/>
                  </a:cubicBezTo>
                  <a:cubicBezTo>
                    <a:pt x="750" y="541"/>
                    <a:pt x="753" y="547"/>
                    <a:pt x="756" y="552"/>
                  </a:cubicBezTo>
                  <a:cubicBezTo>
                    <a:pt x="757" y="553"/>
                    <a:pt x="757" y="554"/>
                    <a:pt x="758" y="555"/>
                  </a:cubicBezTo>
                  <a:cubicBezTo>
                    <a:pt x="761" y="560"/>
                    <a:pt x="765" y="566"/>
                    <a:pt x="769" y="571"/>
                  </a:cubicBezTo>
                  <a:cubicBezTo>
                    <a:pt x="769" y="571"/>
                    <a:pt x="769" y="571"/>
                    <a:pt x="769" y="571"/>
                  </a:cubicBezTo>
                  <a:cubicBezTo>
                    <a:pt x="774" y="576"/>
                    <a:pt x="778" y="581"/>
                    <a:pt x="783" y="585"/>
                  </a:cubicBezTo>
                  <a:cubicBezTo>
                    <a:pt x="784" y="586"/>
                    <a:pt x="784" y="586"/>
                    <a:pt x="784" y="586"/>
                  </a:cubicBezTo>
                  <a:cubicBezTo>
                    <a:pt x="789" y="591"/>
                    <a:pt x="795" y="594"/>
                    <a:pt x="801" y="598"/>
                  </a:cubicBezTo>
                  <a:cubicBezTo>
                    <a:pt x="801" y="598"/>
                    <a:pt x="802" y="599"/>
                    <a:pt x="802" y="599"/>
                  </a:cubicBezTo>
                  <a:cubicBezTo>
                    <a:pt x="808" y="602"/>
                    <a:pt x="814" y="605"/>
                    <a:pt x="820" y="608"/>
                  </a:cubicBezTo>
                  <a:cubicBezTo>
                    <a:pt x="821" y="608"/>
                    <a:pt x="821" y="608"/>
                    <a:pt x="822" y="608"/>
                  </a:cubicBezTo>
                  <a:cubicBezTo>
                    <a:pt x="836" y="613"/>
                    <a:pt x="851" y="616"/>
                    <a:pt x="866" y="616"/>
                  </a:cubicBezTo>
                  <a:cubicBezTo>
                    <a:pt x="936" y="616"/>
                    <a:pt x="993" y="559"/>
                    <a:pt x="993" y="490"/>
                  </a:cubicBezTo>
                  <a:cubicBezTo>
                    <a:pt x="993" y="420"/>
                    <a:pt x="936" y="363"/>
                    <a:pt x="866" y="363"/>
                  </a:cubicBezTo>
                  <a:cubicBezTo>
                    <a:pt x="848" y="363"/>
                    <a:pt x="831" y="367"/>
                    <a:pt x="816" y="374"/>
                  </a:cubicBezTo>
                  <a:cubicBezTo>
                    <a:pt x="816" y="374"/>
                    <a:pt x="816" y="374"/>
                    <a:pt x="816" y="374"/>
                  </a:cubicBezTo>
                  <a:cubicBezTo>
                    <a:pt x="815" y="374"/>
                    <a:pt x="815" y="374"/>
                    <a:pt x="814" y="374"/>
                  </a:cubicBezTo>
                  <a:cubicBezTo>
                    <a:pt x="810" y="376"/>
                    <a:pt x="806" y="379"/>
                    <a:pt x="802" y="381"/>
                  </a:cubicBezTo>
                  <a:cubicBezTo>
                    <a:pt x="800" y="382"/>
                    <a:pt x="799" y="382"/>
                    <a:pt x="798" y="383"/>
                  </a:cubicBezTo>
                  <a:cubicBezTo>
                    <a:pt x="794" y="386"/>
                    <a:pt x="789" y="389"/>
                    <a:pt x="785" y="392"/>
                  </a:cubicBezTo>
                  <a:cubicBezTo>
                    <a:pt x="785" y="393"/>
                    <a:pt x="784" y="393"/>
                    <a:pt x="784" y="393"/>
                  </a:cubicBezTo>
                  <a:cubicBezTo>
                    <a:pt x="780" y="397"/>
                    <a:pt x="777" y="400"/>
                    <a:pt x="773" y="404"/>
                  </a:cubicBezTo>
                  <a:cubicBezTo>
                    <a:pt x="773" y="405"/>
                    <a:pt x="772" y="406"/>
                    <a:pt x="771" y="406"/>
                  </a:cubicBezTo>
                  <a:close/>
                  <a:moveTo>
                    <a:pt x="570" y="253"/>
                  </a:moveTo>
                  <a:lnTo>
                    <a:pt x="570" y="253"/>
                  </a:lnTo>
                  <a:cubicBezTo>
                    <a:pt x="639" y="253"/>
                    <a:pt x="696" y="196"/>
                    <a:pt x="696" y="127"/>
                  </a:cubicBezTo>
                  <a:cubicBezTo>
                    <a:pt x="696" y="57"/>
                    <a:pt x="639" y="0"/>
                    <a:pt x="570" y="0"/>
                  </a:cubicBezTo>
                  <a:cubicBezTo>
                    <a:pt x="500" y="0"/>
                    <a:pt x="443" y="57"/>
                    <a:pt x="443" y="127"/>
                  </a:cubicBezTo>
                  <a:cubicBezTo>
                    <a:pt x="443" y="196"/>
                    <a:pt x="500" y="253"/>
                    <a:pt x="570" y="253"/>
                  </a:cubicBezTo>
                  <a:close/>
                  <a:moveTo>
                    <a:pt x="688" y="609"/>
                  </a:moveTo>
                  <a:lnTo>
                    <a:pt x="688" y="609"/>
                  </a:lnTo>
                  <a:lnTo>
                    <a:pt x="688" y="513"/>
                  </a:lnTo>
                  <a:cubicBezTo>
                    <a:pt x="687" y="505"/>
                    <a:pt x="686" y="497"/>
                    <a:pt x="686" y="490"/>
                  </a:cubicBezTo>
                  <a:cubicBezTo>
                    <a:pt x="686" y="482"/>
                    <a:pt x="687" y="474"/>
                    <a:pt x="688" y="467"/>
                  </a:cubicBezTo>
                  <a:lnTo>
                    <a:pt x="688" y="461"/>
                  </a:lnTo>
                  <a:lnTo>
                    <a:pt x="689" y="461"/>
                  </a:lnTo>
                  <a:cubicBezTo>
                    <a:pt x="698" y="405"/>
                    <a:pt x="733" y="357"/>
                    <a:pt x="782" y="331"/>
                  </a:cubicBezTo>
                  <a:cubicBezTo>
                    <a:pt x="748" y="299"/>
                    <a:pt x="702" y="279"/>
                    <a:pt x="651" y="279"/>
                  </a:cubicBezTo>
                  <a:lnTo>
                    <a:pt x="488" y="279"/>
                  </a:lnTo>
                  <a:cubicBezTo>
                    <a:pt x="437" y="279"/>
                    <a:pt x="391" y="299"/>
                    <a:pt x="357" y="331"/>
                  </a:cubicBezTo>
                  <a:cubicBezTo>
                    <a:pt x="414" y="361"/>
                    <a:pt x="453" y="421"/>
                    <a:pt x="453" y="490"/>
                  </a:cubicBezTo>
                  <a:cubicBezTo>
                    <a:pt x="453" y="504"/>
                    <a:pt x="451" y="518"/>
                    <a:pt x="448" y="531"/>
                  </a:cubicBezTo>
                  <a:lnTo>
                    <a:pt x="448" y="608"/>
                  </a:lnTo>
                  <a:cubicBezTo>
                    <a:pt x="500" y="629"/>
                    <a:pt x="543" y="668"/>
                    <a:pt x="570" y="718"/>
                  </a:cubicBezTo>
                  <a:cubicBezTo>
                    <a:pt x="595" y="669"/>
                    <a:pt x="638" y="631"/>
                    <a:pt x="688" y="609"/>
                  </a:cubicBezTo>
                  <a:close/>
                  <a:moveTo>
                    <a:pt x="512" y="725"/>
                  </a:moveTo>
                  <a:lnTo>
                    <a:pt x="512" y="725"/>
                  </a:lnTo>
                  <a:cubicBezTo>
                    <a:pt x="508" y="719"/>
                    <a:pt x="504" y="714"/>
                    <a:pt x="499" y="709"/>
                  </a:cubicBezTo>
                  <a:cubicBezTo>
                    <a:pt x="499" y="708"/>
                    <a:pt x="498" y="707"/>
                    <a:pt x="497" y="707"/>
                  </a:cubicBezTo>
                  <a:cubicBezTo>
                    <a:pt x="493" y="702"/>
                    <a:pt x="489" y="698"/>
                    <a:pt x="484" y="693"/>
                  </a:cubicBezTo>
                  <a:cubicBezTo>
                    <a:pt x="484" y="693"/>
                    <a:pt x="483" y="692"/>
                    <a:pt x="482" y="691"/>
                  </a:cubicBezTo>
                  <a:cubicBezTo>
                    <a:pt x="477" y="687"/>
                    <a:pt x="473" y="683"/>
                    <a:pt x="467" y="679"/>
                  </a:cubicBezTo>
                  <a:cubicBezTo>
                    <a:pt x="467" y="679"/>
                    <a:pt x="466" y="679"/>
                    <a:pt x="466" y="678"/>
                  </a:cubicBezTo>
                  <a:cubicBezTo>
                    <a:pt x="449" y="666"/>
                    <a:pt x="429" y="656"/>
                    <a:pt x="409" y="650"/>
                  </a:cubicBezTo>
                  <a:cubicBezTo>
                    <a:pt x="404" y="649"/>
                    <a:pt x="400" y="648"/>
                    <a:pt x="395" y="647"/>
                  </a:cubicBezTo>
                  <a:cubicBezTo>
                    <a:pt x="393" y="646"/>
                    <a:pt x="390" y="646"/>
                    <a:pt x="388" y="645"/>
                  </a:cubicBezTo>
                  <a:cubicBezTo>
                    <a:pt x="385" y="645"/>
                    <a:pt x="381" y="644"/>
                    <a:pt x="378" y="644"/>
                  </a:cubicBezTo>
                  <a:cubicBezTo>
                    <a:pt x="376" y="644"/>
                    <a:pt x="374" y="643"/>
                    <a:pt x="372" y="643"/>
                  </a:cubicBezTo>
                  <a:cubicBezTo>
                    <a:pt x="366" y="643"/>
                    <a:pt x="360" y="642"/>
                    <a:pt x="355" y="642"/>
                  </a:cubicBezTo>
                  <a:lnTo>
                    <a:pt x="191" y="642"/>
                  </a:lnTo>
                  <a:cubicBezTo>
                    <a:pt x="86" y="642"/>
                    <a:pt x="0" y="728"/>
                    <a:pt x="0" y="833"/>
                  </a:cubicBezTo>
                  <a:lnTo>
                    <a:pt x="0" y="1088"/>
                  </a:lnTo>
                  <a:lnTo>
                    <a:pt x="112" y="1088"/>
                  </a:lnTo>
                  <a:lnTo>
                    <a:pt x="112" y="824"/>
                  </a:lnTo>
                  <a:lnTo>
                    <a:pt x="151" y="824"/>
                  </a:lnTo>
                  <a:lnTo>
                    <a:pt x="151" y="1088"/>
                  </a:lnTo>
                  <a:lnTo>
                    <a:pt x="391" y="1088"/>
                  </a:lnTo>
                  <a:lnTo>
                    <a:pt x="391" y="824"/>
                  </a:lnTo>
                  <a:lnTo>
                    <a:pt x="430" y="824"/>
                  </a:lnTo>
                  <a:lnTo>
                    <a:pt x="430" y="1088"/>
                  </a:lnTo>
                  <a:lnTo>
                    <a:pt x="546" y="1088"/>
                  </a:lnTo>
                  <a:lnTo>
                    <a:pt x="546" y="833"/>
                  </a:lnTo>
                  <a:cubicBezTo>
                    <a:pt x="546" y="793"/>
                    <a:pt x="533" y="756"/>
                    <a:pt x="512" y="725"/>
                  </a:cubicBezTo>
                  <a:cubicBezTo>
                    <a:pt x="512" y="725"/>
                    <a:pt x="512" y="725"/>
                    <a:pt x="512" y="725"/>
                  </a:cubicBezTo>
                  <a:close/>
                  <a:moveTo>
                    <a:pt x="948" y="642"/>
                  </a:moveTo>
                  <a:lnTo>
                    <a:pt x="948" y="642"/>
                  </a:lnTo>
                  <a:lnTo>
                    <a:pt x="785" y="642"/>
                  </a:lnTo>
                  <a:cubicBezTo>
                    <a:pt x="779" y="642"/>
                    <a:pt x="773" y="643"/>
                    <a:pt x="767" y="643"/>
                  </a:cubicBezTo>
                  <a:cubicBezTo>
                    <a:pt x="765" y="643"/>
                    <a:pt x="763" y="644"/>
                    <a:pt x="761" y="644"/>
                  </a:cubicBezTo>
                  <a:cubicBezTo>
                    <a:pt x="758" y="644"/>
                    <a:pt x="754" y="645"/>
                    <a:pt x="750" y="646"/>
                  </a:cubicBezTo>
                  <a:cubicBezTo>
                    <a:pt x="748" y="646"/>
                    <a:pt x="746" y="646"/>
                    <a:pt x="743" y="647"/>
                  </a:cubicBezTo>
                  <a:cubicBezTo>
                    <a:pt x="739" y="648"/>
                    <a:pt x="735" y="649"/>
                    <a:pt x="731" y="650"/>
                  </a:cubicBezTo>
                  <a:cubicBezTo>
                    <a:pt x="703" y="658"/>
                    <a:pt x="676" y="673"/>
                    <a:pt x="655" y="693"/>
                  </a:cubicBezTo>
                  <a:cubicBezTo>
                    <a:pt x="655" y="694"/>
                    <a:pt x="654" y="694"/>
                    <a:pt x="654" y="694"/>
                  </a:cubicBezTo>
                  <a:cubicBezTo>
                    <a:pt x="649" y="698"/>
                    <a:pt x="645" y="703"/>
                    <a:pt x="641" y="708"/>
                  </a:cubicBezTo>
                  <a:cubicBezTo>
                    <a:pt x="640" y="708"/>
                    <a:pt x="640" y="709"/>
                    <a:pt x="639" y="709"/>
                  </a:cubicBezTo>
                  <a:cubicBezTo>
                    <a:pt x="611" y="743"/>
                    <a:pt x="593" y="786"/>
                    <a:pt x="593" y="833"/>
                  </a:cubicBezTo>
                  <a:lnTo>
                    <a:pt x="593" y="1088"/>
                  </a:lnTo>
                  <a:lnTo>
                    <a:pt x="705" y="1088"/>
                  </a:lnTo>
                  <a:lnTo>
                    <a:pt x="705" y="824"/>
                  </a:lnTo>
                  <a:lnTo>
                    <a:pt x="744" y="824"/>
                  </a:lnTo>
                  <a:lnTo>
                    <a:pt x="744" y="1088"/>
                  </a:lnTo>
                  <a:lnTo>
                    <a:pt x="985" y="1088"/>
                  </a:lnTo>
                  <a:lnTo>
                    <a:pt x="985" y="824"/>
                  </a:lnTo>
                  <a:lnTo>
                    <a:pt x="1024" y="824"/>
                  </a:lnTo>
                  <a:lnTo>
                    <a:pt x="1024" y="1088"/>
                  </a:lnTo>
                  <a:lnTo>
                    <a:pt x="1139" y="1088"/>
                  </a:lnTo>
                  <a:lnTo>
                    <a:pt x="1139" y="833"/>
                  </a:lnTo>
                  <a:cubicBezTo>
                    <a:pt x="1139" y="728"/>
                    <a:pt x="1053" y="642"/>
                    <a:pt x="948" y="642"/>
                  </a:cubicBezTo>
                  <a:close/>
                  <a:moveTo>
                    <a:pt x="273" y="616"/>
                  </a:moveTo>
                  <a:lnTo>
                    <a:pt x="273" y="616"/>
                  </a:lnTo>
                  <a:cubicBezTo>
                    <a:pt x="289" y="616"/>
                    <a:pt x="304" y="613"/>
                    <a:pt x="317" y="608"/>
                  </a:cubicBezTo>
                  <a:cubicBezTo>
                    <a:pt x="318" y="608"/>
                    <a:pt x="318" y="608"/>
                    <a:pt x="318" y="608"/>
                  </a:cubicBezTo>
                  <a:cubicBezTo>
                    <a:pt x="325" y="605"/>
                    <a:pt x="331" y="602"/>
                    <a:pt x="337" y="599"/>
                  </a:cubicBezTo>
                  <a:cubicBezTo>
                    <a:pt x="337" y="599"/>
                    <a:pt x="338" y="598"/>
                    <a:pt x="338" y="598"/>
                  </a:cubicBezTo>
                  <a:cubicBezTo>
                    <a:pt x="344" y="594"/>
                    <a:pt x="350" y="591"/>
                    <a:pt x="355" y="586"/>
                  </a:cubicBezTo>
                  <a:cubicBezTo>
                    <a:pt x="355" y="586"/>
                    <a:pt x="355" y="586"/>
                    <a:pt x="355" y="586"/>
                  </a:cubicBezTo>
                  <a:cubicBezTo>
                    <a:pt x="366" y="577"/>
                    <a:pt x="374" y="566"/>
                    <a:pt x="381" y="554"/>
                  </a:cubicBezTo>
                  <a:cubicBezTo>
                    <a:pt x="382" y="554"/>
                    <a:pt x="382" y="553"/>
                    <a:pt x="383" y="552"/>
                  </a:cubicBezTo>
                  <a:cubicBezTo>
                    <a:pt x="386" y="547"/>
                    <a:pt x="389" y="541"/>
                    <a:pt x="391" y="535"/>
                  </a:cubicBezTo>
                  <a:cubicBezTo>
                    <a:pt x="391" y="534"/>
                    <a:pt x="392" y="533"/>
                    <a:pt x="392" y="532"/>
                  </a:cubicBezTo>
                  <a:cubicBezTo>
                    <a:pt x="394" y="526"/>
                    <a:pt x="396" y="520"/>
                    <a:pt x="397" y="513"/>
                  </a:cubicBezTo>
                  <a:cubicBezTo>
                    <a:pt x="397" y="512"/>
                    <a:pt x="398" y="511"/>
                    <a:pt x="398" y="510"/>
                  </a:cubicBezTo>
                  <a:cubicBezTo>
                    <a:pt x="399" y="504"/>
                    <a:pt x="399" y="497"/>
                    <a:pt x="399" y="490"/>
                  </a:cubicBezTo>
                  <a:cubicBezTo>
                    <a:pt x="399" y="484"/>
                    <a:pt x="399" y="478"/>
                    <a:pt x="398" y="472"/>
                  </a:cubicBezTo>
                  <a:cubicBezTo>
                    <a:pt x="398" y="471"/>
                    <a:pt x="398" y="470"/>
                    <a:pt x="398" y="468"/>
                  </a:cubicBezTo>
                  <a:cubicBezTo>
                    <a:pt x="397" y="463"/>
                    <a:pt x="395" y="458"/>
                    <a:pt x="394" y="453"/>
                  </a:cubicBezTo>
                  <a:cubicBezTo>
                    <a:pt x="394" y="452"/>
                    <a:pt x="394" y="452"/>
                    <a:pt x="394" y="452"/>
                  </a:cubicBezTo>
                  <a:cubicBezTo>
                    <a:pt x="392" y="447"/>
                    <a:pt x="390" y="442"/>
                    <a:pt x="388" y="437"/>
                  </a:cubicBezTo>
                  <a:cubicBezTo>
                    <a:pt x="387" y="436"/>
                    <a:pt x="387" y="435"/>
                    <a:pt x="386" y="434"/>
                  </a:cubicBezTo>
                  <a:cubicBezTo>
                    <a:pt x="384" y="429"/>
                    <a:pt x="381" y="424"/>
                    <a:pt x="378" y="419"/>
                  </a:cubicBezTo>
                  <a:lnTo>
                    <a:pt x="378" y="419"/>
                  </a:lnTo>
                  <a:cubicBezTo>
                    <a:pt x="375" y="415"/>
                    <a:pt x="372" y="410"/>
                    <a:pt x="368" y="406"/>
                  </a:cubicBezTo>
                  <a:cubicBezTo>
                    <a:pt x="367" y="405"/>
                    <a:pt x="367" y="405"/>
                    <a:pt x="366" y="404"/>
                  </a:cubicBezTo>
                  <a:cubicBezTo>
                    <a:pt x="362" y="400"/>
                    <a:pt x="358" y="396"/>
                    <a:pt x="354" y="393"/>
                  </a:cubicBezTo>
                  <a:cubicBezTo>
                    <a:pt x="354" y="393"/>
                    <a:pt x="354" y="393"/>
                    <a:pt x="354" y="393"/>
                  </a:cubicBezTo>
                  <a:cubicBezTo>
                    <a:pt x="350" y="389"/>
                    <a:pt x="345" y="386"/>
                    <a:pt x="341" y="383"/>
                  </a:cubicBezTo>
                  <a:cubicBezTo>
                    <a:pt x="340" y="382"/>
                    <a:pt x="339" y="382"/>
                    <a:pt x="338" y="381"/>
                  </a:cubicBezTo>
                  <a:cubicBezTo>
                    <a:pt x="334" y="379"/>
                    <a:pt x="329" y="376"/>
                    <a:pt x="324" y="374"/>
                  </a:cubicBezTo>
                  <a:cubicBezTo>
                    <a:pt x="324" y="374"/>
                    <a:pt x="324" y="374"/>
                    <a:pt x="323" y="374"/>
                  </a:cubicBezTo>
                  <a:cubicBezTo>
                    <a:pt x="308" y="367"/>
                    <a:pt x="291" y="363"/>
                    <a:pt x="273" y="363"/>
                  </a:cubicBezTo>
                  <a:cubicBezTo>
                    <a:pt x="203" y="363"/>
                    <a:pt x="146" y="420"/>
                    <a:pt x="146" y="490"/>
                  </a:cubicBezTo>
                  <a:cubicBezTo>
                    <a:pt x="146" y="559"/>
                    <a:pt x="203" y="616"/>
                    <a:pt x="273" y="616"/>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cs typeface="黑体-简" panose="02000000000000000000" charset="-122"/>
              </a:endParaRPr>
            </a:p>
          </p:txBody>
        </p:sp>
      </p:grpSp>
      <p:sp>
        <p:nvSpPr>
          <p:cNvPr id="5122" name="内容占位符 9"/>
          <p:cNvSpPr txBox="1"/>
          <p:nvPr userDrawn="1"/>
        </p:nvSpPr>
        <p:spPr>
          <a:xfrm>
            <a:off x="838200" y="5092065"/>
            <a:ext cx="3264535" cy="1187450"/>
          </a:xfrm>
          <a:prstGeom prst="rect">
            <a:avLst/>
          </a:prstGeom>
          <a:noFill/>
          <a:ln w="9525">
            <a:noFill/>
          </a:ln>
        </p:spPr>
        <p:txBody>
          <a:bodyPr anchor="ctr"/>
          <a:p>
            <a:pPr algn="ctr">
              <a:lnSpc>
                <a:spcPct val="90000"/>
              </a:lnSpc>
              <a:spcBef>
                <a:spcPts val="1000"/>
              </a:spcBef>
            </a:pPr>
            <a:r>
              <a:rPr lang="zh-CN" altLang="en-US" sz="2000" dirty="0">
                <a:solidFill>
                  <a:schemeClr val="bg1">
                    <a:lumMod val="50000"/>
                  </a:schemeClr>
                </a:solidFill>
                <a:latin typeface="黑体-简" panose="02000000000000000000" charset="-122"/>
                <a:ea typeface="黑体-简" panose="02000000000000000000" charset="-122"/>
                <a:cs typeface="黑体-简" panose="02000000000000000000" charset="-122"/>
                <a:sym typeface="+mn-lt"/>
              </a:rPr>
              <a:t>南京灵枢智联技术有限公司</a:t>
            </a:r>
            <a:endParaRPr lang="zh-CN" altLang="en-US" sz="2000" dirty="0">
              <a:solidFill>
                <a:schemeClr val="bg1">
                  <a:lumMod val="50000"/>
                </a:schemeClr>
              </a:solidFill>
              <a:latin typeface="黑体-简" panose="02000000000000000000" charset="-122"/>
              <a:ea typeface="黑体-简" panose="02000000000000000000" charset="-122"/>
              <a:cs typeface="黑体-简" panose="02000000000000000000" charset="-122"/>
              <a:sym typeface="+mn-lt"/>
            </a:endParaRPr>
          </a:p>
        </p:txBody>
      </p:sp>
      <p:grpSp>
        <p:nvGrpSpPr>
          <p:cNvPr id="16" name="组合 15"/>
          <p:cNvGrpSpPr/>
          <p:nvPr userDrawn="1"/>
        </p:nvGrpSpPr>
        <p:grpSpPr>
          <a:xfrm>
            <a:off x="-635" y="1794510"/>
            <a:ext cx="4239895" cy="2643505"/>
            <a:chOff x="-8424" y="105"/>
            <a:chExt cx="6677" cy="4163"/>
          </a:xfrm>
        </p:grpSpPr>
        <p:sp>
          <p:nvSpPr>
            <p:cNvPr id="66" name="右箭头 65"/>
            <p:cNvSpPr/>
            <p:nvPr userDrawn="1"/>
          </p:nvSpPr>
          <p:spPr>
            <a:xfrm>
              <a:off x="-8424" y="694"/>
              <a:ext cx="2274" cy="664"/>
            </a:xfrm>
            <a:prstGeom prst="rightArrow">
              <a:avLst/>
            </a:prstGeom>
            <a:gradFill>
              <a:gsLst>
                <a:gs pos="0">
                  <a:srgbClr val="9ED9F6">
                    <a:alpha val="17000"/>
                  </a:srgbClr>
                </a:gs>
                <a:gs pos="100000">
                  <a:srgbClr val="00A0E9">
                    <a:alpha val="34000"/>
                  </a:srgbClr>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黑体-简" panose="02000000000000000000" charset="-122"/>
              </a:endParaRPr>
            </a:p>
          </p:txBody>
        </p:sp>
        <p:sp>
          <p:nvSpPr>
            <p:cNvPr id="67" name="右箭头 66"/>
            <p:cNvSpPr/>
            <p:nvPr userDrawn="1"/>
          </p:nvSpPr>
          <p:spPr>
            <a:xfrm>
              <a:off x="-8424" y="1937"/>
              <a:ext cx="3012" cy="2331"/>
            </a:xfrm>
            <a:prstGeom prst="rightArrow">
              <a:avLst/>
            </a:prstGeom>
            <a:gradFill>
              <a:gsLst>
                <a:gs pos="0">
                  <a:srgbClr val="9ED9F6">
                    <a:alpha val="17000"/>
                  </a:srgbClr>
                </a:gs>
                <a:gs pos="100000">
                  <a:srgbClr val="00A0E9">
                    <a:alpha val="34000"/>
                  </a:srgbClr>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黑体-简" panose="02000000000000000000" charset="-122"/>
              </a:endParaRPr>
            </a:p>
          </p:txBody>
        </p:sp>
        <p:sp>
          <p:nvSpPr>
            <p:cNvPr id="68" name="右箭头 67"/>
            <p:cNvSpPr/>
            <p:nvPr userDrawn="1"/>
          </p:nvSpPr>
          <p:spPr>
            <a:xfrm>
              <a:off x="-8423" y="105"/>
              <a:ext cx="2766" cy="969"/>
            </a:xfrm>
            <a:prstGeom prst="rightArrow">
              <a:avLst/>
            </a:prstGeom>
            <a:gradFill>
              <a:gsLst>
                <a:gs pos="0">
                  <a:srgbClr val="9ED9F6">
                    <a:alpha val="17000"/>
                  </a:srgbClr>
                </a:gs>
                <a:gs pos="100000">
                  <a:srgbClr val="00A0E9">
                    <a:alpha val="34000"/>
                  </a:srgbClr>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黑体-简" panose="02000000000000000000" charset="-122"/>
              </a:endParaRPr>
            </a:p>
          </p:txBody>
        </p:sp>
        <p:sp>
          <p:nvSpPr>
            <p:cNvPr id="69" name="右箭头 68"/>
            <p:cNvSpPr/>
            <p:nvPr userDrawn="1"/>
          </p:nvSpPr>
          <p:spPr>
            <a:xfrm>
              <a:off x="-8423" y="1216"/>
              <a:ext cx="3962" cy="1528"/>
            </a:xfrm>
            <a:prstGeom prst="rightArrow">
              <a:avLst/>
            </a:prstGeom>
            <a:gradFill>
              <a:gsLst>
                <a:gs pos="0">
                  <a:srgbClr val="9ED9F6">
                    <a:alpha val="17000"/>
                  </a:srgbClr>
                </a:gs>
                <a:gs pos="100000">
                  <a:srgbClr val="00A0E9">
                    <a:alpha val="34000"/>
                  </a:srgbClr>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黑体-简" panose="02000000000000000000" charset="-122"/>
              </a:endParaRPr>
            </a:p>
          </p:txBody>
        </p:sp>
        <p:sp>
          <p:nvSpPr>
            <p:cNvPr id="6" name="右箭头 5"/>
            <p:cNvSpPr/>
            <p:nvPr userDrawn="1"/>
          </p:nvSpPr>
          <p:spPr>
            <a:xfrm>
              <a:off x="-5709" y="2451"/>
              <a:ext cx="3962" cy="1528"/>
            </a:xfrm>
            <a:prstGeom prst="rightArrow">
              <a:avLst/>
            </a:prstGeom>
            <a:gradFill>
              <a:gsLst>
                <a:gs pos="100000">
                  <a:srgbClr val="9ED9F6">
                    <a:alpha val="17000"/>
                  </a:srgbClr>
                </a:gs>
                <a:gs pos="20000">
                  <a:srgbClr val="00A0E9">
                    <a:alpha val="34000"/>
                  </a:srgbClr>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黑体-简" panose="02000000000000000000" charset="-122"/>
              </a:endParaRPr>
            </a:p>
          </p:txBody>
        </p:sp>
        <p:sp>
          <p:nvSpPr>
            <p:cNvPr id="8" name="右箭头 7"/>
            <p:cNvSpPr/>
            <p:nvPr userDrawn="1"/>
          </p:nvSpPr>
          <p:spPr>
            <a:xfrm>
              <a:off x="-5709" y="1013"/>
              <a:ext cx="2797" cy="1079"/>
            </a:xfrm>
            <a:prstGeom prst="rightArrow">
              <a:avLst/>
            </a:prstGeom>
            <a:gradFill>
              <a:gsLst>
                <a:gs pos="0">
                  <a:srgbClr val="9ED9F6">
                    <a:alpha val="17000"/>
                  </a:srgbClr>
                </a:gs>
                <a:gs pos="100000">
                  <a:srgbClr val="00A0E9">
                    <a:alpha val="34000"/>
                  </a:srgbClr>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黑体-简" panose="02000000000000000000" charset="-122"/>
              </a:endParaRPr>
            </a:p>
          </p:txBody>
        </p:sp>
      </p:grpSp>
      <p:grpSp>
        <p:nvGrpSpPr>
          <p:cNvPr id="17" name="组合 16"/>
          <p:cNvGrpSpPr/>
          <p:nvPr userDrawn="1"/>
        </p:nvGrpSpPr>
        <p:grpSpPr>
          <a:xfrm>
            <a:off x="7748905" y="1794510"/>
            <a:ext cx="4239895" cy="2643505"/>
            <a:chOff x="-8424" y="105"/>
            <a:chExt cx="6677" cy="4163"/>
          </a:xfrm>
        </p:grpSpPr>
        <p:sp>
          <p:nvSpPr>
            <p:cNvPr id="18" name="右箭头 17"/>
            <p:cNvSpPr/>
            <p:nvPr userDrawn="1"/>
          </p:nvSpPr>
          <p:spPr>
            <a:xfrm>
              <a:off x="-8424" y="694"/>
              <a:ext cx="2274" cy="664"/>
            </a:xfrm>
            <a:prstGeom prst="rightArrow">
              <a:avLst/>
            </a:prstGeom>
            <a:gradFill>
              <a:gsLst>
                <a:gs pos="100000">
                  <a:srgbClr val="9ED9F6">
                    <a:alpha val="17000"/>
                  </a:srgbClr>
                </a:gs>
                <a:gs pos="0">
                  <a:srgbClr val="00A0E9">
                    <a:alpha val="34000"/>
                  </a:srgbClr>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黑体-简" panose="02000000000000000000" charset="-122"/>
              </a:endParaRPr>
            </a:p>
          </p:txBody>
        </p:sp>
        <p:sp>
          <p:nvSpPr>
            <p:cNvPr id="24" name="右箭头 23"/>
            <p:cNvSpPr/>
            <p:nvPr userDrawn="1"/>
          </p:nvSpPr>
          <p:spPr>
            <a:xfrm>
              <a:off x="-8424" y="1937"/>
              <a:ext cx="3012" cy="2331"/>
            </a:xfrm>
            <a:prstGeom prst="rightArrow">
              <a:avLst/>
            </a:prstGeom>
            <a:gradFill>
              <a:gsLst>
                <a:gs pos="100000">
                  <a:srgbClr val="9ED9F6">
                    <a:alpha val="17000"/>
                  </a:srgbClr>
                </a:gs>
                <a:gs pos="0">
                  <a:srgbClr val="00A0E9">
                    <a:alpha val="34000"/>
                  </a:srgbClr>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黑体-简" panose="02000000000000000000" charset="-122"/>
              </a:endParaRPr>
            </a:p>
          </p:txBody>
        </p:sp>
        <p:sp>
          <p:nvSpPr>
            <p:cNvPr id="27" name="右箭头 26"/>
            <p:cNvSpPr/>
            <p:nvPr userDrawn="1"/>
          </p:nvSpPr>
          <p:spPr>
            <a:xfrm>
              <a:off x="-8423" y="105"/>
              <a:ext cx="2766" cy="969"/>
            </a:xfrm>
            <a:prstGeom prst="rightArrow">
              <a:avLst/>
            </a:prstGeom>
            <a:gradFill>
              <a:gsLst>
                <a:gs pos="100000">
                  <a:srgbClr val="9ED9F6">
                    <a:alpha val="17000"/>
                  </a:srgbClr>
                </a:gs>
                <a:gs pos="7000">
                  <a:srgbClr val="00A0E9">
                    <a:alpha val="34000"/>
                  </a:srgbClr>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黑体-简" panose="02000000000000000000" charset="-122"/>
              </a:endParaRPr>
            </a:p>
          </p:txBody>
        </p:sp>
        <p:sp>
          <p:nvSpPr>
            <p:cNvPr id="31" name="右箭头 30"/>
            <p:cNvSpPr/>
            <p:nvPr userDrawn="1"/>
          </p:nvSpPr>
          <p:spPr>
            <a:xfrm>
              <a:off x="-8423" y="1216"/>
              <a:ext cx="3962" cy="1528"/>
            </a:xfrm>
            <a:prstGeom prst="rightArrow">
              <a:avLst/>
            </a:prstGeom>
            <a:gradFill>
              <a:gsLst>
                <a:gs pos="0">
                  <a:srgbClr val="9ED9F6">
                    <a:alpha val="17000"/>
                  </a:srgbClr>
                </a:gs>
                <a:gs pos="100000">
                  <a:srgbClr val="00A0E9">
                    <a:alpha val="34000"/>
                  </a:srgbClr>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黑体-简" panose="02000000000000000000" charset="-122"/>
              </a:endParaRPr>
            </a:p>
          </p:txBody>
        </p:sp>
        <p:sp>
          <p:nvSpPr>
            <p:cNvPr id="33" name="右箭头 32"/>
            <p:cNvSpPr/>
            <p:nvPr userDrawn="1"/>
          </p:nvSpPr>
          <p:spPr>
            <a:xfrm>
              <a:off x="-5709" y="2451"/>
              <a:ext cx="3962" cy="1528"/>
            </a:xfrm>
            <a:prstGeom prst="rightArrow">
              <a:avLst/>
            </a:prstGeom>
            <a:gradFill>
              <a:gsLst>
                <a:gs pos="100000">
                  <a:srgbClr val="9ED9F6">
                    <a:alpha val="17000"/>
                  </a:srgbClr>
                </a:gs>
                <a:gs pos="20000">
                  <a:srgbClr val="00A0E9">
                    <a:alpha val="34000"/>
                  </a:srgbClr>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黑体-简" panose="02000000000000000000" charset="-122"/>
              </a:endParaRPr>
            </a:p>
          </p:txBody>
        </p:sp>
        <p:sp>
          <p:nvSpPr>
            <p:cNvPr id="34" name="右箭头 33"/>
            <p:cNvSpPr/>
            <p:nvPr userDrawn="1"/>
          </p:nvSpPr>
          <p:spPr>
            <a:xfrm>
              <a:off x="-5709" y="1013"/>
              <a:ext cx="2797" cy="1079"/>
            </a:xfrm>
            <a:prstGeom prst="rightArrow">
              <a:avLst/>
            </a:prstGeom>
            <a:gradFill>
              <a:gsLst>
                <a:gs pos="0">
                  <a:srgbClr val="9ED9F6">
                    <a:alpha val="17000"/>
                  </a:srgbClr>
                </a:gs>
                <a:gs pos="100000">
                  <a:srgbClr val="00A0E9">
                    <a:alpha val="34000"/>
                  </a:srgbClr>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黑体-简" panose="02000000000000000000" charset="-122"/>
              </a:endParaRPr>
            </a:p>
          </p:txBody>
        </p:sp>
      </p:grpSp>
      <p:sp>
        <p:nvSpPr>
          <p:cNvPr id="2" name="标题 1"/>
          <p:cNvSpPr>
            <a:spLocks noGrp="1"/>
          </p:cNvSpPr>
          <p:nvPr>
            <p:ph type="ctrTitle"/>
            <p:custDataLst>
              <p:tags r:id="rId3"/>
            </p:custDataLst>
          </p:nvPr>
        </p:nvSpPr>
        <p:spPr>
          <a:xfrm>
            <a:off x="1198880" y="1651635"/>
            <a:ext cx="9799320" cy="1833245"/>
          </a:xfrm>
          <a:effectLst>
            <a:outerShdw blurRad="50800" dist="38100" dir="2700000" algn="tl" rotWithShape="0">
              <a:prstClr val="black">
                <a:alpha val="40000"/>
              </a:prstClr>
            </a:outerShdw>
          </a:effectLst>
        </p:spPr>
        <p:txBody>
          <a:bodyPr lIns="90000" tIns="46800" rIns="90000" bIns="46800" anchor="b" anchorCtr="0">
            <a:normAutofit/>
          </a:bodyPr>
          <a:lstStyle>
            <a:lvl1pPr algn="ctr">
              <a:defRPr sz="6000" b="1">
                <a:solidFill>
                  <a:schemeClr val="bg1"/>
                </a:solidFill>
                <a:latin typeface="Heiti SC Medium" panose="02000000000000000000" charset="-122"/>
                <a:ea typeface="Heiti SC Medium" panose="02000000000000000000" charset="-122"/>
              </a:defRPr>
            </a:lvl1pPr>
          </a:lstStyle>
          <a:p>
            <a:r>
              <a:rPr lang="zh-CN" altLang="en-US" dirty="0"/>
              <a:t>单击此处编辑母版标题样式</a:t>
            </a:r>
            <a:endParaRPr lang="zh-CN" altLang="en-US" dirty="0"/>
          </a:p>
        </p:txBody>
      </p:sp>
      <p:sp>
        <p:nvSpPr>
          <p:cNvPr id="3" name="副标题 2"/>
          <p:cNvSpPr>
            <a:spLocks noGrp="1"/>
          </p:cNvSpPr>
          <p:nvPr>
            <p:ph type="subTitle" idx="1"/>
            <p:custDataLst>
              <p:tags r:id="rId4"/>
            </p:custDataLst>
          </p:nvPr>
        </p:nvSpPr>
        <p:spPr>
          <a:xfrm>
            <a:off x="1198880" y="3560445"/>
            <a:ext cx="9799320" cy="871855"/>
          </a:xfrm>
          <a:effectLst>
            <a:outerShdw blurRad="50800" dist="38100" dir="2700000" algn="tl" rotWithShape="0">
              <a:prstClr val="black">
                <a:alpha val="40000"/>
              </a:prstClr>
            </a:outerShdw>
          </a:effectLst>
        </p:spPr>
        <p:txBody>
          <a:bodyPr lIns="90000" tIns="46800" rIns="90000" bIns="46800">
            <a:normAutofit/>
          </a:bodyPr>
          <a:lstStyle>
            <a:lvl1pPr marL="0" indent="0" algn="ctr">
              <a:lnSpc>
                <a:spcPct val="110000"/>
              </a:lnSpc>
              <a:buNone/>
              <a:defRPr sz="2400" b="1" spc="200">
                <a:solidFill>
                  <a:schemeClr val="bg1"/>
                </a:solidFill>
                <a:latin typeface="Heiti SC Medium" panose="02000000000000000000" charset="-122"/>
                <a:ea typeface="Heiti SC Medium" panose="02000000000000000000" charset="-12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zh-CN" altLang="en-US" dirty="0"/>
          </a:p>
        </p:txBody>
      </p:sp>
      <p:pic>
        <p:nvPicPr>
          <p:cNvPr id="37" name="图片 36" descr="拼音-21"/>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749300" y="437515"/>
            <a:ext cx="2529205" cy="685165"/>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3" name="日期占位符 2"/>
          <p:cNvSpPr>
            <a:spLocks noGrp="1"/>
          </p:cNvSpPr>
          <p:nvPr>
            <p:ph type="dt" sz="half" idx="10"/>
          </p:nvPr>
        </p:nvSpPr>
        <p:spPr>
          <a:xfrm>
            <a:off x="612000" y="13080960"/>
            <a:ext cx="2700000" cy="316800"/>
          </a:xfrm>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a:xfrm>
            <a:off x="4116000" y="13080960"/>
            <a:ext cx="3960000" cy="316800"/>
          </a:xfrm>
        </p:spPr>
        <p:txBody>
          <a:bodyPr/>
          <a:lstStyle/>
          <a:p>
            <a:endParaRPr lang="zh-CN" altLang="en-US" dirty="0"/>
          </a:p>
        </p:txBody>
      </p:sp>
      <p:sp>
        <p:nvSpPr>
          <p:cNvPr id="5" name="灯片编号占位符 4"/>
          <p:cNvSpPr>
            <a:spLocks noGrp="1"/>
          </p:cNvSpPr>
          <p:nvPr>
            <p:ph type="sldNum" sz="quarter" idx="12"/>
          </p:nvPr>
        </p:nvSpPr>
        <p:spPr>
          <a:xfrm>
            <a:off x="8877600" y="13080960"/>
            <a:ext cx="2700000" cy="316800"/>
          </a:xfrm>
        </p:spPr>
        <p:txBody>
          <a:bodyPr/>
          <a:lstStyle/>
          <a:p>
            <a:fld id="{49AE70B2-8BF9-45C0-BB95-33D1B9D3A854}" type="slidenum">
              <a:rPr lang="zh-CN" altLang="en-US" smtClean="0"/>
            </a:fld>
            <a:endParaRPr lang="zh-CN" altLang="en-US" dirty="0"/>
          </a:p>
        </p:txBody>
      </p:sp>
      <p:sp>
        <p:nvSpPr>
          <p:cNvPr id="144" name="任意多边形 143"/>
          <p:cNvSpPr/>
          <p:nvPr userDrawn="1"/>
        </p:nvSpPr>
        <p:spPr>
          <a:xfrm>
            <a:off x="125815" y="0"/>
            <a:ext cx="5211531" cy="6858000"/>
          </a:xfrm>
          <a:custGeom>
            <a:avLst/>
            <a:gdLst>
              <a:gd name="connsiteX0" fmla="*/ 0 w 5211531"/>
              <a:gd name="connsiteY0" fmla="*/ 0 h 6858000"/>
              <a:gd name="connsiteX1" fmla="*/ 3242537 w 5211531"/>
              <a:gd name="connsiteY1" fmla="*/ 0 h 6858000"/>
              <a:gd name="connsiteX2" fmla="*/ 3299587 w 5211531"/>
              <a:gd name="connsiteY2" fmla="*/ 32803 h 6858000"/>
              <a:gd name="connsiteX3" fmla="*/ 5211531 w 5211531"/>
              <a:gd name="connsiteY3" fmla="*/ 3429001 h 6858000"/>
              <a:gd name="connsiteX4" fmla="*/ 3299587 w 5211531"/>
              <a:gd name="connsiteY4" fmla="*/ 6825199 h 6858000"/>
              <a:gd name="connsiteX5" fmla="*/ 3242541 w 5211531"/>
              <a:gd name="connsiteY5" fmla="*/ 6858000 h 6858000"/>
              <a:gd name="connsiteX6" fmla="*/ 0 w 521153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11531" h="6858000">
                <a:moveTo>
                  <a:pt x="0" y="0"/>
                </a:moveTo>
                <a:lnTo>
                  <a:pt x="3242537" y="0"/>
                </a:lnTo>
                <a:lnTo>
                  <a:pt x="3299587" y="32803"/>
                </a:lnTo>
                <a:cubicBezTo>
                  <a:pt x="4445843" y="729285"/>
                  <a:pt x="5211531" y="1989725"/>
                  <a:pt x="5211531" y="3429001"/>
                </a:cubicBezTo>
                <a:cubicBezTo>
                  <a:pt x="5211531" y="4868278"/>
                  <a:pt x="4445843" y="6128718"/>
                  <a:pt x="3299587" y="6825199"/>
                </a:cubicBezTo>
                <a:lnTo>
                  <a:pt x="3242541" y="6858000"/>
                </a:lnTo>
                <a:lnTo>
                  <a:pt x="0" y="6858000"/>
                </a:lnTo>
                <a:close/>
              </a:path>
            </a:pathLst>
          </a:custGeom>
          <a:solidFill>
            <a:srgbClr val="39D4EE">
              <a:alpha val="50000"/>
            </a:srgbClr>
          </a:solidFill>
          <a:ln w="25400" cap="flat" cmpd="sng" algn="ctr">
            <a:noFill/>
            <a:prstDash val="solid"/>
            <a:miter lim="800000"/>
          </a:ln>
          <a:effectLst>
            <a:outerShdw blurRad="304800" dist="152400" dir="2700000" sx="96000" sy="96000" algn="tl" rotWithShape="0">
              <a:srgbClr val="3B8BF1">
                <a:alpha val="40000"/>
              </a:srgbClr>
            </a:outerShdw>
          </a:effectLst>
        </p:spPr>
        <p:txBody>
          <a:bodyPr wrap="square" lIns="0" tIns="0" rIns="0" bIns="0" rtlCol="0" anchor="ctr">
            <a:noAutofit/>
          </a:bodyPr>
          <a:lstStyle/>
          <a:p>
            <a:pPr algn="ctr"/>
            <a:endParaRPr lang="zh-CN" altLang="en-US" sz="11500" b="1" kern="0">
              <a:solidFill>
                <a:srgbClr val="FFFFFF"/>
              </a:solidFill>
              <a:latin typeface="思源黑体 CN Normal" pitchFamily="34" charset="-122"/>
              <a:ea typeface="思源黑体 CN Normal" pitchFamily="34" charset="-122"/>
              <a:cs typeface="黑体-简" panose="02000000000000000000" charset="-122"/>
            </a:endParaRPr>
          </a:p>
        </p:txBody>
      </p:sp>
      <p:sp>
        <p:nvSpPr>
          <p:cNvPr id="143" name="任意多边形 142"/>
          <p:cNvSpPr/>
          <p:nvPr userDrawn="1"/>
        </p:nvSpPr>
        <p:spPr>
          <a:xfrm>
            <a:off x="0" y="0"/>
            <a:ext cx="5211531" cy="6858000"/>
          </a:xfrm>
          <a:custGeom>
            <a:avLst/>
            <a:gdLst>
              <a:gd name="connsiteX0" fmla="*/ 0 w 5211531"/>
              <a:gd name="connsiteY0" fmla="*/ 0 h 6858000"/>
              <a:gd name="connsiteX1" fmla="*/ 3242537 w 5211531"/>
              <a:gd name="connsiteY1" fmla="*/ 0 h 6858000"/>
              <a:gd name="connsiteX2" fmla="*/ 3299587 w 5211531"/>
              <a:gd name="connsiteY2" fmla="*/ 32803 h 6858000"/>
              <a:gd name="connsiteX3" fmla="*/ 5211531 w 5211531"/>
              <a:gd name="connsiteY3" fmla="*/ 3429001 h 6858000"/>
              <a:gd name="connsiteX4" fmla="*/ 3299587 w 5211531"/>
              <a:gd name="connsiteY4" fmla="*/ 6825199 h 6858000"/>
              <a:gd name="connsiteX5" fmla="*/ 3242541 w 5211531"/>
              <a:gd name="connsiteY5" fmla="*/ 6858000 h 6858000"/>
              <a:gd name="connsiteX6" fmla="*/ 0 w 521153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11531" h="6858000">
                <a:moveTo>
                  <a:pt x="0" y="0"/>
                </a:moveTo>
                <a:lnTo>
                  <a:pt x="3242537" y="0"/>
                </a:lnTo>
                <a:lnTo>
                  <a:pt x="3299587" y="32803"/>
                </a:lnTo>
                <a:cubicBezTo>
                  <a:pt x="4445843" y="729285"/>
                  <a:pt x="5211531" y="1989725"/>
                  <a:pt x="5211531" y="3429001"/>
                </a:cubicBezTo>
                <a:cubicBezTo>
                  <a:pt x="5211531" y="4868278"/>
                  <a:pt x="4445843" y="6128718"/>
                  <a:pt x="3299587" y="6825199"/>
                </a:cubicBezTo>
                <a:lnTo>
                  <a:pt x="3242541" y="6858000"/>
                </a:lnTo>
                <a:lnTo>
                  <a:pt x="0" y="6858000"/>
                </a:lnTo>
                <a:close/>
              </a:path>
            </a:pathLst>
          </a:custGeom>
          <a:solidFill>
            <a:srgbClr val="00A0E9"/>
          </a:solidFill>
          <a:ln w="25400" cap="flat" cmpd="sng" algn="ctr">
            <a:noFill/>
            <a:prstDash val="solid"/>
            <a:miter lim="800000"/>
          </a:ln>
          <a:effectLst>
            <a:outerShdw blurRad="304800" dist="152400" dir="2700000" sx="96000" sy="96000" algn="tl" rotWithShape="0">
              <a:srgbClr val="3B8BF1">
                <a:alpha val="40000"/>
              </a:srgbClr>
            </a:outerShdw>
          </a:effectLst>
        </p:spPr>
        <p:txBody>
          <a:bodyPr wrap="square" lIns="0" tIns="0" rIns="0" bIns="0" rtlCol="0" anchor="ctr">
            <a:noAutofit/>
          </a:bodyPr>
          <a:lstStyle/>
          <a:p>
            <a:pPr algn="ctr"/>
            <a:endParaRPr lang="zh-CN" altLang="en-US" sz="11500" b="1" kern="0">
              <a:solidFill>
                <a:srgbClr val="FFFFFF"/>
              </a:solidFill>
              <a:latin typeface="思源黑体 CN Normal" pitchFamily="34" charset="-122"/>
              <a:ea typeface="思源黑体 CN Normal" pitchFamily="34" charset="-122"/>
              <a:cs typeface="黑体-简" panose="02000000000000000000" charset="-122"/>
            </a:endParaRPr>
          </a:p>
        </p:txBody>
      </p:sp>
      <p:sp>
        <p:nvSpPr>
          <p:cNvPr id="76" name="文本框 75"/>
          <p:cNvSpPr txBox="1"/>
          <p:nvPr userDrawn="1"/>
        </p:nvSpPr>
        <p:spPr>
          <a:xfrm>
            <a:off x="1001072" y="3112182"/>
            <a:ext cx="3733801" cy="70788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4000" b="0" i="0" u="none" strike="noStrike" kern="1200" cap="none" spc="0" normalizeH="0" baseline="0" noProof="0" dirty="0">
                <a:ln>
                  <a:noFill/>
                </a:ln>
                <a:solidFill>
                  <a:schemeClr val="bg1"/>
                </a:solidFill>
                <a:effectLst/>
                <a:uLnTx/>
                <a:uFillTx/>
                <a:latin typeface="思源黑体 CN Light" pitchFamily="34" charset="-122"/>
                <a:ea typeface="思源黑体 CN Light" pitchFamily="34" charset="-122"/>
                <a:cs typeface="黑体-简" panose="02000000000000000000" charset="-122"/>
                <a:sym typeface="思源黑体 CN Normal" pitchFamily="34" charset="-122"/>
              </a:rPr>
              <a:t>CONTENTS</a:t>
            </a:r>
            <a:endParaRPr kumimoji="0" lang="en-US" sz="4000" b="0" i="0" u="none" strike="noStrike" kern="1200" cap="none" spc="0" normalizeH="0" baseline="0" noProof="0" dirty="0">
              <a:ln>
                <a:noFill/>
              </a:ln>
              <a:solidFill>
                <a:schemeClr val="bg1"/>
              </a:solidFill>
              <a:effectLst/>
              <a:uLnTx/>
              <a:uFillTx/>
              <a:latin typeface="思源黑体 CN Light" pitchFamily="34" charset="-122"/>
              <a:ea typeface="思源黑体 CN Light" pitchFamily="34" charset="-122"/>
              <a:cs typeface="黑体-简" panose="02000000000000000000" charset="-122"/>
              <a:sym typeface="思源黑体 CN Normal" pitchFamily="34" charset="-122"/>
            </a:endParaRPr>
          </a:p>
        </p:txBody>
      </p:sp>
      <p:cxnSp>
        <p:nvCxnSpPr>
          <p:cNvPr id="77" name="直接连接符 76"/>
          <p:cNvCxnSpPr/>
          <p:nvPr userDrawn="1"/>
        </p:nvCxnSpPr>
        <p:spPr>
          <a:xfrm>
            <a:off x="1115098" y="3031115"/>
            <a:ext cx="927616" cy="0"/>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grpSp>
        <p:nvGrpSpPr>
          <p:cNvPr id="78" name="组合 77"/>
          <p:cNvGrpSpPr/>
          <p:nvPr userDrawn="1"/>
        </p:nvGrpSpPr>
        <p:grpSpPr>
          <a:xfrm>
            <a:off x="558089" y="5813910"/>
            <a:ext cx="1457331" cy="431186"/>
            <a:chOff x="2604927" y="5908818"/>
            <a:chExt cx="2841965" cy="840864"/>
          </a:xfrm>
          <a:gradFill flip="none" rotWithShape="1">
            <a:gsLst>
              <a:gs pos="0">
                <a:schemeClr val="bg1"/>
              </a:gs>
              <a:gs pos="100000">
                <a:schemeClr val="bg1">
                  <a:alpha val="0"/>
                </a:schemeClr>
              </a:gs>
            </a:gsLst>
            <a:lin ang="0" scaled="1"/>
            <a:tileRect/>
          </a:gradFill>
        </p:grpSpPr>
        <p:sp>
          <p:nvSpPr>
            <p:cNvPr id="79" name="椭圆 78"/>
            <p:cNvSpPr>
              <a:spLocks noChangeAspect="1"/>
            </p:cNvSpPr>
            <p:nvPr/>
          </p:nvSpPr>
          <p:spPr>
            <a:xfrm>
              <a:off x="2850399" y="5917373"/>
              <a:ext cx="76229" cy="7622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黑体-简" panose="02000000000000000000" charset="-122"/>
                <a:ea typeface="黑体-简" panose="02000000000000000000" charset="-122"/>
                <a:cs typeface="黑体-简" panose="02000000000000000000" charset="-122"/>
              </a:endParaRPr>
            </a:p>
          </p:txBody>
        </p:sp>
        <p:sp>
          <p:nvSpPr>
            <p:cNvPr id="80" name="椭圆 79"/>
            <p:cNvSpPr>
              <a:spLocks noChangeAspect="1"/>
            </p:cNvSpPr>
            <p:nvPr/>
          </p:nvSpPr>
          <p:spPr>
            <a:xfrm>
              <a:off x="3102426" y="5917373"/>
              <a:ext cx="76229" cy="7622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黑体-简" panose="02000000000000000000" charset="-122"/>
                <a:ea typeface="黑体-简" panose="02000000000000000000" charset="-122"/>
                <a:cs typeface="黑体-简" panose="02000000000000000000" charset="-122"/>
              </a:endParaRPr>
            </a:p>
          </p:txBody>
        </p:sp>
        <p:sp>
          <p:nvSpPr>
            <p:cNvPr id="81" name="椭圆 80"/>
            <p:cNvSpPr>
              <a:spLocks noChangeAspect="1"/>
            </p:cNvSpPr>
            <p:nvPr/>
          </p:nvSpPr>
          <p:spPr>
            <a:xfrm>
              <a:off x="3354453" y="5917373"/>
              <a:ext cx="76229" cy="7622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黑体-简" panose="02000000000000000000" charset="-122"/>
                <a:ea typeface="黑体-简" panose="02000000000000000000" charset="-122"/>
                <a:cs typeface="黑体-简" panose="02000000000000000000" charset="-122"/>
              </a:endParaRPr>
            </a:p>
          </p:txBody>
        </p:sp>
        <p:sp>
          <p:nvSpPr>
            <p:cNvPr id="82" name="椭圆 81"/>
            <p:cNvSpPr>
              <a:spLocks noChangeAspect="1"/>
            </p:cNvSpPr>
            <p:nvPr/>
          </p:nvSpPr>
          <p:spPr>
            <a:xfrm>
              <a:off x="3606478" y="5917373"/>
              <a:ext cx="76229" cy="7622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黑体-简" panose="02000000000000000000" charset="-122"/>
                <a:ea typeface="黑体-简" panose="02000000000000000000" charset="-122"/>
                <a:cs typeface="黑体-简" panose="02000000000000000000" charset="-122"/>
              </a:endParaRPr>
            </a:p>
          </p:txBody>
        </p:sp>
        <p:sp>
          <p:nvSpPr>
            <p:cNvPr id="83" name="椭圆 82"/>
            <p:cNvSpPr>
              <a:spLocks noChangeAspect="1"/>
            </p:cNvSpPr>
            <p:nvPr/>
          </p:nvSpPr>
          <p:spPr>
            <a:xfrm>
              <a:off x="3858505" y="5917373"/>
              <a:ext cx="76229" cy="7622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黑体-简" panose="02000000000000000000" charset="-122"/>
                <a:ea typeface="黑体-简" panose="02000000000000000000" charset="-122"/>
                <a:cs typeface="黑体-简" panose="02000000000000000000" charset="-122"/>
              </a:endParaRPr>
            </a:p>
          </p:txBody>
        </p:sp>
        <p:sp>
          <p:nvSpPr>
            <p:cNvPr id="84" name="椭圆 83"/>
            <p:cNvSpPr>
              <a:spLocks noChangeAspect="1"/>
            </p:cNvSpPr>
            <p:nvPr/>
          </p:nvSpPr>
          <p:spPr>
            <a:xfrm>
              <a:off x="4110531" y="5917373"/>
              <a:ext cx="76229" cy="7622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黑体-简" panose="02000000000000000000" charset="-122"/>
                <a:ea typeface="黑体-简" panose="02000000000000000000" charset="-122"/>
                <a:cs typeface="黑体-简" panose="02000000000000000000" charset="-122"/>
              </a:endParaRPr>
            </a:p>
          </p:txBody>
        </p:sp>
        <p:sp>
          <p:nvSpPr>
            <p:cNvPr id="85" name="椭圆 84"/>
            <p:cNvSpPr>
              <a:spLocks noChangeAspect="1"/>
            </p:cNvSpPr>
            <p:nvPr/>
          </p:nvSpPr>
          <p:spPr>
            <a:xfrm>
              <a:off x="4362557" y="5917373"/>
              <a:ext cx="76229" cy="7622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黑体-简" panose="02000000000000000000" charset="-122"/>
                <a:ea typeface="黑体-简" panose="02000000000000000000" charset="-122"/>
                <a:cs typeface="黑体-简" panose="02000000000000000000" charset="-122"/>
              </a:endParaRPr>
            </a:p>
          </p:txBody>
        </p:sp>
        <p:sp>
          <p:nvSpPr>
            <p:cNvPr id="86" name="椭圆 85"/>
            <p:cNvSpPr>
              <a:spLocks noChangeAspect="1"/>
            </p:cNvSpPr>
            <p:nvPr/>
          </p:nvSpPr>
          <p:spPr>
            <a:xfrm>
              <a:off x="4614585" y="5917373"/>
              <a:ext cx="76229" cy="7622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黑体-简" panose="02000000000000000000" charset="-122"/>
                <a:ea typeface="黑体-简" panose="02000000000000000000" charset="-122"/>
                <a:cs typeface="黑体-简" panose="02000000000000000000" charset="-122"/>
              </a:endParaRPr>
            </a:p>
          </p:txBody>
        </p:sp>
        <p:sp>
          <p:nvSpPr>
            <p:cNvPr id="87" name="椭圆 86"/>
            <p:cNvSpPr>
              <a:spLocks noChangeAspect="1"/>
            </p:cNvSpPr>
            <p:nvPr/>
          </p:nvSpPr>
          <p:spPr>
            <a:xfrm>
              <a:off x="4866610" y="5917373"/>
              <a:ext cx="76229" cy="7622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黑体-简" panose="02000000000000000000" charset="-122"/>
                <a:ea typeface="黑体-简" panose="02000000000000000000" charset="-122"/>
                <a:cs typeface="黑体-简" panose="02000000000000000000" charset="-122"/>
              </a:endParaRPr>
            </a:p>
          </p:txBody>
        </p:sp>
        <p:sp>
          <p:nvSpPr>
            <p:cNvPr id="88" name="椭圆 87"/>
            <p:cNvSpPr>
              <a:spLocks noChangeAspect="1"/>
            </p:cNvSpPr>
            <p:nvPr/>
          </p:nvSpPr>
          <p:spPr>
            <a:xfrm>
              <a:off x="5118637" y="5917373"/>
              <a:ext cx="76229" cy="7622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黑体-简" panose="02000000000000000000" charset="-122"/>
                <a:ea typeface="黑体-简" panose="02000000000000000000" charset="-122"/>
                <a:cs typeface="黑体-简" panose="02000000000000000000" charset="-122"/>
              </a:endParaRPr>
            </a:p>
          </p:txBody>
        </p:sp>
        <p:sp>
          <p:nvSpPr>
            <p:cNvPr id="89" name="椭圆 88"/>
            <p:cNvSpPr>
              <a:spLocks noChangeAspect="1"/>
            </p:cNvSpPr>
            <p:nvPr/>
          </p:nvSpPr>
          <p:spPr>
            <a:xfrm>
              <a:off x="5370663" y="5917373"/>
              <a:ext cx="76229" cy="7622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黑体-简" panose="02000000000000000000" charset="-122"/>
                <a:ea typeface="黑体-简" panose="02000000000000000000" charset="-122"/>
                <a:cs typeface="黑体-简" panose="02000000000000000000" charset="-122"/>
              </a:endParaRPr>
            </a:p>
          </p:txBody>
        </p:sp>
        <p:sp>
          <p:nvSpPr>
            <p:cNvPr id="90" name="椭圆 89"/>
            <p:cNvSpPr>
              <a:spLocks noChangeAspect="1"/>
            </p:cNvSpPr>
            <p:nvPr/>
          </p:nvSpPr>
          <p:spPr>
            <a:xfrm>
              <a:off x="2850399" y="6169399"/>
              <a:ext cx="76229" cy="7622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黑体-简" panose="02000000000000000000" charset="-122"/>
                <a:ea typeface="黑体-简" panose="02000000000000000000" charset="-122"/>
                <a:cs typeface="黑体-简" panose="02000000000000000000" charset="-122"/>
              </a:endParaRPr>
            </a:p>
          </p:txBody>
        </p:sp>
        <p:sp>
          <p:nvSpPr>
            <p:cNvPr id="91" name="椭圆 90"/>
            <p:cNvSpPr>
              <a:spLocks noChangeAspect="1"/>
            </p:cNvSpPr>
            <p:nvPr/>
          </p:nvSpPr>
          <p:spPr>
            <a:xfrm>
              <a:off x="3102426" y="6169399"/>
              <a:ext cx="76229" cy="7622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黑体-简" panose="02000000000000000000" charset="-122"/>
                <a:ea typeface="黑体-简" panose="02000000000000000000" charset="-122"/>
                <a:cs typeface="黑体-简" panose="02000000000000000000" charset="-122"/>
              </a:endParaRPr>
            </a:p>
          </p:txBody>
        </p:sp>
        <p:sp>
          <p:nvSpPr>
            <p:cNvPr id="92" name="椭圆 91"/>
            <p:cNvSpPr>
              <a:spLocks noChangeAspect="1"/>
            </p:cNvSpPr>
            <p:nvPr/>
          </p:nvSpPr>
          <p:spPr>
            <a:xfrm>
              <a:off x="3354453" y="6169399"/>
              <a:ext cx="76229" cy="7622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黑体-简" panose="02000000000000000000" charset="-122"/>
                <a:ea typeface="黑体-简" panose="02000000000000000000" charset="-122"/>
                <a:cs typeface="黑体-简" panose="02000000000000000000" charset="-122"/>
              </a:endParaRPr>
            </a:p>
          </p:txBody>
        </p:sp>
        <p:sp>
          <p:nvSpPr>
            <p:cNvPr id="93" name="椭圆 92"/>
            <p:cNvSpPr>
              <a:spLocks noChangeAspect="1"/>
            </p:cNvSpPr>
            <p:nvPr/>
          </p:nvSpPr>
          <p:spPr>
            <a:xfrm>
              <a:off x="3606478" y="6169399"/>
              <a:ext cx="76229" cy="7622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黑体-简" panose="02000000000000000000" charset="-122"/>
                <a:ea typeface="黑体-简" panose="02000000000000000000" charset="-122"/>
                <a:cs typeface="黑体-简" panose="02000000000000000000" charset="-122"/>
              </a:endParaRPr>
            </a:p>
          </p:txBody>
        </p:sp>
        <p:sp>
          <p:nvSpPr>
            <p:cNvPr id="94" name="椭圆 93"/>
            <p:cNvSpPr>
              <a:spLocks noChangeAspect="1"/>
            </p:cNvSpPr>
            <p:nvPr/>
          </p:nvSpPr>
          <p:spPr>
            <a:xfrm>
              <a:off x="3858505" y="6169399"/>
              <a:ext cx="76229" cy="7622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黑体-简" panose="02000000000000000000" charset="-122"/>
                <a:ea typeface="黑体-简" panose="02000000000000000000" charset="-122"/>
                <a:cs typeface="黑体-简" panose="02000000000000000000" charset="-122"/>
              </a:endParaRPr>
            </a:p>
          </p:txBody>
        </p:sp>
        <p:sp>
          <p:nvSpPr>
            <p:cNvPr id="95" name="椭圆 94"/>
            <p:cNvSpPr>
              <a:spLocks noChangeAspect="1"/>
            </p:cNvSpPr>
            <p:nvPr/>
          </p:nvSpPr>
          <p:spPr>
            <a:xfrm>
              <a:off x="4110531" y="6169399"/>
              <a:ext cx="76229" cy="7622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黑体-简" panose="02000000000000000000" charset="-122"/>
                <a:ea typeface="黑体-简" panose="02000000000000000000" charset="-122"/>
                <a:cs typeface="黑体-简" panose="02000000000000000000" charset="-122"/>
              </a:endParaRPr>
            </a:p>
          </p:txBody>
        </p:sp>
        <p:sp>
          <p:nvSpPr>
            <p:cNvPr id="96" name="椭圆 95"/>
            <p:cNvSpPr>
              <a:spLocks noChangeAspect="1"/>
            </p:cNvSpPr>
            <p:nvPr/>
          </p:nvSpPr>
          <p:spPr>
            <a:xfrm>
              <a:off x="4362557" y="6169399"/>
              <a:ext cx="76229" cy="7622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黑体-简" panose="02000000000000000000" charset="-122"/>
                <a:ea typeface="黑体-简" panose="02000000000000000000" charset="-122"/>
                <a:cs typeface="黑体-简" panose="02000000000000000000" charset="-122"/>
              </a:endParaRPr>
            </a:p>
          </p:txBody>
        </p:sp>
        <p:sp>
          <p:nvSpPr>
            <p:cNvPr id="97" name="椭圆 96"/>
            <p:cNvSpPr>
              <a:spLocks noChangeAspect="1"/>
            </p:cNvSpPr>
            <p:nvPr/>
          </p:nvSpPr>
          <p:spPr>
            <a:xfrm>
              <a:off x="4614585" y="6169399"/>
              <a:ext cx="76229" cy="7622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黑体-简" panose="02000000000000000000" charset="-122"/>
                <a:ea typeface="黑体-简" panose="02000000000000000000" charset="-122"/>
                <a:cs typeface="黑体-简" panose="02000000000000000000" charset="-122"/>
              </a:endParaRPr>
            </a:p>
          </p:txBody>
        </p:sp>
        <p:sp>
          <p:nvSpPr>
            <p:cNvPr id="98" name="椭圆 97"/>
            <p:cNvSpPr>
              <a:spLocks noChangeAspect="1"/>
            </p:cNvSpPr>
            <p:nvPr/>
          </p:nvSpPr>
          <p:spPr>
            <a:xfrm>
              <a:off x="4866610" y="6169399"/>
              <a:ext cx="76229" cy="7622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黑体-简" panose="02000000000000000000" charset="-122"/>
                <a:ea typeface="黑体-简" panose="02000000000000000000" charset="-122"/>
                <a:cs typeface="黑体-简" panose="02000000000000000000" charset="-122"/>
              </a:endParaRPr>
            </a:p>
          </p:txBody>
        </p:sp>
        <p:sp>
          <p:nvSpPr>
            <p:cNvPr id="99" name="椭圆 98"/>
            <p:cNvSpPr>
              <a:spLocks noChangeAspect="1"/>
            </p:cNvSpPr>
            <p:nvPr/>
          </p:nvSpPr>
          <p:spPr>
            <a:xfrm>
              <a:off x="5118637" y="6169399"/>
              <a:ext cx="76229" cy="7622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黑体-简" panose="02000000000000000000" charset="-122"/>
                <a:ea typeface="黑体-简" panose="02000000000000000000" charset="-122"/>
                <a:cs typeface="黑体-简" panose="02000000000000000000" charset="-122"/>
              </a:endParaRPr>
            </a:p>
          </p:txBody>
        </p:sp>
        <p:sp>
          <p:nvSpPr>
            <p:cNvPr id="100" name="椭圆 99"/>
            <p:cNvSpPr>
              <a:spLocks noChangeAspect="1"/>
            </p:cNvSpPr>
            <p:nvPr/>
          </p:nvSpPr>
          <p:spPr>
            <a:xfrm>
              <a:off x="5370663" y="6169399"/>
              <a:ext cx="76229" cy="7622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黑体-简" panose="02000000000000000000" charset="-122"/>
                <a:ea typeface="黑体-简" panose="02000000000000000000" charset="-122"/>
                <a:cs typeface="黑体-简" panose="02000000000000000000" charset="-122"/>
              </a:endParaRPr>
            </a:p>
          </p:txBody>
        </p:sp>
        <p:sp>
          <p:nvSpPr>
            <p:cNvPr id="101" name="椭圆 100"/>
            <p:cNvSpPr>
              <a:spLocks noChangeAspect="1"/>
            </p:cNvSpPr>
            <p:nvPr/>
          </p:nvSpPr>
          <p:spPr>
            <a:xfrm>
              <a:off x="2850399" y="6421427"/>
              <a:ext cx="76229" cy="7622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黑体-简" panose="02000000000000000000" charset="-122"/>
                <a:ea typeface="黑体-简" panose="02000000000000000000" charset="-122"/>
                <a:cs typeface="黑体-简" panose="02000000000000000000" charset="-122"/>
              </a:endParaRPr>
            </a:p>
          </p:txBody>
        </p:sp>
        <p:sp>
          <p:nvSpPr>
            <p:cNvPr id="102" name="椭圆 101"/>
            <p:cNvSpPr>
              <a:spLocks noChangeAspect="1"/>
            </p:cNvSpPr>
            <p:nvPr/>
          </p:nvSpPr>
          <p:spPr>
            <a:xfrm>
              <a:off x="3102426" y="6421427"/>
              <a:ext cx="76229" cy="7622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黑体-简" panose="02000000000000000000" charset="-122"/>
                <a:ea typeface="黑体-简" panose="02000000000000000000" charset="-122"/>
                <a:cs typeface="黑体-简" panose="02000000000000000000" charset="-122"/>
              </a:endParaRPr>
            </a:p>
          </p:txBody>
        </p:sp>
        <p:sp>
          <p:nvSpPr>
            <p:cNvPr id="103" name="椭圆 102"/>
            <p:cNvSpPr>
              <a:spLocks noChangeAspect="1"/>
            </p:cNvSpPr>
            <p:nvPr/>
          </p:nvSpPr>
          <p:spPr>
            <a:xfrm>
              <a:off x="3354453" y="6421427"/>
              <a:ext cx="76229" cy="7622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黑体-简" panose="02000000000000000000" charset="-122"/>
                <a:ea typeface="黑体-简" panose="02000000000000000000" charset="-122"/>
                <a:cs typeface="黑体-简" panose="02000000000000000000" charset="-122"/>
              </a:endParaRPr>
            </a:p>
          </p:txBody>
        </p:sp>
        <p:sp>
          <p:nvSpPr>
            <p:cNvPr id="104" name="椭圆 103"/>
            <p:cNvSpPr>
              <a:spLocks noChangeAspect="1"/>
            </p:cNvSpPr>
            <p:nvPr/>
          </p:nvSpPr>
          <p:spPr>
            <a:xfrm>
              <a:off x="3606478" y="6421427"/>
              <a:ext cx="76229" cy="7622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黑体-简" panose="02000000000000000000" charset="-122"/>
                <a:ea typeface="黑体-简" panose="02000000000000000000" charset="-122"/>
                <a:cs typeface="黑体-简" panose="02000000000000000000" charset="-122"/>
              </a:endParaRPr>
            </a:p>
          </p:txBody>
        </p:sp>
        <p:sp>
          <p:nvSpPr>
            <p:cNvPr id="105" name="椭圆 104"/>
            <p:cNvSpPr>
              <a:spLocks noChangeAspect="1"/>
            </p:cNvSpPr>
            <p:nvPr/>
          </p:nvSpPr>
          <p:spPr>
            <a:xfrm>
              <a:off x="3858505" y="6421427"/>
              <a:ext cx="76229" cy="7622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黑体-简" panose="02000000000000000000" charset="-122"/>
                <a:ea typeface="黑体-简" panose="02000000000000000000" charset="-122"/>
                <a:cs typeface="黑体-简" panose="02000000000000000000" charset="-122"/>
              </a:endParaRPr>
            </a:p>
          </p:txBody>
        </p:sp>
        <p:sp>
          <p:nvSpPr>
            <p:cNvPr id="106" name="椭圆 105"/>
            <p:cNvSpPr>
              <a:spLocks noChangeAspect="1"/>
            </p:cNvSpPr>
            <p:nvPr/>
          </p:nvSpPr>
          <p:spPr>
            <a:xfrm>
              <a:off x="4110531" y="6421427"/>
              <a:ext cx="76229" cy="7622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黑体-简" panose="02000000000000000000" charset="-122"/>
                <a:ea typeface="黑体-简" panose="02000000000000000000" charset="-122"/>
                <a:cs typeface="黑体-简" panose="02000000000000000000" charset="-122"/>
              </a:endParaRPr>
            </a:p>
          </p:txBody>
        </p:sp>
        <p:sp>
          <p:nvSpPr>
            <p:cNvPr id="107" name="椭圆 106"/>
            <p:cNvSpPr>
              <a:spLocks noChangeAspect="1"/>
            </p:cNvSpPr>
            <p:nvPr/>
          </p:nvSpPr>
          <p:spPr>
            <a:xfrm>
              <a:off x="4362557" y="6421427"/>
              <a:ext cx="76229" cy="7622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黑体-简" panose="02000000000000000000" charset="-122"/>
                <a:ea typeface="黑体-简" panose="02000000000000000000" charset="-122"/>
                <a:cs typeface="黑体-简" panose="02000000000000000000" charset="-122"/>
              </a:endParaRPr>
            </a:p>
          </p:txBody>
        </p:sp>
        <p:sp>
          <p:nvSpPr>
            <p:cNvPr id="108" name="椭圆 107"/>
            <p:cNvSpPr>
              <a:spLocks noChangeAspect="1"/>
            </p:cNvSpPr>
            <p:nvPr/>
          </p:nvSpPr>
          <p:spPr>
            <a:xfrm>
              <a:off x="4614585" y="6421427"/>
              <a:ext cx="76229" cy="7622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黑体-简" panose="02000000000000000000" charset="-122"/>
                <a:ea typeface="黑体-简" panose="02000000000000000000" charset="-122"/>
                <a:cs typeface="黑体-简" panose="02000000000000000000" charset="-122"/>
              </a:endParaRPr>
            </a:p>
          </p:txBody>
        </p:sp>
        <p:sp>
          <p:nvSpPr>
            <p:cNvPr id="109" name="椭圆 108"/>
            <p:cNvSpPr>
              <a:spLocks noChangeAspect="1"/>
            </p:cNvSpPr>
            <p:nvPr/>
          </p:nvSpPr>
          <p:spPr>
            <a:xfrm>
              <a:off x="4866610" y="6421427"/>
              <a:ext cx="76229" cy="7622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黑体-简" panose="02000000000000000000" charset="-122"/>
                <a:ea typeface="黑体-简" panose="02000000000000000000" charset="-122"/>
                <a:cs typeface="黑体-简" panose="02000000000000000000" charset="-122"/>
              </a:endParaRPr>
            </a:p>
          </p:txBody>
        </p:sp>
        <p:sp>
          <p:nvSpPr>
            <p:cNvPr id="110" name="椭圆 109"/>
            <p:cNvSpPr>
              <a:spLocks noChangeAspect="1"/>
            </p:cNvSpPr>
            <p:nvPr/>
          </p:nvSpPr>
          <p:spPr>
            <a:xfrm>
              <a:off x="5118637" y="6421427"/>
              <a:ext cx="76229" cy="7622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黑体-简" panose="02000000000000000000" charset="-122"/>
                <a:ea typeface="黑体-简" panose="02000000000000000000" charset="-122"/>
                <a:cs typeface="黑体-简" panose="02000000000000000000" charset="-122"/>
              </a:endParaRPr>
            </a:p>
          </p:txBody>
        </p:sp>
        <p:sp>
          <p:nvSpPr>
            <p:cNvPr id="111" name="椭圆 110"/>
            <p:cNvSpPr>
              <a:spLocks noChangeAspect="1"/>
            </p:cNvSpPr>
            <p:nvPr/>
          </p:nvSpPr>
          <p:spPr>
            <a:xfrm>
              <a:off x="5370663" y="6421427"/>
              <a:ext cx="76229" cy="7622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黑体-简" panose="02000000000000000000" charset="-122"/>
                <a:ea typeface="黑体-简" panose="02000000000000000000" charset="-122"/>
                <a:cs typeface="黑体-简" panose="02000000000000000000" charset="-122"/>
              </a:endParaRPr>
            </a:p>
          </p:txBody>
        </p:sp>
        <p:sp>
          <p:nvSpPr>
            <p:cNvPr id="112" name="椭圆 111"/>
            <p:cNvSpPr>
              <a:spLocks noChangeAspect="1"/>
            </p:cNvSpPr>
            <p:nvPr/>
          </p:nvSpPr>
          <p:spPr>
            <a:xfrm>
              <a:off x="2850399" y="6673453"/>
              <a:ext cx="76229" cy="7622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黑体-简" panose="02000000000000000000" charset="-122"/>
                <a:ea typeface="黑体-简" panose="02000000000000000000" charset="-122"/>
                <a:cs typeface="黑体-简" panose="02000000000000000000" charset="-122"/>
              </a:endParaRPr>
            </a:p>
          </p:txBody>
        </p:sp>
        <p:sp>
          <p:nvSpPr>
            <p:cNvPr id="113" name="椭圆 112"/>
            <p:cNvSpPr>
              <a:spLocks noChangeAspect="1"/>
            </p:cNvSpPr>
            <p:nvPr/>
          </p:nvSpPr>
          <p:spPr>
            <a:xfrm>
              <a:off x="3102426" y="6673453"/>
              <a:ext cx="76229" cy="7622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黑体-简" panose="02000000000000000000" charset="-122"/>
                <a:ea typeface="黑体-简" panose="02000000000000000000" charset="-122"/>
                <a:cs typeface="黑体-简" panose="02000000000000000000" charset="-122"/>
              </a:endParaRPr>
            </a:p>
          </p:txBody>
        </p:sp>
        <p:sp>
          <p:nvSpPr>
            <p:cNvPr id="114" name="椭圆 113"/>
            <p:cNvSpPr>
              <a:spLocks noChangeAspect="1"/>
            </p:cNvSpPr>
            <p:nvPr/>
          </p:nvSpPr>
          <p:spPr>
            <a:xfrm>
              <a:off x="3354453" y="6673453"/>
              <a:ext cx="76229" cy="7622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黑体-简" panose="02000000000000000000" charset="-122"/>
                <a:ea typeface="黑体-简" panose="02000000000000000000" charset="-122"/>
                <a:cs typeface="黑体-简" panose="02000000000000000000" charset="-122"/>
              </a:endParaRPr>
            </a:p>
          </p:txBody>
        </p:sp>
        <p:sp>
          <p:nvSpPr>
            <p:cNvPr id="115" name="椭圆 114"/>
            <p:cNvSpPr>
              <a:spLocks noChangeAspect="1"/>
            </p:cNvSpPr>
            <p:nvPr/>
          </p:nvSpPr>
          <p:spPr>
            <a:xfrm>
              <a:off x="3606478" y="6673453"/>
              <a:ext cx="76229" cy="7622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黑体-简" panose="02000000000000000000" charset="-122"/>
                <a:ea typeface="黑体-简" panose="02000000000000000000" charset="-122"/>
                <a:cs typeface="黑体-简" panose="02000000000000000000" charset="-122"/>
              </a:endParaRPr>
            </a:p>
          </p:txBody>
        </p:sp>
        <p:sp>
          <p:nvSpPr>
            <p:cNvPr id="116" name="椭圆 115"/>
            <p:cNvSpPr>
              <a:spLocks noChangeAspect="1"/>
            </p:cNvSpPr>
            <p:nvPr/>
          </p:nvSpPr>
          <p:spPr>
            <a:xfrm>
              <a:off x="3858505" y="6673453"/>
              <a:ext cx="76229" cy="7622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黑体-简" panose="02000000000000000000" charset="-122"/>
                <a:ea typeface="黑体-简" panose="02000000000000000000" charset="-122"/>
                <a:cs typeface="黑体-简" panose="02000000000000000000" charset="-122"/>
              </a:endParaRPr>
            </a:p>
          </p:txBody>
        </p:sp>
        <p:sp>
          <p:nvSpPr>
            <p:cNvPr id="117" name="椭圆 116"/>
            <p:cNvSpPr>
              <a:spLocks noChangeAspect="1"/>
            </p:cNvSpPr>
            <p:nvPr/>
          </p:nvSpPr>
          <p:spPr>
            <a:xfrm>
              <a:off x="4110531" y="6673453"/>
              <a:ext cx="76229" cy="7622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黑体-简" panose="02000000000000000000" charset="-122"/>
                <a:ea typeface="黑体-简" panose="02000000000000000000" charset="-122"/>
                <a:cs typeface="黑体-简" panose="02000000000000000000" charset="-122"/>
              </a:endParaRPr>
            </a:p>
          </p:txBody>
        </p:sp>
        <p:sp>
          <p:nvSpPr>
            <p:cNvPr id="118" name="椭圆 117"/>
            <p:cNvSpPr>
              <a:spLocks noChangeAspect="1"/>
            </p:cNvSpPr>
            <p:nvPr/>
          </p:nvSpPr>
          <p:spPr>
            <a:xfrm>
              <a:off x="4362557" y="6673453"/>
              <a:ext cx="76229" cy="7622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黑体-简" panose="02000000000000000000" charset="-122"/>
                <a:ea typeface="黑体-简" panose="02000000000000000000" charset="-122"/>
                <a:cs typeface="黑体-简" panose="02000000000000000000" charset="-122"/>
              </a:endParaRPr>
            </a:p>
          </p:txBody>
        </p:sp>
        <p:sp>
          <p:nvSpPr>
            <p:cNvPr id="119" name="椭圆 118"/>
            <p:cNvSpPr>
              <a:spLocks noChangeAspect="1"/>
            </p:cNvSpPr>
            <p:nvPr/>
          </p:nvSpPr>
          <p:spPr>
            <a:xfrm>
              <a:off x="4614585" y="6673453"/>
              <a:ext cx="76229" cy="7622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黑体-简" panose="02000000000000000000" charset="-122"/>
                <a:ea typeface="黑体-简" panose="02000000000000000000" charset="-122"/>
                <a:cs typeface="黑体-简" panose="02000000000000000000" charset="-122"/>
              </a:endParaRPr>
            </a:p>
          </p:txBody>
        </p:sp>
        <p:sp>
          <p:nvSpPr>
            <p:cNvPr id="120" name="椭圆 119"/>
            <p:cNvSpPr>
              <a:spLocks noChangeAspect="1"/>
            </p:cNvSpPr>
            <p:nvPr/>
          </p:nvSpPr>
          <p:spPr>
            <a:xfrm>
              <a:off x="4866610" y="6673453"/>
              <a:ext cx="76229" cy="7622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黑体-简" panose="02000000000000000000" charset="-122"/>
                <a:ea typeface="黑体-简" panose="02000000000000000000" charset="-122"/>
                <a:cs typeface="黑体-简" panose="02000000000000000000" charset="-122"/>
              </a:endParaRPr>
            </a:p>
          </p:txBody>
        </p:sp>
        <p:sp>
          <p:nvSpPr>
            <p:cNvPr id="121" name="椭圆 120"/>
            <p:cNvSpPr>
              <a:spLocks noChangeAspect="1"/>
            </p:cNvSpPr>
            <p:nvPr/>
          </p:nvSpPr>
          <p:spPr>
            <a:xfrm>
              <a:off x="5118637" y="6673453"/>
              <a:ext cx="76229" cy="7622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黑体-简" panose="02000000000000000000" charset="-122"/>
                <a:ea typeface="黑体-简" panose="02000000000000000000" charset="-122"/>
                <a:cs typeface="黑体-简" panose="02000000000000000000" charset="-122"/>
              </a:endParaRPr>
            </a:p>
          </p:txBody>
        </p:sp>
        <p:sp>
          <p:nvSpPr>
            <p:cNvPr id="122" name="椭圆 121"/>
            <p:cNvSpPr>
              <a:spLocks noChangeAspect="1"/>
            </p:cNvSpPr>
            <p:nvPr/>
          </p:nvSpPr>
          <p:spPr>
            <a:xfrm>
              <a:off x="5370663" y="6673453"/>
              <a:ext cx="76229" cy="7622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黑体-简" panose="02000000000000000000" charset="-122"/>
                <a:ea typeface="黑体-简" panose="02000000000000000000" charset="-122"/>
                <a:cs typeface="黑体-简" panose="02000000000000000000" charset="-122"/>
              </a:endParaRPr>
            </a:p>
          </p:txBody>
        </p:sp>
        <p:sp>
          <p:nvSpPr>
            <p:cNvPr id="123" name="椭圆 122"/>
            <p:cNvSpPr>
              <a:spLocks noChangeAspect="1"/>
            </p:cNvSpPr>
            <p:nvPr/>
          </p:nvSpPr>
          <p:spPr>
            <a:xfrm>
              <a:off x="2604927" y="5908818"/>
              <a:ext cx="76229" cy="7622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黑体-简" panose="02000000000000000000" charset="-122"/>
                <a:ea typeface="黑体-简" panose="02000000000000000000" charset="-122"/>
                <a:cs typeface="黑体-简" panose="02000000000000000000" charset="-122"/>
              </a:endParaRPr>
            </a:p>
          </p:txBody>
        </p:sp>
        <p:sp>
          <p:nvSpPr>
            <p:cNvPr id="124" name="椭圆 123"/>
            <p:cNvSpPr>
              <a:spLocks noChangeAspect="1"/>
            </p:cNvSpPr>
            <p:nvPr/>
          </p:nvSpPr>
          <p:spPr>
            <a:xfrm>
              <a:off x="2604927" y="6160844"/>
              <a:ext cx="76229" cy="7622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黑体-简" panose="02000000000000000000" charset="-122"/>
                <a:ea typeface="黑体-简" panose="02000000000000000000" charset="-122"/>
                <a:cs typeface="黑体-简" panose="02000000000000000000" charset="-122"/>
              </a:endParaRPr>
            </a:p>
          </p:txBody>
        </p:sp>
        <p:sp>
          <p:nvSpPr>
            <p:cNvPr id="125" name="椭圆 124"/>
            <p:cNvSpPr>
              <a:spLocks noChangeAspect="1"/>
            </p:cNvSpPr>
            <p:nvPr/>
          </p:nvSpPr>
          <p:spPr>
            <a:xfrm>
              <a:off x="2604927" y="6412872"/>
              <a:ext cx="76229" cy="7622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黑体-简" panose="02000000000000000000" charset="-122"/>
                <a:ea typeface="黑体-简" panose="02000000000000000000" charset="-122"/>
                <a:cs typeface="黑体-简" panose="02000000000000000000" charset="-122"/>
              </a:endParaRPr>
            </a:p>
          </p:txBody>
        </p:sp>
        <p:sp>
          <p:nvSpPr>
            <p:cNvPr id="126" name="椭圆 125"/>
            <p:cNvSpPr>
              <a:spLocks noChangeAspect="1"/>
            </p:cNvSpPr>
            <p:nvPr/>
          </p:nvSpPr>
          <p:spPr>
            <a:xfrm>
              <a:off x="2604927" y="6664898"/>
              <a:ext cx="76229" cy="7622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黑体-简" panose="02000000000000000000" charset="-122"/>
                <a:ea typeface="黑体-简" panose="02000000000000000000" charset="-122"/>
                <a:cs typeface="黑体-简" panose="02000000000000000000" charset="-122"/>
              </a:endParaRPr>
            </a:p>
          </p:txBody>
        </p:sp>
      </p:grpSp>
      <p:sp>
        <p:nvSpPr>
          <p:cNvPr id="128" name="文本框 127"/>
          <p:cNvSpPr txBox="1"/>
          <p:nvPr userDrawn="1"/>
        </p:nvSpPr>
        <p:spPr>
          <a:xfrm>
            <a:off x="981527" y="2242126"/>
            <a:ext cx="1300115" cy="70788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4000" b="0" i="0" u="none" strike="noStrike" kern="1200" cap="none" spc="0" normalizeH="0" baseline="0" noProof="0" dirty="0" smtClean="0">
                <a:ln>
                  <a:noFill/>
                </a:ln>
                <a:solidFill>
                  <a:schemeClr val="bg1"/>
                </a:solidFill>
                <a:effectLst/>
                <a:uLnTx/>
                <a:uFillTx/>
                <a:latin typeface="思源黑体 CN Normal" pitchFamily="34" charset="-122"/>
                <a:ea typeface="思源黑体 CN Medium" pitchFamily="34" charset="-122"/>
                <a:cs typeface="黑体-简" panose="02000000000000000000" charset="-122"/>
                <a:sym typeface="思源黑体 CN Normal" pitchFamily="34" charset="-122"/>
              </a:rPr>
              <a:t>目录</a:t>
            </a:r>
            <a:endParaRPr kumimoji="0" lang="en-US" sz="4000" b="0" i="0" u="none" strike="noStrike" kern="1200" cap="none" spc="0" normalizeH="0" baseline="0" noProof="0" dirty="0">
              <a:ln>
                <a:noFill/>
              </a:ln>
              <a:solidFill>
                <a:schemeClr val="bg1"/>
              </a:solidFill>
              <a:effectLst/>
              <a:uLnTx/>
              <a:uFillTx/>
              <a:latin typeface="思源黑体 CN Normal" pitchFamily="34" charset="-122"/>
              <a:ea typeface="思源黑体 CN Medium" pitchFamily="34" charset="-122"/>
              <a:cs typeface="黑体-简" panose="02000000000000000000" charset="-122"/>
              <a:sym typeface="思源黑体 CN Normal" pitchFamily="34" charset="-122"/>
            </a:endParaRPr>
          </a:p>
        </p:txBody>
      </p:sp>
      <p:grpSp>
        <p:nvGrpSpPr>
          <p:cNvPr id="129" name="组合 128"/>
          <p:cNvGrpSpPr/>
          <p:nvPr userDrawn="1"/>
        </p:nvGrpSpPr>
        <p:grpSpPr>
          <a:xfrm>
            <a:off x="11404967" y="473327"/>
            <a:ext cx="294201" cy="431186"/>
            <a:chOff x="393124" y="460670"/>
            <a:chExt cx="294201" cy="431186"/>
          </a:xfrm>
          <a:solidFill>
            <a:srgbClr val="5C97F3"/>
          </a:solidFill>
        </p:grpSpPr>
        <p:sp>
          <p:nvSpPr>
            <p:cNvPr id="130" name="椭圆 129"/>
            <p:cNvSpPr>
              <a:spLocks noChangeAspect="1"/>
            </p:cNvSpPr>
            <p:nvPr/>
          </p:nvSpPr>
          <p:spPr>
            <a:xfrm>
              <a:off x="519000" y="465057"/>
              <a:ext cx="39089" cy="3908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黑体-简" panose="02000000000000000000" charset="-122"/>
                <a:ea typeface="黑体-简" panose="02000000000000000000" charset="-122"/>
                <a:cs typeface="黑体-简" panose="02000000000000000000" charset="-122"/>
              </a:endParaRPr>
            </a:p>
          </p:txBody>
        </p:sp>
        <p:sp>
          <p:nvSpPr>
            <p:cNvPr id="131" name="椭圆 130"/>
            <p:cNvSpPr>
              <a:spLocks noChangeAspect="1"/>
            </p:cNvSpPr>
            <p:nvPr/>
          </p:nvSpPr>
          <p:spPr>
            <a:xfrm>
              <a:off x="648236" y="465057"/>
              <a:ext cx="39089" cy="3908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黑体-简" panose="02000000000000000000" charset="-122"/>
                <a:ea typeface="黑体-简" panose="02000000000000000000" charset="-122"/>
                <a:cs typeface="黑体-简" panose="02000000000000000000" charset="-122"/>
              </a:endParaRPr>
            </a:p>
          </p:txBody>
        </p:sp>
        <p:sp>
          <p:nvSpPr>
            <p:cNvPr id="132" name="椭圆 131"/>
            <p:cNvSpPr>
              <a:spLocks noChangeAspect="1"/>
            </p:cNvSpPr>
            <p:nvPr/>
          </p:nvSpPr>
          <p:spPr>
            <a:xfrm>
              <a:off x="519000" y="594293"/>
              <a:ext cx="39089" cy="3908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黑体-简" panose="02000000000000000000" charset="-122"/>
                <a:ea typeface="黑体-简" panose="02000000000000000000" charset="-122"/>
                <a:cs typeface="黑体-简" panose="02000000000000000000" charset="-122"/>
              </a:endParaRPr>
            </a:p>
          </p:txBody>
        </p:sp>
        <p:sp>
          <p:nvSpPr>
            <p:cNvPr id="133" name="椭圆 132"/>
            <p:cNvSpPr>
              <a:spLocks noChangeAspect="1"/>
            </p:cNvSpPr>
            <p:nvPr/>
          </p:nvSpPr>
          <p:spPr>
            <a:xfrm>
              <a:off x="648236" y="594293"/>
              <a:ext cx="39089" cy="3908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黑体-简" panose="02000000000000000000" charset="-122"/>
                <a:ea typeface="黑体-简" panose="02000000000000000000" charset="-122"/>
                <a:cs typeface="黑体-简" panose="02000000000000000000" charset="-122"/>
              </a:endParaRPr>
            </a:p>
          </p:txBody>
        </p:sp>
        <p:sp>
          <p:nvSpPr>
            <p:cNvPr id="134" name="椭圆 133"/>
            <p:cNvSpPr>
              <a:spLocks noChangeAspect="1"/>
            </p:cNvSpPr>
            <p:nvPr/>
          </p:nvSpPr>
          <p:spPr>
            <a:xfrm>
              <a:off x="519000" y="723530"/>
              <a:ext cx="39089" cy="3908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黑体-简" panose="02000000000000000000" charset="-122"/>
                <a:ea typeface="黑体-简" panose="02000000000000000000" charset="-122"/>
                <a:cs typeface="黑体-简" panose="02000000000000000000" charset="-122"/>
              </a:endParaRPr>
            </a:p>
          </p:txBody>
        </p:sp>
        <p:sp>
          <p:nvSpPr>
            <p:cNvPr id="135" name="椭圆 134"/>
            <p:cNvSpPr>
              <a:spLocks noChangeAspect="1"/>
            </p:cNvSpPr>
            <p:nvPr/>
          </p:nvSpPr>
          <p:spPr>
            <a:xfrm>
              <a:off x="648236" y="723530"/>
              <a:ext cx="39089" cy="3908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黑体-简" panose="02000000000000000000" charset="-122"/>
                <a:ea typeface="黑体-简" panose="02000000000000000000" charset="-122"/>
                <a:cs typeface="黑体-简" panose="02000000000000000000" charset="-122"/>
              </a:endParaRPr>
            </a:p>
          </p:txBody>
        </p:sp>
        <p:sp>
          <p:nvSpPr>
            <p:cNvPr id="136" name="椭圆 135"/>
            <p:cNvSpPr>
              <a:spLocks noChangeAspect="1"/>
            </p:cNvSpPr>
            <p:nvPr/>
          </p:nvSpPr>
          <p:spPr>
            <a:xfrm>
              <a:off x="519000" y="852767"/>
              <a:ext cx="39089" cy="3908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黑体-简" panose="02000000000000000000" charset="-122"/>
                <a:ea typeface="黑体-简" panose="02000000000000000000" charset="-122"/>
                <a:cs typeface="黑体-简" panose="02000000000000000000" charset="-122"/>
              </a:endParaRPr>
            </a:p>
          </p:txBody>
        </p:sp>
        <p:sp>
          <p:nvSpPr>
            <p:cNvPr id="137" name="椭圆 136"/>
            <p:cNvSpPr>
              <a:spLocks noChangeAspect="1"/>
            </p:cNvSpPr>
            <p:nvPr/>
          </p:nvSpPr>
          <p:spPr>
            <a:xfrm>
              <a:off x="648236" y="852767"/>
              <a:ext cx="39089" cy="3908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黑体-简" panose="02000000000000000000" charset="-122"/>
                <a:ea typeface="黑体-简" panose="02000000000000000000" charset="-122"/>
                <a:cs typeface="黑体-简" panose="02000000000000000000" charset="-122"/>
              </a:endParaRPr>
            </a:p>
          </p:txBody>
        </p:sp>
        <p:sp>
          <p:nvSpPr>
            <p:cNvPr id="138" name="椭圆 137"/>
            <p:cNvSpPr>
              <a:spLocks noChangeAspect="1"/>
            </p:cNvSpPr>
            <p:nvPr/>
          </p:nvSpPr>
          <p:spPr>
            <a:xfrm>
              <a:off x="393124" y="460670"/>
              <a:ext cx="39089" cy="3908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黑体-简" panose="02000000000000000000" charset="-122"/>
                <a:ea typeface="黑体-简" panose="02000000000000000000" charset="-122"/>
                <a:cs typeface="黑体-简" panose="02000000000000000000" charset="-122"/>
              </a:endParaRPr>
            </a:p>
          </p:txBody>
        </p:sp>
        <p:sp>
          <p:nvSpPr>
            <p:cNvPr id="139" name="椭圆 138"/>
            <p:cNvSpPr>
              <a:spLocks noChangeAspect="1"/>
            </p:cNvSpPr>
            <p:nvPr/>
          </p:nvSpPr>
          <p:spPr>
            <a:xfrm>
              <a:off x="393124" y="589906"/>
              <a:ext cx="39089" cy="3908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黑体-简" panose="02000000000000000000" charset="-122"/>
                <a:ea typeface="黑体-简" panose="02000000000000000000" charset="-122"/>
                <a:cs typeface="黑体-简" panose="02000000000000000000" charset="-122"/>
              </a:endParaRPr>
            </a:p>
          </p:txBody>
        </p:sp>
        <p:sp>
          <p:nvSpPr>
            <p:cNvPr id="140" name="椭圆 139"/>
            <p:cNvSpPr>
              <a:spLocks noChangeAspect="1"/>
            </p:cNvSpPr>
            <p:nvPr/>
          </p:nvSpPr>
          <p:spPr>
            <a:xfrm>
              <a:off x="393124" y="719143"/>
              <a:ext cx="39089" cy="3908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黑体-简" panose="02000000000000000000" charset="-122"/>
                <a:ea typeface="黑体-简" panose="02000000000000000000" charset="-122"/>
                <a:cs typeface="黑体-简" panose="02000000000000000000" charset="-122"/>
              </a:endParaRPr>
            </a:p>
          </p:txBody>
        </p:sp>
        <p:sp>
          <p:nvSpPr>
            <p:cNvPr id="141" name="椭圆 140"/>
            <p:cNvSpPr>
              <a:spLocks noChangeAspect="1"/>
            </p:cNvSpPr>
            <p:nvPr/>
          </p:nvSpPr>
          <p:spPr>
            <a:xfrm>
              <a:off x="393124" y="848380"/>
              <a:ext cx="39089" cy="3908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黑体-简" panose="02000000000000000000" charset="-122"/>
                <a:ea typeface="黑体-简" panose="02000000000000000000" charset="-122"/>
                <a:cs typeface="黑体-简" panose="02000000000000000000" charset="-122"/>
              </a:endParaRPr>
            </a:p>
          </p:txBody>
        </p:sp>
      </p:grpSp>
      <p:sp>
        <p:nvSpPr>
          <p:cNvPr id="145" name="任意多边形 144"/>
          <p:cNvSpPr/>
          <p:nvPr userDrawn="1"/>
        </p:nvSpPr>
        <p:spPr>
          <a:xfrm>
            <a:off x="0" y="0"/>
            <a:ext cx="1110764" cy="1067608"/>
          </a:xfrm>
          <a:custGeom>
            <a:avLst/>
            <a:gdLst>
              <a:gd name="connsiteX0" fmla="*/ 617327 w 1110764"/>
              <a:gd name="connsiteY0" fmla="*/ 0 h 1067608"/>
              <a:gd name="connsiteX1" fmla="*/ 1069851 w 1110764"/>
              <a:gd name="connsiteY1" fmla="*/ 0 h 1067608"/>
              <a:gd name="connsiteX2" fmla="*/ 1094029 w 1110764"/>
              <a:gd name="connsiteY2" fmla="*/ 77891 h 1067608"/>
              <a:gd name="connsiteX3" fmla="*/ 1110764 w 1110764"/>
              <a:gd name="connsiteY3" fmla="*/ 243897 h 1067608"/>
              <a:gd name="connsiteX4" fmla="*/ 287053 w 1110764"/>
              <a:gd name="connsiteY4" fmla="*/ 1067608 h 1067608"/>
              <a:gd name="connsiteX5" fmla="*/ 42107 w 1110764"/>
              <a:gd name="connsiteY5" fmla="*/ 1030576 h 1067608"/>
              <a:gd name="connsiteX6" fmla="*/ 0 w 1110764"/>
              <a:gd name="connsiteY6" fmla="*/ 1015165 h 1067608"/>
              <a:gd name="connsiteX7" fmla="*/ 0 w 1110764"/>
              <a:gd name="connsiteY7" fmla="*/ 538566 h 1067608"/>
              <a:gd name="connsiteX8" fmla="*/ 56780 w 1110764"/>
              <a:gd name="connsiteY8" fmla="*/ 585414 h 1067608"/>
              <a:gd name="connsiteX9" fmla="*/ 287052 w 1110764"/>
              <a:gd name="connsiteY9" fmla="*/ 655752 h 1067608"/>
              <a:gd name="connsiteX10" fmla="*/ 698907 w 1110764"/>
              <a:gd name="connsiteY10" fmla="*/ 243897 h 1067608"/>
              <a:gd name="connsiteX11" fmla="*/ 628569 w 1110764"/>
              <a:gd name="connsiteY11" fmla="*/ 13625 h 1067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10764" h="1067608">
                <a:moveTo>
                  <a:pt x="617327" y="0"/>
                </a:moveTo>
                <a:lnTo>
                  <a:pt x="1069851" y="0"/>
                </a:lnTo>
                <a:lnTo>
                  <a:pt x="1094029" y="77891"/>
                </a:lnTo>
                <a:cubicBezTo>
                  <a:pt x="1105002" y="131512"/>
                  <a:pt x="1110764" y="187032"/>
                  <a:pt x="1110764" y="243897"/>
                </a:cubicBezTo>
                <a:cubicBezTo>
                  <a:pt x="1110764" y="698820"/>
                  <a:pt x="741976" y="1067608"/>
                  <a:pt x="287053" y="1067608"/>
                </a:cubicBezTo>
                <a:cubicBezTo>
                  <a:pt x="201755" y="1067608"/>
                  <a:pt x="119485" y="1054643"/>
                  <a:pt x="42107" y="1030576"/>
                </a:cubicBezTo>
                <a:lnTo>
                  <a:pt x="0" y="1015165"/>
                </a:lnTo>
                <a:lnTo>
                  <a:pt x="0" y="538566"/>
                </a:lnTo>
                <a:lnTo>
                  <a:pt x="56780" y="585414"/>
                </a:lnTo>
                <a:cubicBezTo>
                  <a:pt x="122513" y="629822"/>
                  <a:pt x="201754" y="655752"/>
                  <a:pt x="287052" y="655752"/>
                </a:cubicBezTo>
                <a:cubicBezTo>
                  <a:pt x="514513" y="655752"/>
                  <a:pt x="698907" y="471358"/>
                  <a:pt x="698907" y="243897"/>
                </a:cubicBezTo>
                <a:cubicBezTo>
                  <a:pt x="698907" y="158599"/>
                  <a:pt x="672977" y="79358"/>
                  <a:pt x="628569" y="13625"/>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cs typeface="黑体-简" panose="02000000000000000000" charset="-122"/>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40" name="矩形 39"/>
          <p:cNvSpPr/>
          <p:nvPr userDrawn="1"/>
        </p:nvSpPr>
        <p:spPr>
          <a:xfrm>
            <a:off x="0" y="-635"/>
            <a:ext cx="12191365" cy="6859270"/>
          </a:xfrm>
          <a:prstGeom prst="rect">
            <a:avLst/>
          </a:prstGeom>
          <a:gradFill>
            <a:gsLst>
              <a:gs pos="0">
                <a:srgbClr val="9ED9F6">
                  <a:alpha val="20000"/>
                </a:srgbClr>
              </a:gs>
              <a:gs pos="100000">
                <a:srgbClr val="00A0E9"/>
              </a:gs>
            </a:gsLst>
            <a:lin ang="4140000" scaled="0"/>
          </a:gradFill>
          <a:ln w="25400" cap="flat" cmpd="sng" algn="ctr">
            <a:noFill/>
            <a:prstDash val="solid"/>
          </a:ln>
          <a:effectLst/>
        </p:spPr>
        <p:txBody>
          <a:bodyPr rtlCol="0" anchor="ctr"/>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黑体-简" panose="02000000000000000000" charset="-122"/>
              <a:ea typeface="黑体-简" panose="02000000000000000000" charset="-122"/>
              <a:cs typeface="黑体-简" panose="02000000000000000000" charset="-122"/>
            </a:endParaRPr>
          </a:p>
        </p:txBody>
      </p:sp>
      <p:sp>
        <p:nvSpPr>
          <p:cNvPr id="64" name="矩形 63"/>
          <p:cNvSpPr/>
          <p:nvPr userDrawn="1"/>
        </p:nvSpPr>
        <p:spPr>
          <a:xfrm>
            <a:off x="156210" y="153000"/>
            <a:ext cx="11880215" cy="6552000"/>
          </a:xfrm>
          <a:prstGeom prst="rect">
            <a:avLst/>
          </a:prstGeom>
          <a:solidFill>
            <a:srgbClr val="FFFFFF"/>
          </a:solidFill>
          <a:ln w="25400" cap="flat" cmpd="sng" algn="ctr">
            <a:noFill/>
            <a:prstDash val="solid"/>
          </a:ln>
          <a:effectLst/>
        </p:spPr>
        <p:txBody>
          <a:bodyPr rtlCol="0" anchor="ctr"/>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黑体-简" panose="02000000000000000000" charset="-122"/>
              <a:ea typeface="黑体-简" panose="02000000000000000000" charset="-122"/>
              <a:cs typeface="黑体-简" panose="02000000000000000000" charset="-122"/>
            </a:endParaRPr>
          </a:p>
        </p:txBody>
      </p:sp>
      <p:sp>
        <p:nvSpPr>
          <p:cNvPr id="65" name="矩形 64"/>
          <p:cNvSpPr/>
          <p:nvPr userDrawn="1"/>
        </p:nvSpPr>
        <p:spPr>
          <a:xfrm>
            <a:off x="155575" y="1810385"/>
            <a:ext cx="11881485" cy="3230245"/>
          </a:xfrm>
          <a:prstGeom prst="rect">
            <a:avLst/>
          </a:prstGeom>
          <a:solidFill>
            <a:srgbClr val="9ED9F6">
              <a:alpha val="30000"/>
            </a:srgbClr>
          </a:solidFill>
          <a:ln w="25400" cap="flat" cmpd="sng" algn="ctr">
            <a:noFill/>
            <a:prstDash val="solid"/>
          </a:ln>
          <a:effectLst/>
        </p:spPr>
        <p:txBody>
          <a:bodyPr rtlCol="0" anchor="ctr"/>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黑体-简" panose="02000000000000000000" charset="-122"/>
              <a:ea typeface="黑体-简" panose="02000000000000000000" charset="-122"/>
              <a:cs typeface="黑体-简" panose="02000000000000000000" charset="-122"/>
            </a:endParaRPr>
          </a:p>
        </p:txBody>
      </p:sp>
      <p:sp>
        <p:nvSpPr>
          <p:cNvPr id="7" name="矩形 6"/>
          <p:cNvSpPr/>
          <p:nvPr userDrawn="1"/>
        </p:nvSpPr>
        <p:spPr>
          <a:xfrm>
            <a:off x="0" y="2096770"/>
            <a:ext cx="5147945" cy="2663825"/>
          </a:xfrm>
          <a:prstGeom prst="rect">
            <a:avLst/>
          </a:prstGeom>
          <a:gradFill>
            <a:gsLst>
              <a:gs pos="0">
                <a:srgbClr val="9ED9F6"/>
              </a:gs>
              <a:gs pos="100000">
                <a:srgbClr val="00A0E9"/>
              </a:gs>
            </a:gsLst>
            <a:lin ang="5400000" scaled="0"/>
          </a:gradFill>
          <a:ln w="25400" cap="flat" cmpd="sng" algn="ctr">
            <a:noFill/>
            <a:prstDash val="solid"/>
          </a:ln>
          <a:effectLst/>
        </p:spPr>
        <p:txBody>
          <a:bodyPr rtlCol="0" anchor="ctr"/>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黑体-简" panose="02000000000000000000" charset="-122"/>
              <a:ea typeface="黑体-简" panose="02000000000000000000" charset="-122"/>
              <a:cs typeface="黑体-简" panose="02000000000000000000" charset="-122"/>
            </a:endParaRPr>
          </a:p>
        </p:txBody>
      </p:sp>
      <p:sp>
        <p:nvSpPr>
          <p:cNvPr id="13" name="矩形 12"/>
          <p:cNvSpPr/>
          <p:nvPr userDrawn="1"/>
        </p:nvSpPr>
        <p:spPr>
          <a:xfrm>
            <a:off x="5231765" y="2096770"/>
            <a:ext cx="6960870" cy="2663825"/>
          </a:xfrm>
          <a:prstGeom prst="rect">
            <a:avLst/>
          </a:prstGeom>
          <a:gradFill>
            <a:gsLst>
              <a:gs pos="0">
                <a:srgbClr val="9ED9F6"/>
              </a:gs>
              <a:gs pos="100000">
                <a:srgbClr val="00A0E9"/>
              </a:gs>
            </a:gsLst>
            <a:lin ang="5400000" scaled="0"/>
          </a:gradFill>
          <a:ln w="25400" cap="flat" cmpd="sng" algn="ctr">
            <a:noFill/>
            <a:prstDash val="solid"/>
          </a:ln>
          <a:effectLst/>
        </p:spPr>
        <p:txBody>
          <a:bodyPr rtlCol="0" anchor="ctr"/>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黑体-简" panose="02000000000000000000" charset="-122"/>
              <a:ea typeface="黑体-简" panose="02000000000000000000" charset="-122"/>
              <a:cs typeface="黑体-简" panose="02000000000000000000" charset="-122"/>
            </a:endParaRPr>
          </a:p>
        </p:txBody>
      </p:sp>
      <p:sp>
        <p:nvSpPr>
          <p:cNvPr id="2" name="标题 1"/>
          <p:cNvSpPr>
            <a:spLocks noGrp="1"/>
          </p:cNvSpPr>
          <p:nvPr>
            <p:ph type="title" hasCustomPrompt="1"/>
            <p:custDataLst>
              <p:tags r:id="rId2"/>
            </p:custDataLst>
          </p:nvPr>
        </p:nvSpPr>
        <p:spPr>
          <a:xfrm>
            <a:off x="5864225" y="2745105"/>
            <a:ext cx="5890260" cy="808990"/>
          </a:xfrm>
          <a:effectLst>
            <a:outerShdw blurRad="50800" dist="38100" dir="2700000" algn="tl" rotWithShape="0">
              <a:prstClr val="black">
                <a:alpha val="40000"/>
              </a:prstClr>
            </a:outerShdw>
          </a:effectLst>
        </p:spPr>
        <p:txBody>
          <a:bodyPr lIns="90000" tIns="46800" rIns="90000" bIns="46800" anchor="b" anchorCtr="0">
            <a:normAutofit/>
          </a:bodyPr>
          <a:lstStyle>
            <a:lvl1pPr>
              <a:defRPr sz="4400" b="1">
                <a:solidFill>
                  <a:schemeClr val="bg1"/>
                </a:solidFill>
                <a:latin typeface="Source Han Sans SC Bold" charset="-122"/>
                <a:ea typeface="Source Han Sans SC Bold" charset="-122"/>
              </a:defRPr>
            </a:lvl1pPr>
          </a:lstStyle>
          <a:p>
            <a:r>
              <a:rPr lang="zh-CN" altLang="en-US" dirty="0"/>
              <a:t>章节</a:t>
            </a:r>
            <a:r>
              <a:rPr lang="zh-CN" altLang="en-US" dirty="0"/>
              <a:t>标题</a:t>
            </a:r>
            <a:endParaRPr lang="zh-CN" altLang="en-US" dirty="0"/>
          </a:p>
        </p:txBody>
      </p:sp>
      <p:sp>
        <p:nvSpPr>
          <p:cNvPr id="3" name="文本占位符 2"/>
          <p:cNvSpPr>
            <a:spLocks noGrp="1"/>
          </p:cNvSpPr>
          <p:nvPr>
            <p:ph type="body" idx="1" hasCustomPrompt="1"/>
            <p:custDataLst>
              <p:tags r:id="rId3"/>
            </p:custDataLst>
          </p:nvPr>
        </p:nvSpPr>
        <p:spPr>
          <a:xfrm>
            <a:off x="5864225" y="3554095"/>
            <a:ext cx="5890260" cy="867410"/>
          </a:xfrm>
          <a:effectLst>
            <a:outerShdw blurRad="50800" dist="38100" dir="2700000" algn="tl" rotWithShape="0">
              <a:prstClr val="black">
                <a:alpha val="40000"/>
              </a:prstClr>
            </a:outerShdw>
          </a:effectLst>
        </p:spPr>
        <p:txBody>
          <a:bodyPr lIns="90000" tIns="46800" rIns="90000" bIns="46800">
            <a:normAutofit/>
          </a:bodyPr>
          <a:lstStyle>
            <a:lvl1pPr marL="0" indent="0">
              <a:buNone/>
              <a:defRPr sz="1800">
                <a:solidFill>
                  <a:schemeClr val="bg1"/>
                </a:solidFill>
                <a:latin typeface="Source Han Sans SC Regular" charset="-122"/>
                <a:ea typeface="Source Han Sans SC Regular" charset="-122"/>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
        <p:nvSpPr>
          <p:cNvPr id="66" name="右箭头 65"/>
          <p:cNvSpPr/>
          <p:nvPr userDrawn="1"/>
        </p:nvSpPr>
        <p:spPr>
          <a:xfrm>
            <a:off x="0" y="2611120"/>
            <a:ext cx="1443990" cy="421640"/>
          </a:xfrm>
          <a:prstGeom prst="rightArrow">
            <a:avLst/>
          </a:prstGeom>
          <a:gradFill>
            <a:gsLst>
              <a:gs pos="0">
                <a:srgbClr val="9ED9F6">
                  <a:alpha val="17000"/>
                </a:srgbClr>
              </a:gs>
              <a:gs pos="100000">
                <a:srgbClr val="00A0E9">
                  <a:alpha val="34000"/>
                </a:srgbClr>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黑体-简" panose="02000000000000000000" charset="-122"/>
            </a:endParaRPr>
          </a:p>
        </p:txBody>
      </p:sp>
      <p:sp>
        <p:nvSpPr>
          <p:cNvPr id="67" name="右箭头 66"/>
          <p:cNvSpPr/>
          <p:nvPr userDrawn="1"/>
        </p:nvSpPr>
        <p:spPr>
          <a:xfrm>
            <a:off x="635" y="3232150"/>
            <a:ext cx="1912620" cy="1480185"/>
          </a:xfrm>
          <a:prstGeom prst="rightArrow">
            <a:avLst/>
          </a:prstGeom>
          <a:gradFill>
            <a:gsLst>
              <a:gs pos="0">
                <a:srgbClr val="9ED9F6">
                  <a:alpha val="17000"/>
                </a:srgbClr>
              </a:gs>
              <a:gs pos="100000">
                <a:srgbClr val="00A0E9">
                  <a:alpha val="34000"/>
                </a:srgbClr>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黑体-简" panose="02000000000000000000" charset="-122"/>
            </a:endParaRPr>
          </a:p>
        </p:txBody>
      </p:sp>
      <p:sp>
        <p:nvSpPr>
          <p:cNvPr id="68" name="右箭头 67"/>
          <p:cNvSpPr/>
          <p:nvPr userDrawn="1"/>
        </p:nvSpPr>
        <p:spPr>
          <a:xfrm>
            <a:off x="156210" y="2216150"/>
            <a:ext cx="1756410" cy="615315"/>
          </a:xfrm>
          <a:prstGeom prst="rightArrow">
            <a:avLst/>
          </a:prstGeom>
          <a:gradFill>
            <a:gsLst>
              <a:gs pos="0">
                <a:srgbClr val="9ED9F6">
                  <a:alpha val="17000"/>
                </a:srgbClr>
              </a:gs>
              <a:gs pos="100000">
                <a:srgbClr val="00A0E9">
                  <a:alpha val="34000"/>
                </a:srgbClr>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黑体-简" panose="02000000000000000000" charset="-122"/>
            </a:endParaRPr>
          </a:p>
        </p:txBody>
      </p:sp>
      <p:sp>
        <p:nvSpPr>
          <p:cNvPr id="69" name="右箭头 68"/>
          <p:cNvSpPr/>
          <p:nvPr userDrawn="1"/>
        </p:nvSpPr>
        <p:spPr>
          <a:xfrm>
            <a:off x="635" y="2921635"/>
            <a:ext cx="2515870" cy="970280"/>
          </a:xfrm>
          <a:prstGeom prst="rightArrow">
            <a:avLst/>
          </a:prstGeom>
          <a:gradFill>
            <a:gsLst>
              <a:gs pos="0">
                <a:srgbClr val="9ED9F6">
                  <a:alpha val="17000"/>
                </a:srgbClr>
              </a:gs>
              <a:gs pos="100000">
                <a:srgbClr val="00A0E9">
                  <a:alpha val="34000"/>
                </a:srgbClr>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黑体-简" panose="02000000000000000000" charset="-122"/>
            </a:endParaRPr>
          </a:p>
        </p:txBody>
      </p:sp>
      <p:grpSp>
        <p:nvGrpSpPr>
          <p:cNvPr id="70" name="组合 69"/>
          <p:cNvGrpSpPr/>
          <p:nvPr userDrawn="1"/>
        </p:nvGrpSpPr>
        <p:grpSpPr>
          <a:xfrm>
            <a:off x="770255" y="2095500"/>
            <a:ext cx="4377055" cy="2664460"/>
            <a:chOff x="1213" y="3300"/>
            <a:chExt cx="6893" cy="4196"/>
          </a:xfrm>
        </p:grpSpPr>
        <p:sp>
          <p:nvSpPr>
            <p:cNvPr id="15" name="标题 1"/>
            <p:cNvSpPr>
              <a:spLocks noGrp="1"/>
            </p:cNvSpPr>
            <p:nvPr userDrawn="1">
              <p:custDataLst>
                <p:tags r:id="rId7"/>
              </p:custDataLst>
            </p:nvPr>
          </p:nvSpPr>
          <p:spPr>
            <a:xfrm>
              <a:off x="3962" y="3300"/>
              <a:ext cx="4145" cy="4196"/>
            </a:xfrm>
            <a:prstGeom prst="rect">
              <a:avLst/>
            </a:prstGeom>
            <a:effectLst>
              <a:outerShdw blurRad="50800" dist="38100" dir="2700000" algn="tl" rotWithShape="0">
                <a:prstClr val="black">
                  <a:alpha val="40000"/>
                </a:prstClr>
              </a:outerShdw>
            </a:effectLst>
          </p:spPr>
          <p:txBody>
            <a:bodyPr vert="horz" lIns="90000" tIns="46800" rIns="90000" bIns="46800" rtlCol="0" anchor="b" anchorCtr="0"/>
            <a:lstStyle>
              <a:lvl1pPr>
                <a:defRPr sz="4400" b="1">
                  <a:solidFill>
                    <a:schemeClr val="bg1"/>
                  </a:solidFill>
                  <a:latin typeface="Source Han Sans SC Bold" charset="-122"/>
                  <a:ea typeface="Source Han Sans SC Bold" charset="-122"/>
                </a:defRPr>
              </a:lvl1pPr>
            </a:lstStyle>
            <a:p>
              <a:r>
                <a:rPr lang="en-US" altLang="zh-CN" sz="13800" dirty="0">
                  <a:solidFill>
                    <a:schemeClr val="bg1"/>
                  </a:solidFill>
                  <a:cs typeface="黑体-简" panose="02000000000000000000" charset="-122"/>
                </a:rPr>
                <a:t>01</a:t>
              </a:r>
              <a:endParaRPr lang="en-US" altLang="zh-CN" sz="13800" dirty="0">
                <a:solidFill>
                  <a:schemeClr val="bg1"/>
                </a:solidFill>
                <a:cs typeface="黑体-简" panose="02000000000000000000" charset="-122"/>
              </a:endParaRPr>
            </a:p>
          </p:txBody>
        </p:sp>
        <p:sp>
          <p:nvSpPr>
            <p:cNvPr id="9" name="标题 1"/>
            <p:cNvSpPr>
              <a:spLocks noGrp="1"/>
            </p:cNvSpPr>
            <p:nvPr userDrawn="1">
              <p:custDataLst>
                <p:tags r:id="rId8"/>
              </p:custDataLst>
            </p:nvPr>
          </p:nvSpPr>
          <p:spPr>
            <a:xfrm>
              <a:off x="1213" y="4601"/>
              <a:ext cx="3504" cy="2308"/>
            </a:xfrm>
            <a:prstGeom prst="rect">
              <a:avLst/>
            </a:prstGeom>
            <a:effectLst>
              <a:outerShdw blurRad="50800" dist="38100" dir="2700000" algn="tl" rotWithShape="0">
                <a:prstClr val="black">
                  <a:alpha val="40000"/>
                </a:prstClr>
              </a:outerShdw>
            </a:effectLst>
          </p:spPr>
          <p:txBody>
            <a:bodyPr vert="horz" lIns="90000" tIns="46800" rIns="90000" bIns="46800" rtlCol="0" anchor="b" anchorCtr="0"/>
            <a:lstStyle>
              <a:lvl1pPr>
                <a:defRPr sz="4400">
                  <a:latin typeface="Source Han Sans SC Regular" charset="-122"/>
                  <a:ea typeface="Source Han Sans SC Regular" charset="-122"/>
                </a:defRPr>
              </a:lvl1pPr>
            </a:lstStyle>
            <a:p>
              <a:r>
                <a:rPr lang="en-US" altLang="zh-CN" sz="4800" b="1" dirty="0">
                  <a:solidFill>
                    <a:schemeClr val="bg1"/>
                  </a:solidFill>
                  <a:latin typeface="Source Han Sans SC Bold" charset="-122"/>
                  <a:ea typeface="Source Han Sans SC Bold" charset="-122"/>
                  <a:cs typeface="黑体-简" panose="02000000000000000000" charset="-122"/>
                </a:rPr>
                <a:t>PART</a:t>
              </a:r>
              <a:endParaRPr lang="en-US" altLang="zh-CN" sz="4800" b="1" dirty="0">
                <a:solidFill>
                  <a:schemeClr val="bg1"/>
                </a:solidFill>
                <a:latin typeface="Source Han Sans SC Bold" charset="-122"/>
                <a:ea typeface="Source Han Sans SC Bold" charset="-122"/>
                <a:cs typeface="黑体-简" panose="02000000000000000000" charset="-122"/>
              </a:endParaRPr>
            </a:p>
          </p:txBody>
        </p:sp>
      </p:grpSp>
      <p:sp>
        <p:nvSpPr>
          <p:cNvPr id="72" name="矩形 71"/>
          <p:cNvSpPr/>
          <p:nvPr userDrawn="1"/>
        </p:nvSpPr>
        <p:spPr>
          <a:xfrm>
            <a:off x="635" y="2095500"/>
            <a:ext cx="154940" cy="2663825"/>
          </a:xfrm>
          <a:prstGeom prst="rect">
            <a:avLst/>
          </a:prstGeom>
          <a:solidFill>
            <a:srgbClr val="39D4EE"/>
          </a:solidFill>
          <a:ln w="25400" cap="flat" cmpd="sng" algn="ctr">
            <a:noFill/>
            <a:prstDash val="solid"/>
          </a:ln>
          <a:effectLst/>
        </p:spPr>
        <p:txBody>
          <a:bodyPr rtlCol="0" anchor="ctr"/>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黑体-简" panose="02000000000000000000" charset="-122"/>
              <a:ea typeface="黑体-简" panose="02000000000000000000" charset="-122"/>
              <a:cs typeface="黑体-简" panose="02000000000000000000" charset="-122"/>
            </a:endParaRPr>
          </a:p>
        </p:txBody>
      </p:sp>
      <p:pic>
        <p:nvPicPr>
          <p:cNvPr id="37" name="图片 36" descr="拼音-21"/>
          <p:cNvPicPr>
            <a:picLocks noChangeAspect="1"/>
          </p:cNvPicPr>
          <p:nvPr userDrawn="1"/>
        </p:nvPicPr>
        <p:blipFill>
          <a:blip r:embed="rId9">
            <a:extLst>
              <a:ext uri="{96DAC541-7B7A-43D3-8B79-37D633B846F1}">
                <asvg:svgBlip xmlns:asvg="http://schemas.microsoft.com/office/drawing/2016/SVG/main" r:embed="rId10"/>
              </a:ext>
            </a:extLst>
          </a:blip>
          <a:stretch>
            <a:fillRect/>
          </a:stretch>
        </p:blipFill>
        <p:spPr>
          <a:xfrm>
            <a:off x="749300" y="437515"/>
            <a:ext cx="2529205" cy="685165"/>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1_节标题">
    <p:spTree>
      <p:nvGrpSpPr>
        <p:cNvPr id="1" name=""/>
        <p:cNvGrpSpPr/>
        <p:nvPr/>
      </p:nvGrpSpPr>
      <p:grpSpPr>
        <a:xfrm>
          <a:off x="0" y="0"/>
          <a:ext cx="0" cy="0"/>
          <a:chOff x="0" y="0"/>
          <a:chExt cx="0" cy="0"/>
        </a:xfrm>
      </p:grpSpPr>
      <p:sp>
        <p:nvSpPr>
          <p:cNvPr id="40" name="矩形 39"/>
          <p:cNvSpPr/>
          <p:nvPr userDrawn="1"/>
        </p:nvSpPr>
        <p:spPr>
          <a:xfrm>
            <a:off x="0" y="-635"/>
            <a:ext cx="12191365" cy="6859270"/>
          </a:xfrm>
          <a:prstGeom prst="rect">
            <a:avLst/>
          </a:prstGeom>
          <a:gradFill>
            <a:gsLst>
              <a:gs pos="0">
                <a:srgbClr val="9ED9F6">
                  <a:alpha val="20000"/>
                </a:srgbClr>
              </a:gs>
              <a:gs pos="100000">
                <a:srgbClr val="00A0E9"/>
              </a:gs>
            </a:gsLst>
            <a:lin ang="4140000" scaled="0"/>
          </a:gradFill>
          <a:ln w="25400" cap="flat" cmpd="sng" algn="ctr">
            <a:noFill/>
            <a:prstDash val="solid"/>
          </a:ln>
          <a:effectLst/>
        </p:spPr>
        <p:txBody>
          <a:bodyPr rtlCol="0" anchor="ctr"/>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黑体-简" panose="02000000000000000000" charset="-122"/>
              <a:ea typeface="黑体-简" panose="02000000000000000000" charset="-122"/>
              <a:cs typeface="黑体-简" panose="02000000000000000000" charset="-122"/>
            </a:endParaRPr>
          </a:p>
        </p:txBody>
      </p:sp>
      <p:sp>
        <p:nvSpPr>
          <p:cNvPr id="64" name="矩形 63"/>
          <p:cNvSpPr/>
          <p:nvPr userDrawn="1"/>
        </p:nvSpPr>
        <p:spPr>
          <a:xfrm>
            <a:off x="156210" y="153000"/>
            <a:ext cx="11880215" cy="6552000"/>
          </a:xfrm>
          <a:prstGeom prst="rect">
            <a:avLst/>
          </a:prstGeom>
          <a:solidFill>
            <a:srgbClr val="FFFFFF"/>
          </a:solidFill>
          <a:ln w="25400" cap="flat" cmpd="sng" algn="ctr">
            <a:noFill/>
            <a:prstDash val="solid"/>
          </a:ln>
          <a:effectLst/>
        </p:spPr>
        <p:txBody>
          <a:bodyPr rtlCol="0" anchor="ctr"/>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黑体-简" panose="02000000000000000000" charset="-122"/>
              <a:ea typeface="黑体-简" panose="02000000000000000000" charset="-122"/>
              <a:cs typeface="黑体-简" panose="02000000000000000000" charset="-122"/>
            </a:endParaRPr>
          </a:p>
        </p:txBody>
      </p:sp>
      <p:sp>
        <p:nvSpPr>
          <p:cNvPr id="65" name="矩形 64"/>
          <p:cNvSpPr/>
          <p:nvPr userDrawn="1"/>
        </p:nvSpPr>
        <p:spPr>
          <a:xfrm>
            <a:off x="155575" y="1810385"/>
            <a:ext cx="11881485" cy="3230245"/>
          </a:xfrm>
          <a:prstGeom prst="rect">
            <a:avLst/>
          </a:prstGeom>
          <a:solidFill>
            <a:srgbClr val="9ED9F6">
              <a:alpha val="30000"/>
            </a:srgbClr>
          </a:solidFill>
          <a:ln w="25400" cap="flat" cmpd="sng" algn="ctr">
            <a:noFill/>
            <a:prstDash val="solid"/>
          </a:ln>
          <a:effectLst/>
        </p:spPr>
        <p:txBody>
          <a:bodyPr rtlCol="0" anchor="ctr"/>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黑体-简" panose="02000000000000000000" charset="-122"/>
              <a:ea typeface="黑体-简" panose="02000000000000000000" charset="-122"/>
              <a:cs typeface="黑体-简" panose="02000000000000000000" charset="-122"/>
            </a:endParaRPr>
          </a:p>
        </p:txBody>
      </p:sp>
      <p:sp>
        <p:nvSpPr>
          <p:cNvPr id="7" name="矩形 6"/>
          <p:cNvSpPr/>
          <p:nvPr userDrawn="1"/>
        </p:nvSpPr>
        <p:spPr>
          <a:xfrm>
            <a:off x="0" y="2096770"/>
            <a:ext cx="5147945" cy="2663825"/>
          </a:xfrm>
          <a:prstGeom prst="rect">
            <a:avLst/>
          </a:prstGeom>
          <a:gradFill>
            <a:gsLst>
              <a:gs pos="0">
                <a:srgbClr val="9ED9F6"/>
              </a:gs>
              <a:gs pos="100000">
                <a:srgbClr val="00A0E9"/>
              </a:gs>
            </a:gsLst>
            <a:lin ang="5400000" scaled="0"/>
          </a:gradFill>
          <a:ln w="25400" cap="flat" cmpd="sng" algn="ctr">
            <a:noFill/>
            <a:prstDash val="solid"/>
          </a:ln>
          <a:effectLst/>
        </p:spPr>
        <p:txBody>
          <a:bodyPr rtlCol="0" anchor="ctr"/>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黑体-简" panose="02000000000000000000" charset="-122"/>
              <a:ea typeface="黑体-简" panose="02000000000000000000" charset="-122"/>
              <a:cs typeface="黑体-简" panose="02000000000000000000" charset="-122"/>
            </a:endParaRPr>
          </a:p>
        </p:txBody>
      </p:sp>
      <p:sp>
        <p:nvSpPr>
          <p:cNvPr id="13" name="矩形 12"/>
          <p:cNvSpPr/>
          <p:nvPr userDrawn="1"/>
        </p:nvSpPr>
        <p:spPr>
          <a:xfrm>
            <a:off x="5231765" y="2096770"/>
            <a:ext cx="6960870" cy="2663825"/>
          </a:xfrm>
          <a:prstGeom prst="rect">
            <a:avLst/>
          </a:prstGeom>
          <a:gradFill>
            <a:gsLst>
              <a:gs pos="0">
                <a:srgbClr val="9ED9F6"/>
              </a:gs>
              <a:gs pos="100000">
                <a:srgbClr val="00A0E9"/>
              </a:gs>
            </a:gsLst>
            <a:lin ang="5400000" scaled="0"/>
          </a:gradFill>
          <a:ln w="25400" cap="flat" cmpd="sng" algn="ctr">
            <a:noFill/>
            <a:prstDash val="solid"/>
          </a:ln>
          <a:effectLst/>
        </p:spPr>
        <p:txBody>
          <a:bodyPr rtlCol="0" anchor="ctr"/>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黑体-简" panose="02000000000000000000" charset="-122"/>
              <a:ea typeface="黑体-简" panose="02000000000000000000" charset="-122"/>
              <a:cs typeface="黑体-简" panose="02000000000000000000" charset="-122"/>
            </a:endParaRPr>
          </a:p>
        </p:txBody>
      </p:sp>
      <p:sp>
        <p:nvSpPr>
          <p:cNvPr id="2" name="标题 1"/>
          <p:cNvSpPr>
            <a:spLocks noGrp="1"/>
          </p:cNvSpPr>
          <p:nvPr>
            <p:ph type="title" hasCustomPrompt="1"/>
            <p:custDataLst>
              <p:tags r:id="rId2"/>
            </p:custDataLst>
          </p:nvPr>
        </p:nvSpPr>
        <p:spPr>
          <a:xfrm>
            <a:off x="5864225" y="2745105"/>
            <a:ext cx="5890260" cy="808990"/>
          </a:xfrm>
          <a:effectLst>
            <a:outerShdw blurRad="50800" dist="38100" dir="2700000" algn="tl" rotWithShape="0">
              <a:prstClr val="black">
                <a:alpha val="40000"/>
              </a:prstClr>
            </a:outerShdw>
          </a:effectLst>
        </p:spPr>
        <p:txBody>
          <a:bodyPr lIns="90000" tIns="46800" rIns="90000" bIns="46800" anchor="b" anchorCtr="0">
            <a:normAutofit/>
          </a:bodyPr>
          <a:lstStyle>
            <a:lvl1pPr>
              <a:defRPr sz="4400" b="1">
                <a:solidFill>
                  <a:schemeClr val="bg1"/>
                </a:solidFill>
                <a:latin typeface="Source Han Sans SC Bold" charset="-122"/>
                <a:ea typeface="Source Han Sans SC Bold" charset="-122"/>
              </a:defRPr>
            </a:lvl1pPr>
          </a:lstStyle>
          <a:p>
            <a:r>
              <a:rPr lang="zh-CN" altLang="en-US" dirty="0"/>
              <a:t>章节</a:t>
            </a:r>
            <a:r>
              <a:rPr lang="zh-CN" altLang="en-US" dirty="0"/>
              <a:t>标题</a:t>
            </a:r>
            <a:endParaRPr lang="zh-CN" altLang="en-US" dirty="0"/>
          </a:p>
        </p:txBody>
      </p:sp>
      <p:sp>
        <p:nvSpPr>
          <p:cNvPr id="3" name="文本占位符 2"/>
          <p:cNvSpPr>
            <a:spLocks noGrp="1"/>
          </p:cNvSpPr>
          <p:nvPr>
            <p:ph type="body" idx="1" hasCustomPrompt="1"/>
            <p:custDataLst>
              <p:tags r:id="rId3"/>
            </p:custDataLst>
          </p:nvPr>
        </p:nvSpPr>
        <p:spPr>
          <a:xfrm>
            <a:off x="5864225" y="3554095"/>
            <a:ext cx="5890260" cy="867410"/>
          </a:xfrm>
          <a:effectLst>
            <a:outerShdw blurRad="50800" dist="38100" dir="2700000" algn="tl" rotWithShape="0">
              <a:prstClr val="black">
                <a:alpha val="40000"/>
              </a:prstClr>
            </a:outerShdw>
          </a:effectLst>
        </p:spPr>
        <p:txBody>
          <a:bodyPr lIns="90000" tIns="46800" rIns="90000" bIns="46800">
            <a:normAutofit/>
          </a:bodyPr>
          <a:lstStyle>
            <a:lvl1pPr marL="0" indent="0">
              <a:buNone/>
              <a:defRPr sz="1800">
                <a:solidFill>
                  <a:schemeClr val="bg1"/>
                </a:solidFill>
                <a:latin typeface="Source Han Sans SC Regular" charset="-122"/>
                <a:ea typeface="Source Han Sans SC Regular" charset="-122"/>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
        <p:nvSpPr>
          <p:cNvPr id="66" name="右箭头 65"/>
          <p:cNvSpPr/>
          <p:nvPr userDrawn="1"/>
        </p:nvSpPr>
        <p:spPr>
          <a:xfrm>
            <a:off x="0" y="2611120"/>
            <a:ext cx="1443990" cy="421640"/>
          </a:xfrm>
          <a:prstGeom prst="rightArrow">
            <a:avLst/>
          </a:prstGeom>
          <a:gradFill>
            <a:gsLst>
              <a:gs pos="0">
                <a:srgbClr val="9ED9F6">
                  <a:alpha val="17000"/>
                </a:srgbClr>
              </a:gs>
              <a:gs pos="100000">
                <a:srgbClr val="00A0E9">
                  <a:alpha val="34000"/>
                </a:srgbClr>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黑体-简" panose="02000000000000000000" charset="-122"/>
            </a:endParaRPr>
          </a:p>
        </p:txBody>
      </p:sp>
      <p:sp>
        <p:nvSpPr>
          <p:cNvPr id="67" name="右箭头 66"/>
          <p:cNvSpPr/>
          <p:nvPr userDrawn="1"/>
        </p:nvSpPr>
        <p:spPr>
          <a:xfrm>
            <a:off x="635" y="3232150"/>
            <a:ext cx="1912620" cy="1480185"/>
          </a:xfrm>
          <a:prstGeom prst="rightArrow">
            <a:avLst/>
          </a:prstGeom>
          <a:gradFill>
            <a:gsLst>
              <a:gs pos="0">
                <a:srgbClr val="9ED9F6">
                  <a:alpha val="17000"/>
                </a:srgbClr>
              </a:gs>
              <a:gs pos="100000">
                <a:srgbClr val="00A0E9">
                  <a:alpha val="34000"/>
                </a:srgbClr>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黑体-简" panose="02000000000000000000" charset="-122"/>
            </a:endParaRPr>
          </a:p>
        </p:txBody>
      </p:sp>
      <p:sp>
        <p:nvSpPr>
          <p:cNvPr id="68" name="右箭头 67"/>
          <p:cNvSpPr/>
          <p:nvPr userDrawn="1"/>
        </p:nvSpPr>
        <p:spPr>
          <a:xfrm>
            <a:off x="156210" y="2216150"/>
            <a:ext cx="1756410" cy="615315"/>
          </a:xfrm>
          <a:prstGeom prst="rightArrow">
            <a:avLst/>
          </a:prstGeom>
          <a:gradFill>
            <a:gsLst>
              <a:gs pos="0">
                <a:srgbClr val="9ED9F6">
                  <a:alpha val="17000"/>
                </a:srgbClr>
              </a:gs>
              <a:gs pos="100000">
                <a:srgbClr val="00A0E9">
                  <a:alpha val="34000"/>
                </a:srgbClr>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黑体-简" panose="02000000000000000000" charset="-122"/>
            </a:endParaRPr>
          </a:p>
        </p:txBody>
      </p:sp>
      <p:sp>
        <p:nvSpPr>
          <p:cNvPr id="69" name="右箭头 68"/>
          <p:cNvSpPr/>
          <p:nvPr userDrawn="1"/>
        </p:nvSpPr>
        <p:spPr>
          <a:xfrm>
            <a:off x="635" y="2921635"/>
            <a:ext cx="2515870" cy="970280"/>
          </a:xfrm>
          <a:prstGeom prst="rightArrow">
            <a:avLst/>
          </a:prstGeom>
          <a:gradFill>
            <a:gsLst>
              <a:gs pos="0">
                <a:srgbClr val="9ED9F6">
                  <a:alpha val="17000"/>
                </a:srgbClr>
              </a:gs>
              <a:gs pos="100000">
                <a:srgbClr val="00A0E9">
                  <a:alpha val="34000"/>
                </a:srgbClr>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黑体-简" panose="02000000000000000000" charset="-122"/>
            </a:endParaRPr>
          </a:p>
        </p:txBody>
      </p:sp>
      <p:grpSp>
        <p:nvGrpSpPr>
          <p:cNvPr id="70" name="组合 69"/>
          <p:cNvGrpSpPr/>
          <p:nvPr userDrawn="1"/>
        </p:nvGrpSpPr>
        <p:grpSpPr>
          <a:xfrm>
            <a:off x="770255" y="2095500"/>
            <a:ext cx="4377055" cy="2664460"/>
            <a:chOff x="1213" y="3300"/>
            <a:chExt cx="6893" cy="4196"/>
          </a:xfrm>
        </p:grpSpPr>
        <p:sp>
          <p:nvSpPr>
            <p:cNvPr id="15" name="标题 1"/>
            <p:cNvSpPr>
              <a:spLocks noGrp="1"/>
            </p:cNvSpPr>
            <p:nvPr userDrawn="1">
              <p:custDataLst>
                <p:tags r:id="rId7"/>
              </p:custDataLst>
            </p:nvPr>
          </p:nvSpPr>
          <p:spPr>
            <a:xfrm>
              <a:off x="3962" y="3300"/>
              <a:ext cx="4145" cy="4196"/>
            </a:xfrm>
            <a:prstGeom prst="rect">
              <a:avLst/>
            </a:prstGeom>
            <a:effectLst>
              <a:outerShdw blurRad="50800" dist="38100" dir="2700000" algn="tl" rotWithShape="0">
                <a:prstClr val="black">
                  <a:alpha val="40000"/>
                </a:prstClr>
              </a:outerShdw>
            </a:effectLst>
          </p:spPr>
          <p:txBody>
            <a:bodyPr vert="horz" lIns="90000" tIns="46800" rIns="90000" bIns="46800" rtlCol="0" anchor="b" anchorCtr="0"/>
            <a:lstStyle>
              <a:lvl1pPr>
                <a:defRPr sz="4400" b="1">
                  <a:solidFill>
                    <a:schemeClr val="bg1"/>
                  </a:solidFill>
                  <a:latin typeface="Source Han Sans SC Bold" charset="-122"/>
                  <a:ea typeface="Source Han Sans SC Bold" charset="-122"/>
                </a:defRPr>
              </a:lvl1pPr>
            </a:lstStyle>
            <a:p>
              <a:r>
                <a:rPr lang="en-US" altLang="zh-CN" sz="13800" dirty="0">
                  <a:solidFill>
                    <a:schemeClr val="bg1"/>
                  </a:solidFill>
                  <a:cs typeface="黑体-简" panose="02000000000000000000" charset="-122"/>
                </a:rPr>
                <a:t>02</a:t>
              </a:r>
              <a:endParaRPr lang="en-US" altLang="zh-CN" sz="13800" dirty="0">
                <a:solidFill>
                  <a:schemeClr val="bg1"/>
                </a:solidFill>
                <a:cs typeface="黑体-简" panose="02000000000000000000" charset="-122"/>
              </a:endParaRPr>
            </a:p>
          </p:txBody>
        </p:sp>
        <p:sp>
          <p:nvSpPr>
            <p:cNvPr id="9" name="标题 1"/>
            <p:cNvSpPr>
              <a:spLocks noGrp="1"/>
            </p:cNvSpPr>
            <p:nvPr userDrawn="1">
              <p:custDataLst>
                <p:tags r:id="rId8"/>
              </p:custDataLst>
            </p:nvPr>
          </p:nvSpPr>
          <p:spPr>
            <a:xfrm>
              <a:off x="1213" y="4601"/>
              <a:ext cx="3504" cy="2308"/>
            </a:xfrm>
            <a:prstGeom prst="rect">
              <a:avLst/>
            </a:prstGeom>
            <a:effectLst>
              <a:outerShdw blurRad="50800" dist="38100" dir="2700000" algn="tl" rotWithShape="0">
                <a:prstClr val="black">
                  <a:alpha val="40000"/>
                </a:prstClr>
              </a:outerShdw>
            </a:effectLst>
          </p:spPr>
          <p:txBody>
            <a:bodyPr vert="horz" lIns="90000" tIns="46800" rIns="90000" bIns="46800" rtlCol="0" anchor="b" anchorCtr="0"/>
            <a:lstStyle>
              <a:lvl1pPr>
                <a:defRPr sz="4400">
                  <a:latin typeface="Source Han Sans SC Regular" charset="-122"/>
                  <a:ea typeface="Source Han Sans SC Regular" charset="-122"/>
                </a:defRPr>
              </a:lvl1pPr>
            </a:lstStyle>
            <a:p>
              <a:r>
                <a:rPr lang="en-US" altLang="zh-CN" sz="4800" b="1" dirty="0">
                  <a:solidFill>
                    <a:schemeClr val="bg1"/>
                  </a:solidFill>
                  <a:latin typeface="Source Han Sans SC Bold" charset="-122"/>
                  <a:ea typeface="Source Han Sans SC Bold" charset="-122"/>
                  <a:cs typeface="黑体-简" panose="02000000000000000000" charset="-122"/>
                </a:rPr>
                <a:t>PART</a:t>
              </a:r>
              <a:endParaRPr lang="en-US" altLang="zh-CN" sz="4800" b="1" dirty="0">
                <a:solidFill>
                  <a:schemeClr val="bg1"/>
                </a:solidFill>
                <a:latin typeface="Source Han Sans SC Bold" charset="-122"/>
                <a:ea typeface="Source Han Sans SC Bold" charset="-122"/>
                <a:cs typeface="黑体-简" panose="02000000000000000000" charset="-122"/>
              </a:endParaRPr>
            </a:p>
          </p:txBody>
        </p:sp>
      </p:grpSp>
      <p:sp>
        <p:nvSpPr>
          <p:cNvPr id="72" name="矩形 71"/>
          <p:cNvSpPr/>
          <p:nvPr userDrawn="1"/>
        </p:nvSpPr>
        <p:spPr>
          <a:xfrm>
            <a:off x="635" y="2095500"/>
            <a:ext cx="154940" cy="2663825"/>
          </a:xfrm>
          <a:prstGeom prst="rect">
            <a:avLst/>
          </a:prstGeom>
          <a:solidFill>
            <a:srgbClr val="39D4EE"/>
          </a:solidFill>
          <a:ln w="25400" cap="flat" cmpd="sng" algn="ctr">
            <a:noFill/>
            <a:prstDash val="solid"/>
          </a:ln>
          <a:effectLst/>
        </p:spPr>
        <p:txBody>
          <a:bodyPr rtlCol="0" anchor="ctr"/>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黑体-简" panose="02000000000000000000" charset="-122"/>
              <a:ea typeface="黑体-简" panose="02000000000000000000" charset="-122"/>
              <a:cs typeface="黑体-简" panose="02000000000000000000" charset="-122"/>
            </a:endParaRPr>
          </a:p>
        </p:txBody>
      </p:sp>
      <p:pic>
        <p:nvPicPr>
          <p:cNvPr id="37" name="图片 36" descr="拼音-21"/>
          <p:cNvPicPr>
            <a:picLocks noChangeAspect="1"/>
          </p:cNvPicPr>
          <p:nvPr userDrawn="1"/>
        </p:nvPicPr>
        <p:blipFill>
          <a:blip r:embed="rId9">
            <a:extLst>
              <a:ext uri="{96DAC541-7B7A-43D3-8B79-37D633B846F1}">
                <asvg:svgBlip xmlns:asvg="http://schemas.microsoft.com/office/drawing/2016/SVG/main" r:embed="rId10"/>
              </a:ext>
            </a:extLst>
          </a:blip>
          <a:stretch>
            <a:fillRect/>
          </a:stretch>
        </p:blipFill>
        <p:spPr>
          <a:xfrm>
            <a:off x="749300" y="437515"/>
            <a:ext cx="2529205" cy="685165"/>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2_节标题">
    <p:spTree>
      <p:nvGrpSpPr>
        <p:cNvPr id="1" name=""/>
        <p:cNvGrpSpPr/>
        <p:nvPr/>
      </p:nvGrpSpPr>
      <p:grpSpPr>
        <a:xfrm>
          <a:off x="0" y="0"/>
          <a:ext cx="0" cy="0"/>
          <a:chOff x="0" y="0"/>
          <a:chExt cx="0" cy="0"/>
        </a:xfrm>
      </p:grpSpPr>
      <p:sp>
        <p:nvSpPr>
          <p:cNvPr id="40" name="矩形 39"/>
          <p:cNvSpPr/>
          <p:nvPr userDrawn="1"/>
        </p:nvSpPr>
        <p:spPr>
          <a:xfrm>
            <a:off x="0" y="-635"/>
            <a:ext cx="12191365" cy="6859270"/>
          </a:xfrm>
          <a:prstGeom prst="rect">
            <a:avLst/>
          </a:prstGeom>
          <a:gradFill>
            <a:gsLst>
              <a:gs pos="0">
                <a:srgbClr val="9ED9F6">
                  <a:alpha val="20000"/>
                </a:srgbClr>
              </a:gs>
              <a:gs pos="100000">
                <a:srgbClr val="00A0E9"/>
              </a:gs>
            </a:gsLst>
            <a:lin ang="4140000" scaled="0"/>
          </a:gradFill>
          <a:ln w="25400" cap="flat" cmpd="sng" algn="ctr">
            <a:noFill/>
            <a:prstDash val="solid"/>
          </a:ln>
          <a:effectLst/>
        </p:spPr>
        <p:txBody>
          <a:bodyPr rtlCol="0" anchor="ctr"/>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黑体-简" panose="02000000000000000000" charset="-122"/>
              <a:ea typeface="黑体-简" panose="02000000000000000000" charset="-122"/>
              <a:cs typeface="黑体-简" panose="02000000000000000000" charset="-122"/>
            </a:endParaRPr>
          </a:p>
        </p:txBody>
      </p:sp>
      <p:sp>
        <p:nvSpPr>
          <p:cNvPr id="64" name="矩形 63"/>
          <p:cNvSpPr/>
          <p:nvPr userDrawn="1"/>
        </p:nvSpPr>
        <p:spPr>
          <a:xfrm>
            <a:off x="156210" y="153000"/>
            <a:ext cx="11880215" cy="6552000"/>
          </a:xfrm>
          <a:prstGeom prst="rect">
            <a:avLst/>
          </a:prstGeom>
          <a:solidFill>
            <a:srgbClr val="FFFFFF"/>
          </a:solidFill>
          <a:ln w="25400" cap="flat" cmpd="sng" algn="ctr">
            <a:noFill/>
            <a:prstDash val="solid"/>
          </a:ln>
          <a:effectLst/>
        </p:spPr>
        <p:txBody>
          <a:bodyPr rtlCol="0" anchor="ctr"/>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黑体-简" panose="02000000000000000000" charset="-122"/>
              <a:ea typeface="黑体-简" panose="02000000000000000000" charset="-122"/>
              <a:cs typeface="黑体-简" panose="02000000000000000000" charset="-122"/>
            </a:endParaRPr>
          </a:p>
        </p:txBody>
      </p:sp>
      <p:sp>
        <p:nvSpPr>
          <p:cNvPr id="65" name="矩形 64"/>
          <p:cNvSpPr/>
          <p:nvPr userDrawn="1"/>
        </p:nvSpPr>
        <p:spPr>
          <a:xfrm>
            <a:off x="155575" y="1810385"/>
            <a:ext cx="11881485" cy="3230245"/>
          </a:xfrm>
          <a:prstGeom prst="rect">
            <a:avLst/>
          </a:prstGeom>
          <a:solidFill>
            <a:srgbClr val="9ED9F6">
              <a:alpha val="30000"/>
            </a:srgbClr>
          </a:solidFill>
          <a:ln w="25400" cap="flat" cmpd="sng" algn="ctr">
            <a:noFill/>
            <a:prstDash val="solid"/>
          </a:ln>
          <a:effectLst/>
        </p:spPr>
        <p:txBody>
          <a:bodyPr rtlCol="0" anchor="ctr"/>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黑体-简" panose="02000000000000000000" charset="-122"/>
              <a:ea typeface="黑体-简" panose="02000000000000000000" charset="-122"/>
              <a:cs typeface="黑体-简" panose="02000000000000000000" charset="-122"/>
            </a:endParaRPr>
          </a:p>
        </p:txBody>
      </p:sp>
      <p:sp>
        <p:nvSpPr>
          <p:cNvPr id="7" name="矩形 6"/>
          <p:cNvSpPr/>
          <p:nvPr userDrawn="1"/>
        </p:nvSpPr>
        <p:spPr>
          <a:xfrm>
            <a:off x="0" y="2096770"/>
            <a:ext cx="5147945" cy="2663825"/>
          </a:xfrm>
          <a:prstGeom prst="rect">
            <a:avLst/>
          </a:prstGeom>
          <a:gradFill>
            <a:gsLst>
              <a:gs pos="0">
                <a:srgbClr val="9ED9F6"/>
              </a:gs>
              <a:gs pos="100000">
                <a:srgbClr val="00A0E9"/>
              </a:gs>
            </a:gsLst>
            <a:lin ang="5400000" scaled="0"/>
          </a:gradFill>
          <a:ln w="25400" cap="flat" cmpd="sng" algn="ctr">
            <a:noFill/>
            <a:prstDash val="solid"/>
          </a:ln>
          <a:effectLst/>
        </p:spPr>
        <p:txBody>
          <a:bodyPr rtlCol="0" anchor="ctr"/>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黑体-简" panose="02000000000000000000" charset="-122"/>
              <a:ea typeface="黑体-简" panose="02000000000000000000" charset="-122"/>
              <a:cs typeface="黑体-简" panose="02000000000000000000" charset="-122"/>
            </a:endParaRPr>
          </a:p>
        </p:txBody>
      </p:sp>
      <p:sp>
        <p:nvSpPr>
          <p:cNvPr id="13" name="矩形 12"/>
          <p:cNvSpPr/>
          <p:nvPr userDrawn="1"/>
        </p:nvSpPr>
        <p:spPr>
          <a:xfrm>
            <a:off x="5231765" y="2096770"/>
            <a:ext cx="6960870" cy="2663825"/>
          </a:xfrm>
          <a:prstGeom prst="rect">
            <a:avLst/>
          </a:prstGeom>
          <a:gradFill>
            <a:gsLst>
              <a:gs pos="0">
                <a:srgbClr val="9ED9F6"/>
              </a:gs>
              <a:gs pos="100000">
                <a:srgbClr val="00A0E9"/>
              </a:gs>
            </a:gsLst>
            <a:lin ang="5400000" scaled="0"/>
          </a:gradFill>
          <a:ln w="25400" cap="flat" cmpd="sng" algn="ctr">
            <a:noFill/>
            <a:prstDash val="solid"/>
          </a:ln>
          <a:effectLst/>
        </p:spPr>
        <p:txBody>
          <a:bodyPr rtlCol="0" anchor="ctr"/>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黑体-简" panose="02000000000000000000" charset="-122"/>
              <a:ea typeface="黑体-简" panose="02000000000000000000" charset="-122"/>
              <a:cs typeface="黑体-简" panose="02000000000000000000" charset="-122"/>
            </a:endParaRPr>
          </a:p>
        </p:txBody>
      </p:sp>
      <p:sp>
        <p:nvSpPr>
          <p:cNvPr id="2" name="标题 1"/>
          <p:cNvSpPr>
            <a:spLocks noGrp="1"/>
          </p:cNvSpPr>
          <p:nvPr>
            <p:ph type="title" hasCustomPrompt="1"/>
            <p:custDataLst>
              <p:tags r:id="rId2"/>
            </p:custDataLst>
          </p:nvPr>
        </p:nvSpPr>
        <p:spPr>
          <a:xfrm>
            <a:off x="5864225" y="2745105"/>
            <a:ext cx="5890260" cy="808990"/>
          </a:xfrm>
          <a:effectLst>
            <a:outerShdw blurRad="50800" dist="38100" dir="2700000" algn="tl" rotWithShape="0">
              <a:prstClr val="black">
                <a:alpha val="40000"/>
              </a:prstClr>
            </a:outerShdw>
          </a:effectLst>
        </p:spPr>
        <p:txBody>
          <a:bodyPr lIns="90000" tIns="46800" rIns="90000" bIns="46800" anchor="b" anchorCtr="0">
            <a:normAutofit/>
          </a:bodyPr>
          <a:lstStyle>
            <a:lvl1pPr>
              <a:defRPr sz="4400" b="1">
                <a:solidFill>
                  <a:schemeClr val="bg1"/>
                </a:solidFill>
                <a:latin typeface="Source Han Sans SC Bold" charset="-122"/>
                <a:ea typeface="Source Han Sans SC Bold" charset="-122"/>
              </a:defRPr>
            </a:lvl1pPr>
          </a:lstStyle>
          <a:p>
            <a:r>
              <a:rPr lang="zh-CN" altLang="en-US" dirty="0"/>
              <a:t>章节</a:t>
            </a:r>
            <a:r>
              <a:rPr lang="zh-CN" altLang="en-US" dirty="0"/>
              <a:t>标题</a:t>
            </a:r>
            <a:endParaRPr lang="zh-CN" altLang="en-US" dirty="0"/>
          </a:p>
        </p:txBody>
      </p:sp>
      <p:sp>
        <p:nvSpPr>
          <p:cNvPr id="3" name="文本占位符 2"/>
          <p:cNvSpPr>
            <a:spLocks noGrp="1"/>
          </p:cNvSpPr>
          <p:nvPr>
            <p:ph type="body" idx="1" hasCustomPrompt="1"/>
            <p:custDataLst>
              <p:tags r:id="rId3"/>
            </p:custDataLst>
          </p:nvPr>
        </p:nvSpPr>
        <p:spPr>
          <a:xfrm>
            <a:off x="5864225" y="3554095"/>
            <a:ext cx="5890260" cy="867410"/>
          </a:xfrm>
          <a:effectLst>
            <a:outerShdw blurRad="50800" dist="38100" dir="2700000" algn="tl" rotWithShape="0">
              <a:prstClr val="black">
                <a:alpha val="40000"/>
              </a:prstClr>
            </a:outerShdw>
          </a:effectLst>
        </p:spPr>
        <p:txBody>
          <a:bodyPr lIns="90000" tIns="46800" rIns="90000" bIns="46800">
            <a:normAutofit/>
          </a:bodyPr>
          <a:lstStyle>
            <a:lvl1pPr marL="0" indent="0">
              <a:buNone/>
              <a:defRPr sz="1800">
                <a:solidFill>
                  <a:schemeClr val="bg1"/>
                </a:solidFill>
                <a:latin typeface="Source Han Sans SC Regular" charset="-122"/>
                <a:ea typeface="Source Han Sans SC Regular" charset="-122"/>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
        <p:nvSpPr>
          <p:cNvPr id="66" name="右箭头 65"/>
          <p:cNvSpPr/>
          <p:nvPr userDrawn="1"/>
        </p:nvSpPr>
        <p:spPr>
          <a:xfrm>
            <a:off x="0" y="2611120"/>
            <a:ext cx="1443990" cy="421640"/>
          </a:xfrm>
          <a:prstGeom prst="rightArrow">
            <a:avLst/>
          </a:prstGeom>
          <a:gradFill>
            <a:gsLst>
              <a:gs pos="0">
                <a:srgbClr val="9ED9F6">
                  <a:alpha val="17000"/>
                </a:srgbClr>
              </a:gs>
              <a:gs pos="100000">
                <a:srgbClr val="00A0E9">
                  <a:alpha val="34000"/>
                </a:srgbClr>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黑体-简" panose="02000000000000000000" charset="-122"/>
            </a:endParaRPr>
          </a:p>
        </p:txBody>
      </p:sp>
      <p:sp>
        <p:nvSpPr>
          <p:cNvPr id="67" name="右箭头 66"/>
          <p:cNvSpPr/>
          <p:nvPr userDrawn="1"/>
        </p:nvSpPr>
        <p:spPr>
          <a:xfrm>
            <a:off x="635" y="3232150"/>
            <a:ext cx="1912620" cy="1480185"/>
          </a:xfrm>
          <a:prstGeom prst="rightArrow">
            <a:avLst/>
          </a:prstGeom>
          <a:gradFill>
            <a:gsLst>
              <a:gs pos="0">
                <a:srgbClr val="9ED9F6">
                  <a:alpha val="17000"/>
                </a:srgbClr>
              </a:gs>
              <a:gs pos="100000">
                <a:srgbClr val="00A0E9">
                  <a:alpha val="34000"/>
                </a:srgbClr>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黑体-简" panose="02000000000000000000" charset="-122"/>
            </a:endParaRPr>
          </a:p>
        </p:txBody>
      </p:sp>
      <p:sp>
        <p:nvSpPr>
          <p:cNvPr id="68" name="右箭头 67"/>
          <p:cNvSpPr/>
          <p:nvPr userDrawn="1"/>
        </p:nvSpPr>
        <p:spPr>
          <a:xfrm>
            <a:off x="156210" y="2216150"/>
            <a:ext cx="1756410" cy="615315"/>
          </a:xfrm>
          <a:prstGeom prst="rightArrow">
            <a:avLst/>
          </a:prstGeom>
          <a:gradFill>
            <a:gsLst>
              <a:gs pos="0">
                <a:srgbClr val="9ED9F6">
                  <a:alpha val="17000"/>
                </a:srgbClr>
              </a:gs>
              <a:gs pos="100000">
                <a:srgbClr val="00A0E9">
                  <a:alpha val="34000"/>
                </a:srgbClr>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黑体-简" panose="02000000000000000000" charset="-122"/>
            </a:endParaRPr>
          </a:p>
        </p:txBody>
      </p:sp>
      <p:sp>
        <p:nvSpPr>
          <p:cNvPr id="69" name="右箭头 68"/>
          <p:cNvSpPr/>
          <p:nvPr userDrawn="1"/>
        </p:nvSpPr>
        <p:spPr>
          <a:xfrm>
            <a:off x="635" y="2921635"/>
            <a:ext cx="2515870" cy="970280"/>
          </a:xfrm>
          <a:prstGeom prst="rightArrow">
            <a:avLst/>
          </a:prstGeom>
          <a:gradFill>
            <a:gsLst>
              <a:gs pos="0">
                <a:srgbClr val="9ED9F6">
                  <a:alpha val="17000"/>
                </a:srgbClr>
              </a:gs>
              <a:gs pos="100000">
                <a:srgbClr val="00A0E9">
                  <a:alpha val="34000"/>
                </a:srgbClr>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黑体-简" panose="02000000000000000000" charset="-122"/>
            </a:endParaRPr>
          </a:p>
        </p:txBody>
      </p:sp>
      <p:grpSp>
        <p:nvGrpSpPr>
          <p:cNvPr id="70" name="组合 69"/>
          <p:cNvGrpSpPr/>
          <p:nvPr userDrawn="1"/>
        </p:nvGrpSpPr>
        <p:grpSpPr>
          <a:xfrm>
            <a:off x="770255" y="2095500"/>
            <a:ext cx="4377055" cy="2664460"/>
            <a:chOff x="1213" y="3300"/>
            <a:chExt cx="6893" cy="4196"/>
          </a:xfrm>
        </p:grpSpPr>
        <p:sp>
          <p:nvSpPr>
            <p:cNvPr id="15" name="标题 1"/>
            <p:cNvSpPr>
              <a:spLocks noGrp="1"/>
            </p:cNvSpPr>
            <p:nvPr userDrawn="1">
              <p:custDataLst>
                <p:tags r:id="rId7"/>
              </p:custDataLst>
            </p:nvPr>
          </p:nvSpPr>
          <p:spPr>
            <a:xfrm>
              <a:off x="3962" y="3300"/>
              <a:ext cx="4145" cy="4196"/>
            </a:xfrm>
            <a:prstGeom prst="rect">
              <a:avLst/>
            </a:prstGeom>
            <a:effectLst>
              <a:outerShdw blurRad="50800" dist="38100" dir="2700000" algn="tl" rotWithShape="0">
                <a:prstClr val="black">
                  <a:alpha val="40000"/>
                </a:prstClr>
              </a:outerShdw>
            </a:effectLst>
          </p:spPr>
          <p:txBody>
            <a:bodyPr vert="horz" lIns="90000" tIns="46800" rIns="90000" bIns="46800" rtlCol="0" anchor="b" anchorCtr="0"/>
            <a:lstStyle>
              <a:lvl1pPr>
                <a:defRPr sz="4400" b="1">
                  <a:solidFill>
                    <a:schemeClr val="bg1"/>
                  </a:solidFill>
                  <a:latin typeface="Source Han Sans SC Bold" charset="-122"/>
                  <a:ea typeface="Source Han Sans SC Bold" charset="-122"/>
                </a:defRPr>
              </a:lvl1pPr>
            </a:lstStyle>
            <a:p>
              <a:r>
                <a:rPr lang="en-US" altLang="zh-CN" sz="13800" dirty="0">
                  <a:solidFill>
                    <a:schemeClr val="bg1"/>
                  </a:solidFill>
                  <a:cs typeface="黑体-简" panose="02000000000000000000" charset="-122"/>
                </a:rPr>
                <a:t>03</a:t>
              </a:r>
              <a:endParaRPr lang="en-US" altLang="zh-CN" sz="13800" dirty="0">
                <a:solidFill>
                  <a:schemeClr val="bg1"/>
                </a:solidFill>
                <a:cs typeface="黑体-简" panose="02000000000000000000" charset="-122"/>
              </a:endParaRPr>
            </a:p>
          </p:txBody>
        </p:sp>
        <p:sp>
          <p:nvSpPr>
            <p:cNvPr id="9" name="标题 1"/>
            <p:cNvSpPr>
              <a:spLocks noGrp="1"/>
            </p:cNvSpPr>
            <p:nvPr userDrawn="1">
              <p:custDataLst>
                <p:tags r:id="rId8"/>
              </p:custDataLst>
            </p:nvPr>
          </p:nvSpPr>
          <p:spPr>
            <a:xfrm>
              <a:off x="1213" y="4601"/>
              <a:ext cx="3504" cy="2308"/>
            </a:xfrm>
            <a:prstGeom prst="rect">
              <a:avLst/>
            </a:prstGeom>
            <a:effectLst>
              <a:outerShdw blurRad="50800" dist="38100" dir="2700000" algn="tl" rotWithShape="0">
                <a:prstClr val="black">
                  <a:alpha val="40000"/>
                </a:prstClr>
              </a:outerShdw>
            </a:effectLst>
          </p:spPr>
          <p:txBody>
            <a:bodyPr vert="horz" lIns="90000" tIns="46800" rIns="90000" bIns="46800" rtlCol="0" anchor="b" anchorCtr="0"/>
            <a:lstStyle>
              <a:lvl1pPr>
                <a:defRPr sz="4400">
                  <a:latin typeface="Source Han Sans SC Regular" charset="-122"/>
                  <a:ea typeface="Source Han Sans SC Regular" charset="-122"/>
                </a:defRPr>
              </a:lvl1pPr>
            </a:lstStyle>
            <a:p>
              <a:r>
                <a:rPr lang="en-US" altLang="zh-CN" sz="4800" b="1" dirty="0">
                  <a:solidFill>
                    <a:schemeClr val="bg1"/>
                  </a:solidFill>
                  <a:latin typeface="Source Han Sans SC Bold" charset="-122"/>
                  <a:ea typeface="Source Han Sans SC Bold" charset="-122"/>
                  <a:cs typeface="黑体-简" panose="02000000000000000000" charset="-122"/>
                </a:rPr>
                <a:t>PART</a:t>
              </a:r>
              <a:endParaRPr lang="en-US" altLang="zh-CN" sz="4800" b="1" dirty="0">
                <a:solidFill>
                  <a:schemeClr val="bg1"/>
                </a:solidFill>
                <a:latin typeface="Source Han Sans SC Bold" charset="-122"/>
                <a:ea typeface="Source Han Sans SC Bold" charset="-122"/>
                <a:cs typeface="黑体-简" panose="02000000000000000000" charset="-122"/>
              </a:endParaRPr>
            </a:p>
          </p:txBody>
        </p:sp>
      </p:grpSp>
      <p:sp>
        <p:nvSpPr>
          <p:cNvPr id="72" name="矩形 71"/>
          <p:cNvSpPr/>
          <p:nvPr userDrawn="1"/>
        </p:nvSpPr>
        <p:spPr>
          <a:xfrm>
            <a:off x="635" y="2095500"/>
            <a:ext cx="154940" cy="2663825"/>
          </a:xfrm>
          <a:prstGeom prst="rect">
            <a:avLst/>
          </a:prstGeom>
          <a:solidFill>
            <a:srgbClr val="39D4EE"/>
          </a:solidFill>
          <a:ln w="25400" cap="flat" cmpd="sng" algn="ctr">
            <a:noFill/>
            <a:prstDash val="solid"/>
          </a:ln>
          <a:effectLst/>
        </p:spPr>
        <p:txBody>
          <a:bodyPr rtlCol="0" anchor="ctr"/>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黑体-简" panose="02000000000000000000" charset="-122"/>
              <a:ea typeface="黑体-简" panose="02000000000000000000" charset="-122"/>
              <a:cs typeface="黑体-简" panose="02000000000000000000" charset="-122"/>
            </a:endParaRPr>
          </a:p>
        </p:txBody>
      </p:sp>
      <p:pic>
        <p:nvPicPr>
          <p:cNvPr id="37" name="图片 36" descr="拼音-21"/>
          <p:cNvPicPr>
            <a:picLocks noChangeAspect="1"/>
          </p:cNvPicPr>
          <p:nvPr userDrawn="1"/>
        </p:nvPicPr>
        <p:blipFill>
          <a:blip r:embed="rId9">
            <a:extLst>
              <a:ext uri="{96DAC541-7B7A-43D3-8B79-37D633B846F1}">
                <asvg:svgBlip xmlns:asvg="http://schemas.microsoft.com/office/drawing/2016/SVG/main" r:embed="rId10"/>
              </a:ext>
            </a:extLst>
          </a:blip>
          <a:stretch>
            <a:fillRect/>
          </a:stretch>
        </p:blipFill>
        <p:spPr>
          <a:xfrm>
            <a:off x="749300" y="437515"/>
            <a:ext cx="2529205" cy="685165"/>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3_节标题">
    <p:spTree>
      <p:nvGrpSpPr>
        <p:cNvPr id="1" name=""/>
        <p:cNvGrpSpPr/>
        <p:nvPr/>
      </p:nvGrpSpPr>
      <p:grpSpPr>
        <a:xfrm>
          <a:off x="0" y="0"/>
          <a:ext cx="0" cy="0"/>
          <a:chOff x="0" y="0"/>
          <a:chExt cx="0" cy="0"/>
        </a:xfrm>
      </p:grpSpPr>
      <p:sp>
        <p:nvSpPr>
          <p:cNvPr id="40" name="矩形 39"/>
          <p:cNvSpPr/>
          <p:nvPr userDrawn="1"/>
        </p:nvSpPr>
        <p:spPr>
          <a:xfrm>
            <a:off x="0" y="-635"/>
            <a:ext cx="12191365" cy="6859270"/>
          </a:xfrm>
          <a:prstGeom prst="rect">
            <a:avLst/>
          </a:prstGeom>
          <a:gradFill>
            <a:gsLst>
              <a:gs pos="0">
                <a:srgbClr val="9ED9F6">
                  <a:alpha val="20000"/>
                </a:srgbClr>
              </a:gs>
              <a:gs pos="100000">
                <a:srgbClr val="00A0E9"/>
              </a:gs>
            </a:gsLst>
            <a:lin ang="4140000" scaled="0"/>
          </a:gradFill>
          <a:ln w="25400" cap="flat" cmpd="sng" algn="ctr">
            <a:noFill/>
            <a:prstDash val="solid"/>
          </a:ln>
          <a:effectLst/>
        </p:spPr>
        <p:txBody>
          <a:bodyPr rtlCol="0" anchor="ctr"/>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黑体-简" panose="02000000000000000000" charset="-122"/>
              <a:ea typeface="黑体-简" panose="02000000000000000000" charset="-122"/>
              <a:cs typeface="黑体-简" panose="02000000000000000000" charset="-122"/>
            </a:endParaRPr>
          </a:p>
        </p:txBody>
      </p:sp>
      <p:sp>
        <p:nvSpPr>
          <p:cNvPr id="64" name="矩形 63"/>
          <p:cNvSpPr/>
          <p:nvPr userDrawn="1"/>
        </p:nvSpPr>
        <p:spPr>
          <a:xfrm>
            <a:off x="156210" y="153000"/>
            <a:ext cx="11880215" cy="6552000"/>
          </a:xfrm>
          <a:prstGeom prst="rect">
            <a:avLst/>
          </a:prstGeom>
          <a:solidFill>
            <a:srgbClr val="FFFFFF"/>
          </a:solidFill>
          <a:ln w="25400" cap="flat" cmpd="sng" algn="ctr">
            <a:noFill/>
            <a:prstDash val="solid"/>
          </a:ln>
          <a:effectLst/>
        </p:spPr>
        <p:txBody>
          <a:bodyPr rtlCol="0" anchor="ctr"/>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黑体-简" panose="02000000000000000000" charset="-122"/>
              <a:ea typeface="黑体-简" panose="02000000000000000000" charset="-122"/>
              <a:cs typeface="黑体-简" panose="02000000000000000000" charset="-122"/>
            </a:endParaRPr>
          </a:p>
        </p:txBody>
      </p:sp>
      <p:sp>
        <p:nvSpPr>
          <p:cNvPr id="65" name="矩形 64"/>
          <p:cNvSpPr/>
          <p:nvPr userDrawn="1"/>
        </p:nvSpPr>
        <p:spPr>
          <a:xfrm>
            <a:off x="155575" y="1810385"/>
            <a:ext cx="11881485" cy="3230245"/>
          </a:xfrm>
          <a:prstGeom prst="rect">
            <a:avLst/>
          </a:prstGeom>
          <a:solidFill>
            <a:srgbClr val="9ED9F6">
              <a:alpha val="30000"/>
            </a:srgbClr>
          </a:solidFill>
          <a:ln w="25400" cap="flat" cmpd="sng" algn="ctr">
            <a:noFill/>
            <a:prstDash val="solid"/>
          </a:ln>
          <a:effectLst/>
        </p:spPr>
        <p:txBody>
          <a:bodyPr rtlCol="0" anchor="ctr"/>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黑体-简" panose="02000000000000000000" charset="-122"/>
              <a:ea typeface="黑体-简" panose="02000000000000000000" charset="-122"/>
              <a:cs typeface="黑体-简" panose="02000000000000000000" charset="-122"/>
            </a:endParaRPr>
          </a:p>
        </p:txBody>
      </p:sp>
      <p:sp>
        <p:nvSpPr>
          <p:cNvPr id="7" name="矩形 6"/>
          <p:cNvSpPr/>
          <p:nvPr userDrawn="1"/>
        </p:nvSpPr>
        <p:spPr>
          <a:xfrm>
            <a:off x="0" y="2096770"/>
            <a:ext cx="5147945" cy="2663825"/>
          </a:xfrm>
          <a:prstGeom prst="rect">
            <a:avLst/>
          </a:prstGeom>
          <a:gradFill>
            <a:gsLst>
              <a:gs pos="0">
                <a:srgbClr val="9ED9F6"/>
              </a:gs>
              <a:gs pos="100000">
                <a:srgbClr val="00A0E9"/>
              </a:gs>
            </a:gsLst>
            <a:lin ang="5400000" scaled="0"/>
          </a:gradFill>
          <a:ln w="25400" cap="flat" cmpd="sng" algn="ctr">
            <a:noFill/>
            <a:prstDash val="solid"/>
          </a:ln>
          <a:effectLst/>
        </p:spPr>
        <p:txBody>
          <a:bodyPr rtlCol="0" anchor="ctr"/>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黑体-简" panose="02000000000000000000" charset="-122"/>
              <a:ea typeface="黑体-简" panose="02000000000000000000" charset="-122"/>
              <a:cs typeface="黑体-简" panose="02000000000000000000" charset="-122"/>
            </a:endParaRPr>
          </a:p>
        </p:txBody>
      </p:sp>
      <p:sp>
        <p:nvSpPr>
          <p:cNvPr id="13" name="矩形 12"/>
          <p:cNvSpPr/>
          <p:nvPr userDrawn="1"/>
        </p:nvSpPr>
        <p:spPr>
          <a:xfrm>
            <a:off x="5231765" y="2096770"/>
            <a:ext cx="6960870" cy="2663825"/>
          </a:xfrm>
          <a:prstGeom prst="rect">
            <a:avLst/>
          </a:prstGeom>
          <a:gradFill>
            <a:gsLst>
              <a:gs pos="0">
                <a:srgbClr val="9ED9F6"/>
              </a:gs>
              <a:gs pos="100000">
                <a:srgbClr val="00A0E9"/>
              </a:gs>
            </a:gsLst>
            <a:lin ang="5400000" scaled="0"/>
          </a:gradFill>
          <a:ln w="25400" cap="flat" cmpd="sng" algn="ctr">
            <a:noFill/>
            <a:prstDash val="solid"/>
          </a:ln>
          <a:effectLst/>
        </p:spPr>
        <p:txBody>
          <a:bodyPr rtlCol="0" anchor="ctr"/>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黑体-简" panose="02000000000000000000" charset="-122"/>
              <a:ea typeface="黑体-简" panose="02000000000000000000" charset="-122"/>
              <a:cs typeface="黑体-简" panose="02000000000000000000" charset="-122"/>
            </a:endParaRPr>
          </a:p>
        </p:txBody>
      </p:sp>
      <p:sp>
        <p:nvSpPr>
          <p:cNvPr id="2" name="标题 1"/>
          <p:cNvSpPr>
            <a:spLocks noGrp="1"/>
          </p:cNvSpPr>
          <p:nvPr>
            <p:ph type="title" hasCustomPrompt="1"/>
            <p:custDataLst>
              <p:tags r:id="rId2"/>
            </p:custDataLst>
          </p:nvPr>
        </p:nvSpPr>
        <p:spPr>
          <a:xfrm>
            <a:off x="5864225" y="2745105"/>
            <a:ext cx="5890260" cy="808990"/>
          </a:xfrm>
          <a:effectLst>
            <a:outerShdw blurRad="50800" dist="38100" dir="2700000" algn="tl" rotWithShape="0">
              <a:prstClr val="black">
                <a:alpha val="40000"/>
              </a:prstClr>
            </a:outerShdw>
          </a:effectLst>
        </p:spPr>
        <p:txBody>
          <a:bodyPr lIns="90000" tIns="46800" rIns="90000" bIns="46800" anchor="b" anchorCtr="0">
            <a:normAutofit/>
          </a:bodyPr>
          <a:lstStyle>
            <a:lvl1pPr>
              <a:defRPr sz="4400" b="1">
                <a:solidFill>
                  <a:schemeClr val="bg1"/>
                </a:solidFill>
                <a:latin typeface="Source Han Sans SC Bold" charset="-122"/>
                <a:ea typeface="Source Han Sans SC Bold" charset="-122"/>
              </a:defRPr>
            </a:lvl1pPr>
          </a:lstStyle>
          <a:p>
            <a:r>
              <a:rPr lang="zh-CN" altLang="en-US" dirty="0"/>
              <a:t>章节</a:t>
            </a:r>
            <a:r>
              <a:rPr lang="zh-CN" altLang="en-US" dirty="0"/>
              <a:t>标题</a:t>
            </a:r>
            <a:endParaRPr lang="zh-CN" altLang="en-US" dirty="0"/>
          </a:p>
        </p:txBody>
      </p:sp>
      <p:sp>
        <p:nvSpPr>
          <p:cNvPr id="3" name="文本占位符 2"/>
          <p:cNvSpPr>
            <a:spLocks noGrp="1"/>
          </p:cNvSpPr>
          <p:nvPr>
            <p:ph type="body" idx="1" hasCustomPrompt="1"/>
            <p:custDataLst>
              <p:tags r:id="rId3"/>
            </p:custDataLst>
          </p:nvPr>
        </p:nvSpPr>
        <p:spPr>
          <a:xfrm>
            <a:off x="5864225" y="3554095"/>
            <a:ext cx="5890260" cy="867410"/>
          </a:xfrm>
          <a:effectLst>
            <a:outerShdw blurRad="50800" dist="38100" dir="2700000" algn="tl" rotWithShape="0">
              <a:prstClr val="black">
                <a:alpha val="40000"/>
              </a:prstClr>
            </a:outerShdw>
          </a:effectLst>
        </p:spPr>
        <p:txBody>
          <a:bodyPr lIns="90000" tIns="46800" rIns="90000" bIns="46800">
            <a:normAutofit/>
          </a:bodyPr>
          <a:lstStyle>
            <a:lvl1pPr marL="0" indent="0">
              <a:buNone/>
              <a:defRPr sz="1800">
                <a:solidFill>
                  <a:schemeClr val="bg1"/>
                </a:solidFill>
                <a:latin typeface="Source Han Sans SC Regular" charset="-122"/>
                <a:ea typeface="Source Han Sans SC Regular" charset="-122"/>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
        <p:nvSpPr>
          <p:cNvPr id="66" name="右箭头 65"/>
          <p:cNvSpPr/>
          <p:nvPr userDrawn="1"/>
        </p:nvSpPr>
        <p:spPr>
          <a:xfrm>
            <a:off x="0" y="2611120"/>
            <a:ext cx="1443990" cy="421640"/>
          </a:xfrm>
          <a:prstGeom prst="rightArrow">
            <a:avLst/>
          </a:prstGeom>
          <a:gradFill>
            <a:gsLst>
              <a:gs pos="0">
                <a:srgbClr val="9ED9F6">
                  <a:alpha val="17000"/>
                </a:srgbClr>
              </a:gs>
              <a:gs pos="100000">
                <a:srgbClr val="00A0E9">
                  <a:alpha val="34000"/>
                </a:srgbClr>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黑体-简" panose="02000000000000000000" charset="-122"/>
            </a:endParaRPr>
          </a:p>
        </p:txBody>
      </p:sp>
      <p:sp>
        <p:nvSpPr>
          <p:cNvPr id="67" name="右箭头 66"/>
          <p:cNvSpPr/>
          <p:nvPr userDrawn="1"/>
        </p:nvSpPr>
        <p:spPr>
          <a:xfrm>
            <a:off x="635" y="3232150"/>
            <a:ext cx="1912620" cy="1480185"/>
          </a:xfrm>
          <a:prstGeom prst="rightArrow">
            <a:avLst/>
          </a:prstGeom>
          <a:gradFill>
            <a:gsLst>
              <a:gs pos="0">
                <a:srgbClr val="9ED9F6">
                  <a:alpha val="17000"/>
                </a:srgbClr>
              </a:gs>
              <a:gs pos="100000">
                <a:srgbClr val="00A0E9">
                  <a:alpha val="34000"/>
                </a:srgbClr>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黑体-简" panose="02000000000000000000" charset="-122"/>
            </a:endParaRPr>
          </a:p>
        </p:txBody>
      </p:sp>
      <p:sp>
        <p:nvSpPr>
          <p:cNvPr id="68" name="右箭头 67"/>
          <p:cNvSpPr/>
          <p:nvPr userDrawn="1"/>
        </p:nvSpPr>
        <p:spPr>
          <a:xfrm>
            <a:off x="156210" y="2216150"/>
            <a:ext cx="1756410" cy="615315"/>
          </a:xfrm>
          <a:prstGeom prst="rightArrow">
            <a:avLst/>
          </a:prstGeom>
          <a:gradFill>
            <a:gsLst>
              <a:gs pos="0">
                <a:srgbClr val="9ED9F6">
                  <a:alpha val="17000"/>
                </a:srgbClr>
              </a:gs>
              <a:gs pos="100000">
                <a:srgbClr val="00A0E9">
                  <a:alpha val="34000"/>
                </a:srgbClr>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黑体-简" panose="02000000000000000000" charset="-122"/>
            </a:endParaRPr>
          </a:p>
        </p:txBody>
      </p:sp>
      <p:sp>
        <p:nvSpPr>
          <p:cNvPr id="69" name="右箭头 68"/>
          <p:cNvSpPr/>
          <p:nvPr userDrawn="1"/>
        </p:nvSpPr>
        <p:spPr>
          <a:xfrm>
            <a:off x="635" y="2921635"/>
            <a:ext cx="2515870" cy="970280"/>
          </a:xfrm>
          <a:prstGeom prst="rightArrow">
            <a:avLst/>
          </a:prstGeom>
          <a:gradFill>
            <a:gsLst>
              <a:gs pos="0">
                <a:srgbClr val="9ED9F6">
                  <a:alpha val="17000"/>
                </a:srgbClr>
              </a:gs>
              <a:gs pos="100000">
                <a:srgbClr val="00A0E9">
                  <a:alpha val="34000"/>
                </a:srgbClr>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黑体-简" panose="02000000000000000000" charset="-122"/>
            </a:endParaRPr>
          </a:p>
        </p:txBody>
      </p:sp>
      <p:grpSp>
        <p:nvGrpSpPr>
          <p:cNvPr id="70" name="组合 69"/>
          <p:cNvGrpSpPr/>
          <p:nvPr userDrawn="1"/>
        </p:nvGrpSpPr>
        <p:grpSpPr>
          <a:xfrm>
            <a:off x="770255" y="2095500"/>
            <a:ext cx="4377055" cy="2664460"/>
            <a:chOff x="1213" y="3300"/>
            <a:chExt cx="6893" cy="4196"/>
          </a:xfrm>
        </p:grpSpPr>
        <p:sp>
          <p:nvSpPr>
            <p:cNvPr id="15" name="标题 1"/>
            <p:cNvSpPr>
              <a:spLocks noGrp="1"/>
            </p:cNvSpPr>
            <p:nvPr userDrawn="1">
              <p:custDataLst>
                <p:tags r:id="rId7"/>
              </p:custDataLst>
            </p:nvPr>
          </p:nvSpPr>
          <p:spPr>
            <a:xfrm>
              <a:off x="3962" y="3300"/>
              <a:ext cx="4145" cy="4196"/>
            </a:xfrm>
            <a:prstGeom prst="rect">
              <a:avLst/>
            </a:prstGeom>
            <a:effectLst>
              <a:outerShdw blurRad="50800" dist="38100" dir="2700000" algn="tl" rotWithShape="0">
                <a:prstClr val="black">
                  <a:alpha val="40000"/>
                </a:prstClr>
              </a:outerShdw>
            </a:effectLst>
          </p:spPr>
          <p:txBody>
            <a:bodyPr vert="horz" lIns="90000" tIns="46800" rIns="90000" bIns="46800" rtlCol="0" anchor="b" anchorCtr="0"/>
            <a:lstStyle>
              <a:lvl1pPr>
                <a:defRPr sz="4400" b="1">
                  <a:solidFill>
                    <a:schemeClr val="bg1"/>
                  </a:solidFill>
                  <a:latin typeface="Source Han Sans SC Bold" charset="-122"/>
                  <a:ea typeface="Source Han Sans SC Bold" charset="-122"/>
                </a:defRPr>
              </a:lvl1pPr>
            </a:lstStyle>
            <a:p>
              <a:r>
                <a:rPr lang="en-US" altLang="zh-CN" sz="13800" dirty="0">
                  <a:solidFill>
                    <a:schemeClr val="bg1"/>
                  </a:solidFill>
                  <a:cs typeface="黑体-简" panose="02000000000000000000" charset="-122"/>
                </a:rPr>
                <a:t>04</a:t>
              </a:r>
              <a:endParaRPr lang="en-US" altLang="zh-CN" sz="13800" dirty="0">
                <a:solidFill>
                  <a:schemeClr val="bg1"/>
                </a:solidFill>
                <a:cs typeface="黑体-简" panose="02000000000000000000" charset="-122"/>
              </a:endParaRPr>
            </a:p>
          </p:txBody>
        </p:sp>
        <p:sp>
          <p:nvSpPr>
            <p:cNvPr id="9" name="标题 1"/>
            <p:cNvSpPr>
              <a:spLocks noGrp="1"/>
            </p:cNvSpPr>
            <p:nvPr userDrawn="1">
              <p:custDataLst>
                <p:tags r:id="rId8"/>
              </p:custDataLst>
            </p:nvPr>
          </p:nvSpPr>
          <p:spPr>
            <a:xfrm>
              <a:off x="1213" y="4601"/>
              <a:ext cx="3504" cy="2308"/>
            </a:xfrm>
            <a:prstGeom prst="rect">
              <a:avLst/>
            </a:prstGeom>
            <a:effectLst>
              <a:outerShdw blurRad="50800" dist="38100" dir="2700000" algn="tl" rotWithShape="0">
                <a:prstClr val="black">
                  <a:alpha val="40000"/>
                </a:prstClr>
              </a:outerShdw>
            </a:effectLst>
          </p:spPr>
          <p:txBody>
            <a:bodyPr vert="horz" lIns="90000" tIns="46800" rIns="90000" bIns="46800" rtlCol="0" anchor="b" anchorCtr="0"/>
            <a:lstStyle>
              <a:lvl1pPr>
                <a:defRPr sz="4400">
                  <a:latin typeface="Source Han Sans SC Regular" charset="-122"/>
                  <a:ea typeface="Source Han Sans SC Regular" charset="-122"/>
                </a:defRPr>
              </a:lvl1pPr>
            </a:lstStyle>
            <a:p>
              <a:r>
                <a:rPr lang="en-US" altLang="zh-CN" sz="4800" b="1" dirty="0">
                  <a:solidFill>
                    <a:schemeClr val="bg1"/>
                  </a:solidFill>
                  <a:latin typeface="Source Han Sans SC Bold" charset="-122"/>
                  <a:ea typeface="Source Han Sans SC Bold" charset="-122"/>
                  <a:cs typeface="黑体-简" panose="02000000000000000000" charset="-122"/>
                </a:rPr>
                <a:t>PART</a:t>
              </a:r>
              <a:endParaRPr lang="en-US" altLang="zh-CN" sz="4800" b="1" dirty="0">
                <a:solidFill>
                  <a:schemeClr val="bg1"/>
                </a:solidFill>
                <a:latin typeface="Source Han Sans SC Bold" charset="-122"/>
                <a:ea typeface="Source Han Sans SC Bold" charset="-122"/>
                <a:cs typeface="黑体-简" panose="02000000000000000000" charset="-122"/>
              </a:endParaRPr>
            </a:p>
          </p:txBody>
        </p:sp>
      </p:grpSp>
      <p:sp>
        <p:nvSpPr>
          <p:cNvPr id="72" name="矩形 71"/>
          <p:cNvSpPr/>
          <p:nvPr userDrawn="1"/>
        </p:nvSpPr>
        <p:spPr>
          <a:xfrm>
            <a:off x="635" y="2095500"/>
            <a:ext cx="154940" cy="2663825"/>
          </a:xfrm>
          <a:prstGeom prst="rect">
            <a:avLst/>
          </a:prstGeom>
          <a:solidFill>
            <a:srgbClr val="39D4EE"/>
          </a:solidFill>
          <a:ln w="25400" cap="flat" cmpd="sng" algn="ctr">
            <a:noFill/>
            <a:prstDash val="solid"/>
          </a:ln>
          <a:effectLst/>
        </p:spPr>
        <p:txBody>
          <a:bodyPr rtlCol="0" anchor="ctr"/>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黑体-简" panose="02000000000000000000" charset="-122"/>
              <a:ea typeface="黑体-简" panose="02000000000000000000" charset="-122"/>
              <a:cs typeface="黑体-简" panose="02000000000000000000" charset="-122"/>
            </a:endParaRPr>
          </a:p>
        </p:txBody>
      </p:sp>
      <p:pic>
        <p:nvPicPr>
          <p:cNvPr id="37" name="图片 36" descr="拼音-21"/>
          <p:cNvPicPr>
            <a:picLocks noChangeAspect="1"/>
          </p:cNvPicPr>
          <p:nvPr userDrawn="1"/>
        </p:nvPicPr>
        <p:blipFill>
          <a:blip r:embed="rId9">
            <a:extLst>
              <a:ext uri="{96DAC541-7B7A-43D3-8B79-37D633B846F1}">
                <asvg:svgBlip xmlns:asvg="http://schemas.microsoft.com/office/drawing/2016/SVG/main" r:embed="rId10"/>
              </a:ext>
            </a:extLst>
          </a:blip>
          <a:stretch>
            <a:fillRect/>
          </a:stretch>
        </p:blipFill>
        <p:spPr>
          <a:xfrm>
            <a:off x="749300" y="437515"/>
            <a:ext cx="2529205" cy="685165"/>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123" name="任意多边形 122"/>
          <p:cNvSpPr/>
          <p:nvPr userDrawn="1"/>
        </p:nvSpPr>
        <p:spPr>
          <a:xfrm>
            <a:off x="0" y="1819275"/>
            <a:ext cx="7668895" cy="3046730"/>
          </a:xfrm>
          <a:custGeom>
            <a:avLst/>
            <a:gdLst>
              <a:gd name="connsiteX0" fmla="*/ 0 w 10565"/>
              <a:gd name="connsiteY0" fmla="*/ 0 h 4197"/>
              <a:gd name="connsiteX1" fmla="*/ 10565 w 10565"/>
              <a:gd name="connsiteY1" fmla="*/ 0 h 4197"/>
              <a:gd name="connsiteX2" fmla="*/ 8100 w 10565"/>
              <a:gd name="connsiteY2" fmla="*/ 4197 h 4197"/>
              <a:gd name="connsiteX3" fmla="*/ 0 w 10565"/>
              <a:gd name="connsiteY3" fmla="*/ 4181 h 4197"/>
              <a:gd name="connsiteX4" fmla="*/ 0 w 10565"/>
              <a:gd name="connsiteY4" fmla="*/ 0 h 41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565" h="4197">
                <a:moveTo>
                  <a:pt x="0" y="0"/>
                </a:moveTo>
                <a:lnTo>
                  <a:pt x="10565" y="0"/>
                </a:lnTo>
                <a:lnTo>
                  <a:pt x="8100" y="4197"/>
                </a:lnTo>
                <a:lnTo>
                  <a:pt x="0" y="4181"/>
                </a:lnTo>
                <a:lnTo>
                  <a:pt x="0" y="0"/>
                </a:lnTo>
                <a:close/>
              </a:path>
            </a:pathLst>
          </a:custGeom>
          <a:gradFill>
            <a:gsLst>
              <a:gs pos="0">
                <a:srgbClr val="9ED9F6"/>
              </a:gs>
              <a:gs pos="100000">
                <a:srgbClr val="00A0E9"/>
              </a:gs>
            </a:gsLst>
            <a:lin ang="54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黑体-简" panose="02000000000000000000" charset="-122"/>
            </a:endParaRPr>
          </a:p>
        </p:txBody>
      </p:sp>
      <p:sp>
        <p:nvSpPr>
          <p:cNvPr id="125" name="任意多边形 124"/>
          <p:cNvSpPr/>
          <p:nvPr userDrawn="1"/>
        </p:nvSpPr>
        <p:spPr>
          <a:xfrm rot="10800000">
            <a:off x="4618990" y="2147570"/>
            <a:ext cx="7668895" cy="3046730"/>
          </a:xfrm>
          <a:custGeom>
            <a:avLst/>
            <a:gdLst>
              <a:gd name="connsiteX0" fmla="*/ 0 w 10565"/>
              <a:gd name="connsiteY0" fmla="*/ 0 h 4197"/>
              <a:gd name="connsiteX1" fmla="*/ 10565 w 10565"/>
              <a:gd name="connsiteY1" fmla="*/ 0 h 4197"/>
              <a:gd name="connsiteX2" fmla="*/ 8100 w 10565"/>
              <a:gd name="connsiteY2" fmla="*/ 4197 h 4197"/>
              <a:gd name="connsiteX3" fmla="*/ 0 w 10565"/>
              <a:gd name="connsiteY3" fmla="*/ 4181 h 4197"/>
              <a:gd name="connsiteX4" fmla="*/ 0 w 10565"/>
              <a:gd name="connsiteY4" fmla="*/ 0 h 41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565" h="4197">
                <a:moveTo>
                  <a:pt x="0" y="0"/>
                </a:moveTo>
                <a:lnTo>
                  <a:pt x="10565" y="0"/>
                </a:lnTo>
                <a:lnTo>
                  <a:pt x="8100" y="4197"/>
                </a:lnTo>
                <a:lnTo>
                  <a:pt x="0" y="4181"/>
                </a:lnTo>
                <a:lnTo>
                  <a:pt x="0" y="0"/>
                </a:lnTo>
                <a:close/>
              </a:path>
            </a:pathLst>
          </a:custGeom>
          <a:gradFill>
            <a:gsLst>
              <a:gs pos="0">
                <a:srgbClr val="9ED9F6"/>
              </a:gs>
              <a:gs pos="100000">
                <a:srgbClr val="00A0E9"/>
              </a:gs>
            </a:gsLst>
            <a:lin ang="54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黑体-简" panose="02000000000000000000" charset="-122"/>
            </a:endParaRPr>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
        <p:nvSpPr>
          <p:cNvPr id="6" name="标题 5"/>
          <p:cNvSpPr>
            <a:spLocks noGrp="1"/>
          </p:cNvSpPr>
          <p:nvPr>
            <p:ph type="title" hasCustomPrompt="1"/>
            <p:custDataLst>
              <p:tags r:id="rId2"/>
            </p:custDataLst>
          </p:nvPr>
        </p:nvSpPr>
        <p:spPr>
          <a:xfrm>
            <a:off x="6096000" y="2745105"/>
            <a:ext cx="5658485" cy="808990"/>
          </a:xfrm>
          <a:effectLst>
            <a:outerShdw blurRad="50800" dist="38100" dir="2700000" algn="tl" rotWithShape="0">
              <a:prstClr val="black">
                <a:alpha val="40000"/>
              </a:prstClr>
            </a:outerShdw>
          </a:effectLst>
        </p:spPr>
        <p:txBody>
          <a:bodyPr lIns="90000" tIns="46800" rIns="90000" bIns="46800" anchor="b" anchorCtr="0">
            <a:normAutofit/>
          </a:bodyPr>
          <a:lstStyle>
            <a:lvl1pPr>
              <a:defRPr sz="4400" b="1">
                <a:solidFill>
                  <a:schemeClr val="bg1"/>
                </a:solidFill>
                <a:latin typeface="Source Han Sans SC Bold" charset="-122"/>
                <a:ea typeface="Source Han Sans SC Bold" charset="-122"/>
              </a:defRPr>
            </a:lvl1pPr>
          </a:lstStyle>
          <a:p>
            <a:r>
              <a:rPr lang="zh-CN" altLang="en-US" dirty="0"/>
              <a:t>章节</a:t>
            </a:r>
            <a:r>
              <a:rPr lang="zh-CN" altLang="en-US" dirty="0"/>
              <a:t>标题</a:t>
            </a:r>
            <a:endParaRPr lang="zh-CN" altLang="en-US" dirty="0"/>
          </a:p>
        </p:txBody>
      </p:sp>
      <p:sp>
        <p:nvSpPr>
          <p:cNvPr id="8" name="文本占位符 7"/>
          <p:cNvSpPr>
            <a:spLocks noGrp="1"/>
          </p:cNvSpPr>
          <p:nvPr>
            <p:ph type="body" idx="1" hasCustomPrompt="1"/>
            <p:custDataLst>
              <p:tags r:id="rId3"/>
            </p:custDataLst>
          </p:nvPr>
        </p:nvSpPr>
        <p:spPr>
          <a:xfrm>
            <a:off x="6096000" y="3554095"/>
            <a:ext cx="5658485" cy="867410"/>
          </a:xfrm>
          <a:effectLst>
            <a:outerShdw blurRad="50800" dist="38100" dir="2700000" algn="tl" rotWithShape="0">
              <a:prstClr val="black">
                <a:alpha val="40000"/>
              </a:prstClr>
            </a:outerShdw>
          </a:effectLst>
        </p:spPr>
        <p:txBody>
          <a:bodyPr lIns="90000" tIns="46800" rIns="90000" bIns="46800">
            <a:normAutofit/>
          </a:bodyPr>
          <a:lstStyle>
            <a:lvl1pPr marL="0" indent="0">
              <a:buNone/>
              <a:defRPr sz="1800">
                <a:solidFill>
                  <a:schemeClr val="bg1"/>
                </a:solidFill>
                <a:latin typeface="Source Han Sans SC Regular" charset="-122"/>
                <a:ea typeface="Source Han Sans SC Regular" charset="-122"/>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9" name="标题 1"/>
          <p:cNvSpPr>
            <a:spLocks noGrp="1"/>
          </p:cNvSpPr>
          <p:nvPr userDrawn="1">
            <p:custDataLst>
              <p:tags r:id="rId4"/>
            </p:custDataLst>
          </p:nvPr>
        </p:nvSpPr>
        <p:spPr>
          <a:xfrm>
            <a:off x="770255" y="2921635"/>
            <a:ext cx="2225040" cy="1465580"/>
          </a:xfrm>
          <a:prstGeom prst="rect">
            <a:avLst/>
          </a:prstGeom>
          <a:effectLst>
            <a:outerShdw blurRad="50800" dist="38100" dir="2700000" algn="tl" rotWithShape="0">
              <a:prstClr val="black">
                <a:alpha val="40000"/>
              </a:prstClr>
            </a:outerShdw>
          </a:effectLst>
        </p:spPr>
        <p:txBody>
          <a:bodyPr vert="horz" lIns="90000" tIns="46800" rIns="90000" bIns="46800" rtlCol="0" anchor="b" anchorCtr="0"/>
          <a:lstStyle>
            <a:lvl1pPr>
              <a:defRPr sz="4400">
                <a:latin typeface="Source Han Sans SC Regular" charset="-122"/>
                <a:ea typeface="Source Han Sans SC Regular" charset="-122"/>
              </a:defRPr>
            </a:lvl1pPr>
          </a:lstStyle>
          <a:p>
            <a:r>
              <a:rPr lang="en-US" altLang="zh-CN" sz="4800" b="1" dirty="0">
                <a:solidFill>
                  <a:srgbClr val="FFF899"/>
                </a:solidFill>
                <a:latin typeface="Source Han Sans SC Bold" charset="-122"/>
                <a:ea typeface="Source Han Sans SC Bold" charset="-122"/>
                <a:cs typeface="黑体-简" panose="02000000000000000000" charset="-122"/>
              </a:rPr>
              <a:t>PART</a:t>
            </a:r>
            <a:endParaRPr lang="en-US" altLang="zh-CN" sz="4800" b="1" dirty="0">
              <a:solidFill>
                <a:srgbClr val="FFF899"/>
              </a:solidFill>
              <a:latin typeface="Source Han Sans SC Bold" charset="-122"/>
              <a:ea typeface="Source Han Sans SC Bold" charset="-122"/>
              <a:cs typeface="黑体-简" panose="02000000000000000000" charset="-122"/>
            </a:endParaRPr>
          </a:p>
        </p:txBody>
      </p:sp>
      <p:sp>
        <p:nvSpPr>
          <p:cNvPr id="15" name="标题 1"/>
          <p:cNvSpPr>
            <a:spLocks noGrp="1"/>
          </p:cNvSpPr>
          <p:nvPr userDrawn="1">
            <p:custDataLst>
              <p:tags r:id="rId5"/>
            </p:custDataLst>
          </p:nvPr>
        </p:nvSpPr>
        <p:spPr>
          <a:xfrm>
            <a:off x="2515870" y="2095500"/>
            <a:ext cx="2632075" cy="2664460"/>
          </a:xfrm>
          <a:prstGeom prst="rect">
            <a:avLst/>
          </a:prstGeom>
          <a:effectLst>
            <a:outerShdw blurRad="50800" dist="38100" dir="2700000" algn="tl" rotWithShape="0">
              <a:prstClr val="black">
                <a:alpha val="40000"/>
              </a:prstClr>
            </a:outerShdw>
          </a:effectLst>
        </p:spPr>
        <p:txBody>
          <a:bodyPr vert="horz" lIns="90000" tIns="46800" rIns="90000" bIns="46800" rtlCol="0" anchor="b" anchorCtr="0"/>
          <a:lstStyle>
            <a:lvl1pPr>
              <a:defRPr sz="4400" b="1">
                <a:solidFill>
                  <a:schemeClr val="bg1"/>
                </a:solidFill>
                <a:latin typeface="Source Han Sans SC Bold" charset="-122"/>
                <a:ea typeface="Source Han Sans SC Bold" charset="-122"/>
              </a:defRPr>
            </a:lvl1pPr>
          </a:lstStyle>
          <a:p>
            <a:r>
              <a:rPr lang="en-US" altLang="zh-CN" sz="13800" dirty="0">
                <a:solidFill>
                  <a:srgbClr val="FFF899"/>
                </a:solidFill>
                <a:cs typeface="黑体-简" panose="02000000000000000000" charset="-122"/>
              </a:rPr>
              <a:t>01</a:t>
            </a:r>
            <a:endParaRPr lang="en-US" altLang="zh-CN" sz="13800" dirty="0">
              <a:solidFill>
                <a:srgbClr val="FFF899"/>
              </a:solidFill>
              <a:cs typeface="黑体-简" panose="02000000000000000000" charset="-122"/>
            </a:endParaRPr>
          </a:p>
        </p:txBody>
      </p:sp>
      <p:sp>
        <p:nvSpPr>
          <p:cNvPr id="16" name="矩形 15"/>
          <p:cNvSpPr/>
          <p:nvPr userDrawn="1"/>
        </p:nvSpPr>
        <p:spPr>
          <a:xfrm>
            <a:off x="0" y="1819275"/>
            <a:ext cx="531495" cy="3046095"/>
          </a:xfrm>
          <a:prstGeom prst="rect">
            <a:avLst/>
          </a:prstGeom>
          <a:solidFill>
            <a:srgbClr val="FFF899"/>
          </a:solidFill>
          <a:ln w="25400" cap="flat" cmpd="sng" algn="ctr">
            <a:noFill/>
            <a:prstDash val="solid"/>
          </a:ln>
          <a:effectLst/>
        </p:spPr>
        <p:txBody>
          <a:bodyPr rtlCol="0" anchor="ctr"/>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黑体-简" panose="02000000000000000000" charset="-122"/>
              <a:ea typeface="黑体-简" panose="02000000000000000000" charset="-122"/>
              <a:cs typeface="黑体-简" panose="02000000000000000000" charset="-122"/>
            </a:endParaRPr>
          </a:p>
        </p:txBody>
      </p:sp>
      <p:pic>
        <p:nvPicPr>
          <p:cNvPr id="37" name="图片 36" descr="拼音-21"/>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749300" y="437515"/>
            <a:ext cx="2529205" cy="685165"/>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reserve="1">
  <p:cSld name="2_标题幻灯片">
    <p:spTree>
      <p:nvGrpSpPr>
        <p:cNvPr id="1" name=""/>
        <p:cNvGrpSpPr/>
        <p:nvPr/>
      </p:nvGrpSpPr>
      <p:grpSpPr>
        <a:xfrm>
          <a:off x="0" y="0"/>
          <a:ext cx="0" cy="0"/>
          <a:chOff x="0" y="0"/>
          <a:chExt cx="0" cy="0"/>
        </a:xfrm>
      </p:grpSpPr>
      <p:pic>
        <p:nvPicPr>
          <p:cNvPr id="35" name="图片 34" descr="图片1"/>
          <p:cNvPicPr>
            <a:picLocks noChangeAspect="1"/>
          </p:cNvPicPr>
          <p:nvPr userDrawn="1"/>
        </p:nvPicPr>
        <p:blipFill>
          <a:blip r:embed="rId2">
            <a:alphaModFix amt="40000"/>
          </a:blip>
          <a:stretch>
            <a:fillRect/>
          </a:stretch>
        </p:blipFill>
        <p:spPr>
          <a:xfrm>
            <a:off x="-1270" y="0"/>
            <a:ext cx="12192635" cy="6858635"/>
          </a:xfrm>
          <a:prstGeom prst="rect">
            <a:avLst/>
          </a:prstGeom>
        </p:spPr>
      </p:pic>
      <p:sp>
        <p:nvSpPr>
          <p:cNvPr id="65" name="矩形 64"/>
          <p:cNvSpPr/>
          <p:nvPr userDrawn="1"/>
        </p:nvSpPr>
        <p:spPr>
          <a:xfrm>
            <a:off x="-635" y="1328420"/>
            <a:ext cx="12192000" cy="3533775"/>
          </a:xfrm>
          <a:prstGeom prst="rect">
            <a:avLst/>
          </a:prstGeom>
          <a:solidFill>
            <a:srgbClr val="9ED9F6">
              <a:alpha val="30000"/>
            </a:srgbClr>
          </a:solidFill>
          <a:ln w="25400" cap="flat" cmpd="sng" algn="ctr">
            <a:noFill/>
            <a:prstDash val="solid"/>
          </a:ln>
          <a:effectLst/>
        </p:spPr>
        <p:txBody>
          <a:bodyPr rtlCol="0" anchor="ctr"/>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黑体-简" panose="02000000000000000000" charset="-122"/>
              <a:ea typeface="黑体-简" panose="02000000000000000000" charset="-122"/>
              <a:cs typeface="黑体-简" panose="02000000000000000000" charset="-122"/>
            </a:endParaRPr>
          </a:p>
        </p:txBody>
      </p:sp>
      <p:pic>
        <p:nvPicPr>
          <p:cNvPr id="39" name="图片 38" descr="图片1"/>
          <p:cNvPicPr>
            <a:picLocks noChangeAspect="1"/>
          </p:cNvPicPr>
          <p:nvPr userDrawn="1"/>
        </p:nvPicPr>
        <p:blipFill>
          <a:blip r:embed="rId2">
            <a:alphaModFix amt="5000"/>
          </a:blip>
          <a:stretch>
            <a:fillRect/>
          </a:stretch>
        </p:blipFill>
        <p:spPr>
          <a:xfrm>
            <a:off x="0" y="-635"/>
            <a:ext cx="12192635" cy="6858635"/>
          </a:xfrm>
          <a:prstGeom prst="rect">
            <a:avLst/>
          </a:prstGeom>
        </p:spPr>
      </p:pic>
      <p:sp>
        <p:nvSpPr>
          <p:cNvPr id="7" name="矩形 6"/>
          <p:cNvSpPr/>
          <p:nvPr userDrawn="1"/>
        </p:nvSpPr>
        <p:spPr>
          <a:xfrm>
            <a:off x="0" y="1614170"/>
            <a:ext cx="12192000" cy="2825115"/>
          </a:xfrm>
          <a:prstGeom prst="rect">
            <a:avLst/>
          </a:prstGeom>
          <a:solidFill>
            <a:srgbClr val="00A0E9"/>
          </a:solidFill>
          <a:ln w="25400" cap="flat" cmpd="sng" algn="ctr">
            <a:noFill/>
            <a:prstDash val="solid"/>
          </a:ln>
          <a:effectLst/>
        </p:spPr>
        <p:txBody>
          <a:bodyPr rtlCol="0" anchor="ctr"/>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黑体-简" panose="02000000000000000000" charset="-122"/>
              <a:ea typeface="黑体-简" panose="02000000000000000000" charset="-122"/>
              <a:cs typeface="黑体-简" panose="02000000000000000000" charset="-122"/>
            </a:endParaRPr>
          </a:p>
        </p:txBody>
      </p:sp>
      <p:sp>
        <p:nvSpPr>
          <p:cNvPr id="10" name="矩形 9"/>
          <p:cNvSpPr/>
          <p:nvPr userDrawn="1"/>
        </p:nvSpPr>
        <p:spPr>
          <a:xfrm>
            <a:off x="0" y="4431983"/>
            <a:ext cx="12192000" cy="177800"/>
          </a:xfrm>
          <a:prstGeom prst="rect">
            <a:avLst/>
          </a:prstGeom>
          <a:solidFill>
            <a:srgbClr val="39D4EE"/>
          </a:solidFill>
          <a:ln w="25400" cap="flat" cmpd="sng" algn="ctr">
            <a:noFill/>
            <a:prstDash val="solid"/>
          </a:ln>
          <a:effectLst/>
        </p:spPr>
        <p:txBody>
          <a:bodyPr rtlCol="0" anchor="ctr"/>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黑体-简" panose="02000000000000000000" charset="-122"/>
              <a:ea typeface="黑体-简" panose="02000000000000000000" charset="-122"/>
              <a:cs typeface="黑体-简" panose="02000000000000000000" charset="-122"/>
            </a:endParaRPr>
          </a:p>
        </p:txBody>
      </p:sp>
      <p:grpSp>
        <p:nvGrpSpPr>
          <p:cNvPr id="11" name="组合 10"/>
          <p:cNvGrpSpPr/>
          <p:nvPr userDrawn="1"/>
        </p:nvGrpSpPr>
        <p:grpSpPr>
          <a:xfrm>
            <a:off x="9261475" y="5299075"/>
            <a:ext cx="540385" cy="520700"/>
            <a:chOff x="2892684" y="1262808"/>
            <a:chExt cx="681980" cy="681980"/>
          </a:xfrm>
        </p:grpSpPr>
        <p:sp>
          <p:nvSpPr>
            <p:cNvPr id="12" name="椭圆 50"/>
            <p:cNvSpPr>
              <a:spLocks noChangeArrowheads="1"/>
            </p:cNvSpPr>
            <p:nvPr/>
          </p:nvSpPr>
          <p:spPr bwMode="auto">
            <a:xfrm>
              <a:off x="2892684" y="1262808"/>
              <a:ext cx="681980" cy="681980"/>
            </a:xfrm>
            <a:prstGeom prst="ellipse">
              <a:avLst/>
            </a:prstGeom>
            <a:solidFill>
              <a:srgbClr val="7F7F7F"/>
            </a:solidFill>
            <a:ln w="76200" cap="sq" cmpd="sng">
              <a:solidFill>
                <a:srgbClr val="C8C6BD"/>
              </a:solidFill>
              <a:round/>
            </a:ln>
          </p:spPr>
          <p:txBody>
            <a:bodyPr anchor="ctr"/>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zh-CN" sz="2400" b="0" i="0" u="none" strike="noStrike" kern="0" cap="none" spc="0" normalizeH="0" baseline="0" noProof="0">
                <a:ln>
                  <a:noFill/>
                </a:ln>
                <a:solidFill>
                  <a:srgbClr val="FFFFFF"/>
                </a:solidFill>
                <a:effectLst/>
                <a:uLnTx/>
                <a:uFillTx/>
                <a:latin typeface="黑体-简" panose="02000000000000000000" charset="-122"/>
                <a:cs typeface="黑体-简" panose="02000000000000000000" charset="-122"/>
                <a:sym typeface="黑体-简" panose="02000000000000000000" charset="-122"/>
              </a:endParaRPr>
            </a:p>
          </p:txBody>
        </p:sp>
        <p:sp>
          <p:nvSpPr>
            <p:cNvPr id="13" name="Freeform 11"/>
            <p:cNvSpPr>
              <a:spLocks noChangeAspect="1" noEditPoints="1"/>
            </p:cNvSpPr>
            <p:nvPr/>
          </p:nvSpPr>
          <p:spPr bwMode="auto">
            <a:xfrm>
              <a:off x="3019075" y="1434229"/>
              <a:ext cx="429197" cy="339138"/>
            </a:xfrm>
            <a:custGeom>
              <a:avLst/>
              <a:gdLst>
                <a:gd name="T0" fmla="*/ 392 w 1065"/>
                <a:gd name="T1" fmla="*/ 422 h 834"/>
                <a:gd name="T2" fmla="*/ 544 w 1065"/>
                <a:gd name="T3" fmla="*/ 344 h 834"/>
                <a:gd name="T4" fmla="*/ 828 w 1065"/>
                <a:gd name="T5" fmla="*/ 296 h 834"/>
                <a:gd name="T6" fmla="*/ 907 w 1065"/>
                <a:gd name="T7" fmla="*/ 179 h 834"/>
                <a:gd name="T8" fmla="*/ 792 w 1065"/>
                <a:gd name="T9" fmla="*/ 259 h 834"/>
                <a:gd name="T10" fmla="*/ 543 w 1065"/>
                <a:gd name="T11" fmla="*/ 271 h 834"/>
                <a:gd name="T12" fmla="*/ 1065 w 1065"/>
                <a:gd name="T13" fmla="*/ 111 h 834"/>
                <a:gd name="T14" fmla="*/ 647 w 1065"/>
                <a:gd name="T15" fmla="*/ 44 h 834"/>
                <a:gd name="T16" fmla="*/ 607 w 1065"/>
                <a:gd name="T17" fmla="*/ 0 h 834"/>
                <a:gd name="T18" fmla="*/ 214 w 1065"/>
                <a:gd name="T19" fmla="*/ 44 h 834"/>
                <a:gd name="T20" fmla="*/ 243 w 1065"/>
                <a:gd name="T21" fmla="*/ 111 h 834"/>
                <a:gd name="T22" fmla="*/ 300 w 1065"/>
                <a:gd name="T23" fmla="*/ 189 h 834"/>
                <a:gd name="T24" fmla="*/ 981 w 1065"/>
                <a:gd name="T25" fmla="*/ 111 h 834"/>
                <a:gd name="T26" fmla="*/ 493 w 1065"/>
                <a:gd name="T27" fmla="*/ 548 h 834"/>
                <a:gd name="T28" fmla="*/ 981 w 1065"/>
                <a:gd name="T29" fmla="*/ 570 h 834"/>
                <a:gd name="T30" fmla="*/ 501 w 1065"/>
                <a:gd name="T31" fmla="*/ 593 h 834"/>
                <a:gd name="T32" fmla="*/ 503 w 1065"/>
                <a:gd name="T33" fmla="*/ 664 h 834"/>
                <a:gd name="T34" fmla="*/ 607 w 1065"/>
                <a:gd name="T35" fmla="*/ 828 h 834"/>
                <a:gd name="T36" fmla="*/ 647 w 1065"/>
                <a:gd name="T37" fmla="*/ 664 h 834"/>
                <a:gd name="T38" fmla="*/ 839 w 1065"/>
                <a:gd name="T39" fmla="*/ 823 h 834"/>
                <a:gd name="T40" fmla="*/ 822 w 1065"/>
                <a:gd name="T41" fmla="*/ 664 h 834"/>
                <a:gd name="T42" fmla="*/ 1065 w 1065"/>
                <a:gd name="T43" fmla="*/ 593 h 834"/>
                <a:gd name="T44" fmla="*/ 1039 w 1065"/>
                <a:gd name="T45" fmla="*/ 111 h 834"/>
                <a:gd name="T46" fmla="*/ 223 w 1065"/>
                <a:gd name="T47" fmla="*/ 431 h 834"/>
                <a:gd name="T48" fmla="*/ 327 w 1065"/>
                <a:gd name="T49" fmla="*/ 328 h 834"/>
                <a:gd name="T50" fmla="*/ 120 w 1065"/>
                <a:gd name="T51" fmla="*/ 328 h 834"/>
                <a:gd name="T52" fmla="*/ 290 w 1065"/>
                <a:gd name="T53" fmla="*/ 453 h 834"/>
                <a:gd name="T54" fmla="*/ 251 w 1065"/>
                <a:gd name="T55" fmla="*/ 453 h 834"/>
                <a:gd name="T56" fmla="*/ 262 w 1065"/>
                <a:gd name="T57" fmla="*/ 472 h 834"/>
                <a:gd name="T58" fmla="*/ 273 w 1065"/>
                <a:gd name="T59" fmla="*/ 709 h 834"/>
                <a:gd name="T60" fmla="*/ 180 w 1065"/>
                <a:gd name="T61" fmla="*/ 709 h 834"/>
                <a:gd name="T62" fmla="*/ 191 w 1065"/>
                <a:gd name="T63" fmla="*/ 472 h 834"/>
                <a:gd name="T64" fmla="*/ 201 w 1065"/>
                <a:gd name="T65" fmla="*/ 453 h 834"/>
                <a:gd name="T66" fmla="*/ 0 w 1065"/>
                <a:gd name="T67" fmla="*/ 609 h 834"/>
                <a:gd name="T68" fmla="*/ 92 w 1065"/>
                <a:gd name="T69" fmla="*/ 834 h 834"/>
                <a:gd name="T70" fmla="*/ 124 w 1065"/>
                <a:gd name="T71" fmla="*/ 601 h 834"/>
                <a:gd name="T72" fmla="*/ 320 w 1065"/>
                <a:gd name="T73" fmla="*/ 834 h 834"/>
                <a:gd name="T74" fmla="*/ 352 w 1065"/>
                <a:gd name="T75" fmla="*/ 601 h 834"/>
                <a:gd name="T76" fmla="*/ 446 w 1065"/>
                <a:gd name="T77" fmla="*/ 834 h 834"/>
                <a:gd name="T78" fmla="*/ 290 w 1065"/>
                <a:gd name="T79" fmla="*/ 453 h 8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065" h="834">
                  <a:moveTo>
                    <a:pt x="543" y="271"/>
                  </a:moveTo>
                  <a:lnTo>
                    <a:pt x="392" y="422"/>
                  </a:lnTo>
                  <a:cubicBezTo>
                    <a:pt x="408" y="431"/>
                    <a:pt x="422" y="442"/>
                    <a:pt x="434" y="454"/>
                  </a:cubicBezTo>
                  <a:lnTo>
                    <a:pt x="544" y="344"/>
                  </a:lnTo>
                  <a:lnTo>
                    <a:pt x="662" y="463"/>
                  </a:lnTo>
                  <a:lnTo>
                    <a:pt x="828" y="296"/>
                  </a:lnTo>
                  <a:lnTo>
                    <a:pt x="854" y="361"/>
                  </a:lnTo>
                  <a:lnTo>
                    <a:pt x="907" y="179"/>
                  </a:lnTo>
                  <a:lnTo>
                    <a:pt x="725" y="232"/>
                  </a:lnTo>
                  <a:lnTo>
                    <a:pt x="792" y="259"/>
                  </a:lnTo>
                  <a:lnTo>
                    <a:pt x="662" y="389"/>
                  </a:lnTo>
                  <a:lnTo>
                    <a:pt x="543" y="271"/>
                  </a:lnTo>
                  <a:close/>
                  <a:moveTo>
                    <a:pt x="1065" y="111"/>
                  </a:moveTo>
                  <a:lnTo>
                    <a:pt x="1065" y="111"/>
                  </a:lnTo>
                  <a:lnTo>
                    <a:pt x="1065" y="44"/>
                  </a:lnTo>
                  <a:lnTo>
                    <a:pt x="647" y="44"/>
                  </a:lnTo>
                  <a:lnTo>
                    <a:pt x="647" y="0"/>
                  </a:lnTo>
                  <a:lnTo>
                    <a:pt x="607" y="0"/>
                  </a:lnTo>
                  <a:lnTo>
                    <a:pt x="607" y="44"/>
                  </a:lnTo>
                  <a:lnTo>
                    <a:pt x="214" y="44"/>
                  </a:lnTo>
                  <a:lnTo>
                    <a:pt x="214" y="111"/>
                  </a:lnTo>
                  <a:lnTo>
                    <a:pt x="243" y="111"/>
                  </a:lnTo>
                  <a:lnTo>
                    <a:pt x="243" y="170"/>
                  </a:lnTo>
                  <a:cubicBezTo>
                    <a:pt x="264" y="172"/>
                    <a:pt x="283" y="179"/>
                    <a:pt x="300" y="189"/>
                  </a:cubicBezTo>
                  <a:lnTo>
                    <a:pt x="300" y="111"/>
                  </a:lnTo>
                  <a:lnTo>
                    <a:pt x="981" y="111"/>
                  </a:lnTo>
                  <a:lnTo>
                    <a:pt x="981" y="548"/>
                  </a:lnTo>
                  <a:lnTo>
                    <a:pt x="493" y="548"/>
                  </a:lnTo>
                  <a:cubicBezTo>
                    <a:pt x="496" y="555"/>
                    <a:pt x="497" y="562"/>
                    <a:pt x="499" y="570"/>
                  </a:cubicBezTo>
                  <a:lnTo>
                    <a:pt x="981" y="570"/>
                  </a:lnTo>
                  <a:lnTo>
                    <a:pt x="981" y="593"/>
                  </a:lnTo>
                  <a:lnTo>
                    <a:pt x="501" y="593"/>
                  </a:lnTo>
                  <a:cubicBezTo>
                    <a:pt x="502" y="599"/>
                    <a:pt x="503" y="604"/>
                    <a:pt x="503" y="609"/>
                  </a:cubicBezTo>
                  <a:lnTo>
                    <a:pt x="503" y="664"/>
                  </a:lnTo>
                  <a:lnTo>
                    <a:pt x="607" y="664"/>
                  </a:lnTo>
                  <a:lnTo>
                    <a:pt x="607" y="828"/>
                  </a:lnTo>
                  <a:lnTo>
                    <a:pt x="647" y="828"/>
                  </a:lnTo>
                  <a:lnTo>
                    <a:pt x="647" y="664"/>
                  </a:lnTo>
                  <a:lnTo>
                    <a:pt x="779" y="664"/>
                  </a:lnTo>
                  <a:lnTo>
                    <a:pt x="839" y="823"/>
                  </a:lnTo>
                  <a:lnTo>
                    <a:pt x="878" y="813"/>
                  </a:lnTo>
                  <a:lnTo>
                    <a:pt x="822" y="664"/>
                  </a:lnTo>
                  <a:lnTo>
                    <a:pt x="1065" y="664"/>
                  </a:lnTo>
                  <a:lnTo>
                    <a:pt x="1065" y="593"/>
                  </a:lnTo>
                  <a:lnTo>
                    <a:pt x="1039" y="593"/>
                  </a:lnTo>
                  <a:lnTo>
                    <a:pt x="1039" y="111"/>
                  </a:lnTo>
                  <a:lnTo>
                    <a:pt x="1065" y="111"/>
                  </a:lnTo>
                  <a:close/>
                  <a:moveTo>
                    <a:pt x="223" y="431"/>
                  </a:moveTo>
                  <a:lnTo>
                    <a:pt x="223" y="431"/>
                  </a:lnTo>
                  <a:cubicBezTo>
                    <a:pt x="280" y="431"/>
                    <a:pt x="327" y="385"/>
                    <a:pt x="327" y="328"/>
                  </a:cubicBezTo>
                  <a:cubicBezTo>
                    <a:pt x="327" y="271"/>
                    <a:pt x="280" y="224"/>
                    <a:pt x="223" y="224"/>
                  </a:cubicBezTo>
                  <a:cubicBezTo>
                    <a:pt x="166" y="224"/>
                    <a:pt x="120" y="271"/>
                    <a:pt x="120" y="328"/>
                  </a:cubicBezTo>
                  <a:cubicBezTo>
                    <a:pt x="120" y="385"/>
                    <a:pt x="166" y="431"/>
                    <a:pt x="223" y="431"/>
                  </a:cubicBezTo>
                  <a:close/>
                  <a:moveTo>
                    <a:pt x="290" y="453"/>
                  </a:moveTo>
                  <a:lnTo>
                    <a:pt x="290" y="453"/>
                  </a:lnTo>
                  <a:lnTo>
                    <a:pt x="251" y="453"/>
                  </a:lnTo>
                  <a:lnTo>
                    <a:pt x="257" y="457"/>
                  </a:lnTo>
                  <a:cubicBezTo>
                    <a:pt x="262" y="460"/>
                    <a:pt x="264" y="467"/>
                    <a:pt x="262" y="472"/>
                  </a:cubicBezTo>
                  <a:lnTo>
                    <a:pt x="248" y="507"/>
                  </a:lnTo>
                  <a:lnTo>
                    <a:pt x="273" y="709"/>
                  </a:lnTo>
                  <a:lnTo>
                    <a:pt x="226" y="751"/>
                  </a:lnTo>
                  <a:lnTo>
                    <a:pt x="180" y="709"/>
                  </a:lnTo>
                  <a:lnTo>
                    <a:pt x="205" y="507"/>
                  </a:lnTo>
                  <a:lnTo>
                    <a:pt x="191" y="472"/>
                  </a:lnTo>
                  <a:cubicBezTo>
                    <a:pt x="188" y="467"/>
                    <a:pt x="191" y="460"/>
                    <a:pt x="195" y="457"/>
                  </a:cubicBezTo>
                  <a:lnTo>
                    <a:pt x="201" y="453"/>
                  </a:lnTo>
                  <a:lnTo>
                    <a:pt x="156" y="453"/>
                  </a:lnTo>
                  <a:cubicBezTo>
                    <a:pt x="70" y="453"/>
                    <a:pt x="0" y="523"/>
                    <a:pt x="0" y="609"/>
                  </a:cubicBezTo>
                  <a:lnTo>
                    <a:pt x="0" y="834"/>
                  </a:lnTo>
                  <a:lnTo>
                    <a:pt x="92" y="834"/>
                  </a:lnTo>
                  <a:lnTo>
                    <a:pt x="92" y="601"/>
                  </a:lnTo>
                  <a:lnTo>
                    <a:pt x="124" y="601"/>
                  </a:lnTo>
                  <a:lnTo>
                    <a:pt x="124" y="834"/>
                  </a:lnTo>
                  <a:lnTo>
                    <a:pt x="320" y="834"/>
                  </a:lnTo>
                  <a:lnTo>
                    <a:pt x="320" y="601"/>
                  </a:lnTo>
                  <a:lnTo>
                    <a:pt x="352" y="601"/>
                  </a:lnTo>
                  <a:lnTo>
                    <a:pt x="352" y="834"/>
                  </a:lnTo>
                  <a:lnTo>
                    <a:pt x="446" y="834"/>
                  </a:lnTo>
                  <a:lnTo>
                    <a:pt x="446" y="609"/>
                  </a:lnTo>
                  <a:cubicBezTo>
                    <a:pt x="446" y="523"/>
                    <a:pt x="376" y="453"/>
                    <a:pt x="290" y="453"/>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cs typeface="黑体-简" panose="02000000000000000000" charset="-122"/>
              </a:endParaRPr>
            </a:p>
          </p:txBody>
        </p:sp>
      </p:grpSp>
      <p:grpSp>
        <p:nvGrpSpPr>
          <p:cNvPr id="14" name="组合 13"/>
          <p:cNvGrpSpPr/>
          <p:nvPr userDrawn="1"/>
        </p:nvGrpSpPr>
        <p:grpSpPr>
          <a:xfrm>
            <a:off x="11071225" y="5304155"/>
            <a:ext cx="540385" cy="521970"/>
            <a:chOff x="4453834" y="4980930"/>
            <a:chExt cx="681980" cy="681980"/>
          </a:xfrm>
        </p:grpSpPr>
        <p:sp>
          <p:nvSpPr>
            <p:cNvPr id="15" name="椭圆 14"/>
            <p:cNvSpPr>
              <a:spLocks noChangeArrowheads="1"/>
            </p:cNvSpPr>
            <p:nvPr/>
          </p:nvSpPr>
          <p:spPr bwMode="auto">
            <a:xfrm>
              <a:off x="4453834" y="4980930"/>
              <a:ext cx="681980" cy="681980"/>
            </a:xfrm>
            <a:prstGeom prst="ellipse">
              <a:avLst/>
            </a:prstGeom>
            <a:solidFill>
              <a:srgbClr val="7F7F7F"/>
            </a:solidFill>
            <a:ln w="76200" cap="sq" cmpd="sng">
              <a:solidFill>
                <a:srgbClr val="C8C6BD"/>
              </a:solidFill>
              <a:round/>
            </a:ln>
          </p:spPr>
          <p:txBody>
            <a:bodyPr anchor="ctr"/>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zh-CN" sz="2400" b="0" i="0" u="none" strike="noStrike" kern="0" cap="none" spc="0" normalizeH="0" baseline="0" noProof="0">
                <a:ln>
                  <a:noFill/>
                </a:ln>
                <a:solidFill>
                  <a:srgbClr val="FFFFFF"/>
                </a:solidFill>
                <a:effectLst/>
                <a:uLnTx/>
                <a:uFillTx/>
                <a:latin typeface="黑体-简" panose="02000000000000000000" charset="-122"/>
                <a:cs typeface="黑体-简" panose="02000000000000000000" charset="-122"/>
                <a:sym typeface="黑体-简" panose="02000000000000000000" charset="-122"/>
              </a:endParaRPr>
            </a:p>
          </p:txBody>
        </p:sp>
        <p:sp>
          <p:nvSpPr>
            <p:cNvPr id="19" name="Freeform 5"/>
            <p:cNvSpPr>
              <a:spLocks noChangeAspect="1" noEditPoints="1"/>
            </p:cNvSpPr>
            <p:nvPr/>
          </p:nvSpPr>
          <p:spPr bwMode="auto">
            <a:xfrm>
              <a:off x="4621081" y="5153506"/>
              <a:ext cx="396000" cy="351791"/>
            </a:xfrm>
            <a:custGeom>
              <a:avLst/>
              <a:gdLst>
                <a:gd name="T0" fmla="*/ 746 w 1802"/>
                <a:gd name="T1" fmla="*/ 524 h 1618"/>
                <a:gd name="T2" fmla="*/ 223 w 1802"/>
                <a:gd name="T3" fmla="*/ 599 h 1618"/>
                <a:gd name="T4" fmla="*/ 223 w 1802"/>
                <a:gd name="T5" fmla="*/ 383 h 1618"/>
                <a:gd name="T6" fmla="*/ 1059 w 1802"/>
                <a:gd name="T7" fmla="*/ 458 h 1618"/>
                <a:gd name="T8" fmla="*/ 223 w 1802"/>
                <a:gd name="T9" fmla="*/ 383 h 1618"/>
                <a:gd name="T10" fmla="*/ 1059 w 1802"/>
                <a:gd name="T11" fmla="*/ 241 h 1618"/>
                <a:gd name="T12" fmla="*/ 223 w 1802"/>
                <a:gd name="T13" fmla="*/ 317 h 1618"/>
                <a:gd name="T14" fmla="*/ 0 w 1802"/>
                <a:gd name="T15" fmla="*/ 1182 h 1618"/>
                <a:gd name="T16" fmla="*/ 202 w 1802"/>
                <a:gd name="T17" fmla="*/ 1455 h 1618"/>
                <a:gd name="T18" fmla="*/ 1283 w 1802"/>
                <a:gd name="T19" fmla="*/ 1548 h 1618"/>
                <a:gd name="T20" fmla="*/ 1198 w 1802"/>
                <a:gd name="T21" fmla="*/ 1219 h 1618"/>
                <a:gd name="T22" fmla="*/ 382 w 1802"/>
                <a:gd name="T23" fmla="*/ 1228 h 1618"/>
                <a:gd name="T24" fmla="*/ 298 w 1802"/>
                <a:gd name="T25" fmla="*/ 1320 h 1618"/>
                <a:gd name="T26" fmla="*/ 84 w 1802"/>
                <a:gd name="T27" fmla="*/ 1164 h 1618"/>
                <a:gd name="T28" fmla="*/ 1198 w 1802"/>
                <a:gd name="T29" fmla="*/ 85 h 1618"/>
                <a:gd name="T30" fmla="*/ 1283 w 1802"/>
                <a:gd name="T31" fmla="*/ 840 h 1618"/>
                <a:gd name="T32" fmla="*/ 0 w 1802"/>
                <a:gd name="T33" fmla="*/ 0 h 1618"/>
                <a:gd name="T34" fmla="*/ 302 w 1802"/>
                <a:gd name="T35" fmla="*/ 1398 h 1618"/>
                <a:gd name="T36" fmla="*/ 972 w 1802"/>
                <a:gd name="T37" fmla="*/ 1492 h 1618"/>
                <a:gd name="T38" fmla="*/ 302 w 1802"/>
                <a:gd name="T39" fmla="*/ 1398 h 1618"/>
                <a:gd name="T40" fmla="*/ 1442 w 1802"/>
                <a:gd name="T41" fmla="*/ 1062 h 1618"/>
                <a:gd name="T42" fmla="*/ 993 w 1802"/>
                <a:gd name="T43" fmla="*/ 851 h 1618"/>
                <a:gd name="T44" fmla="*/ 1783 w 1802"/>
                <a:gd name="T45" fmla="*/ 1547 h 1618"/>
                <a:gd name="T46" fmla="*/ 1604 w 1802"/>
                <a:gd name="T47" fmla="*/ 1057 h 1618"/>
                <a:gd name="T48" fmla="*/ 1387 w 1802"/>
                <a:gd name="T49" fmla="*/ 940 h 1618"/>
                <a:gd name="T50" fmla="*/ 1393 w 1802"/>
                <a:gd name="T51" fmla="*/ 863 h 1618"/>
                <a:gd name="T52" fmla="*/ 1333 w 1802"/>
                <a:gd name="T53" fmla="*/ 914 h 1618"/>
                <a:gd name="T54" fmla="*/ 1360 w 1802"/>
                <a:gd name="T55" fmla="*/ 951 h 1618"/>
                <a:gd name="T56" fmla="*/ 1549 w 1802"/>
                <a:gd name="T57" fmla="*/ 1082 h 1618"/>
                <a:gd name="T58" fmla="*/ 1681 w 1802"/>
                <a:gd name="T59" fmla="*/ 1321 h 1618"/>
                <a:gd name="T60" fmla="*/ 1572 w 1802"/>
                <a:gd name="T61" fmla="*/ 1171 h 1618"/>
                <a:gd name="T62" fmla="*/ 1270 w 1802"/>
                <a:gd name="T63" fmla="*/ 1253 h 1618"/>
                <a:gd name="T64" fmla="*/ 1696 w 1802"/>
                <a:gd name="T65" fmla="*/ 1610 h 1618"/>
                <a:gd name="T66" fmla="*/ 1069 w 1802"/>
                <a:gd name="T67" fmla="*/ 618 h 1618"/>
                <a:gd name="T68" fmla="*/ 823 w 1802"/>
                <a:gd name="T69" fmla="*/ 496 h 1618"/>
                <a:gd name="T70" fmla="*/ 1007 w 1802"/>
                <a:gd name="T71" fmla="*/ 661 h 1618"/>
                <a:gd name="T72" fmla="*/ 941 w 1802"/>
                <a:gd name="T73" fmla="*/ 716 h 1618"/>
                <a:gd name="T74" fmla="*/ 810 w 1802"/>
                <a:gd name="T75" fmla="*/ 507 h 1618"/>
                <a:gd name="T76" fmla="*/ 889 w 1802"/>
                <a:gd name="T77" fmla="*/ 770 h 1618"/>
                <a:gd name="T78" fmla="*/ 1111 w 1802"/>
                <a:gd name="T79" fmla="*/ 712 h 16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802" h="1618">
                  <a:moveTo>
                    <a:pt x="223" y="524"/>
                  </a:moveTo>
                  <a:lnTo>
                    <a:pt x="746" y="524"/>
                  </a:lnTo>
                  <a:lnTo>
                    <a:pt x="746" y="599"/>
                  </a:lnTo>
                  <a:lnTo>
                    <a:pt x="223" y="599"/>
                  </a:lnTo>
                  <a:lnTo>
                    <a:pt x="223" y="524"/>
                  </a:lnTo>
                  <a:close/>
                  <a:moveTo>
                    <a:pt x="223" y="383"/>
                  </a:moveTo>
                  <a:lnTo>
                    <a:pt x="1059" y="383"/>
                  </a:lnTo>
                  <a:lnTo>
                    <a:pt x="1059" y="458"/>
                  </a:lnTo>
                  <a:lnTo>
                    <a:pt x="223" y="458"/>
                  </a:lnTo>
                  <a:lnTo>
                    <a:pt x="223" y="383"/>
                  </a:lnTo>
                  <a:close/>
                  <a:moveTo>
                    <a:pt x="223" y="241"/>
                  </a:moveTo>
                  <a:lnTo>
                    <a:pt x="1059" y="241"/>
                  </a:lnTo>
                  <a:lnTo>
                    <a:pt x="1059" y="317"/>
                  </a:lnTo>
                  <a:lnTo>
                    <a:pt x="223" y="317"/>
                  </a:lnTo>
                  <a:lnTo>
                    <a:pt x="223" y="241"/>
                  </a:lnTo>
                  <a:close/>
                  <a:moveTo>
                    <a:pt x="0" y="1182"/>
                  </a:moveTo>
                  <a:cubicBezTo>
                    <a:pt x="0" y="1254"/>
                    <a:pt x="9" y="1311"/>
                    <a:pt x="54" y="1369"/>
                  </a:cubicBezTo>
                  <a:cubicBezTo>
                    <a:pt x="92" y="1419"/>
                    <a:pt x="140" y="1446"/>
                    <a:pt x="202" y="1455"/>
                  </a:cubicBezTo>
                  <a:lnTo>
                    <a:pt x="1206" y="1612"/>
                  </a:lnTo>
                  <a:cubicBezTo>
                    <a:pt x="1248" y="1618"/>
                    <a:pt x="1283" y="1590"/>
                    <a:pt x="1283" y="1548"/>
                  </a:cubicBezTo>
                  <a:lnTo>
                    <a:pt x="1283" y="1335"/>
                  </a:lnTo>
                  <a:cubicBezTo>
                    <a:pt x="1254" y="1299"/>
                    <a:pt x="1226" y="1259"/>
                    <a:pt x="1198" y="1219"/>
                  </a:cubicBezTo>
                  <a:lnTo>
                    <a:pt x="1198" y="1490"/>
                  </a:lnTo>
                  <a:lnTo>
                    <a:pt x="382" y="1228"/>
                  </a:lnTo>
                  <a:cubicBezTo>
                    <a:pt x="372" y="1225"/>
                    <a:pt x="361" y="1229"/>
                    <a:pt x="356" y="1239"/>
                  </a:cubicBezTo>
                  <a:cubicBezTo>
                    <a:pt x="339" y="1273"/>
                    <a:pt x="319" y="1304"/>
                    <a:pt x="298" y="1320"/>
                  </a:cubicBezTo>
                  <a:cubicBezTo>
                    <a:pt x="239" y="1366"/>
                    <a:pt x="166" y="1357"/>
                    <a:pt x="121" y="1299"/>
                  </a:cubicBezTo>
                  <a:cubicBezTo>
                    <a:pt x="88" y="1256"/>
                    <a:pt x="84" y="1215"/>
                    <a:pt x="84" y="1164"/>
                  </a:cubicBezTo>
                  <a:lnTo>
                    <a:pt x="84" y="85"/>
                  </a:lnTo>
                  <a:lnTo>
                    <a:pt x="1198" y="85"/>
                  </a:lnTo>
                  <a:lnTo>
                    <a:pt x="1198" y="751"/>
                  </a:lnTo>
                  <a:lnTo>
                    <a:pt x="1283" y="840"/>
                  </a:lnTo>
                  <a:lnTo>
                    <a:pt x="1283" y="0"/>
                  </a:lnTo>
                  <a:lnTo>
                    <a:pt x="0" y="0"/>
                  </a:lnTo>
                  <a:lnTo>
                    <a:pt x="0" y="1182"/>
                  </a:lnTo>
                  <a:close/>
                  <a:moveTo>
                    <a:pt x="302" y="1398"/>
                  </a:moveTo>
                  <a:lnTo>
                    <a:pt x="970" y="1503"/>
                  </a:lnTo>
                  <a:cubicBezTo>
                    <a:pt x="977" y="1504"/>
                    <a:pt x="980" y="1494"/>
                    <a:pt x="972" y="1492"/>
                  </a:cubicBezTo>
                  <a:lnTo>
                    <a:pt x="390" y="1305"/>
                  </a:lnTo>
                  <a:cubicBezTo>
                    <a:pt x="364" y="1349"/>
                    <a:pt x="344" y="1371"/>
                    <a:pt x="302" y="1398"/>
                  </a:cubicBezTo>
                  <a:close/>
                  <a:moveTo>
                    <a:pt x="1131" y="735"/>
                  </a:moveTo>
                  <a:lnTo>
                    <a:pt x="1442" y="1062"/>
                  </a:lnTo>
                  <a:lnTo>
                    <a:pt x="1264" y="1213"/>
                  </a:lnTo>
                  <a:lnTo>
                    <a:pt x="993" y="851"/>
                  </a:lnTo>
                  <a:lnTo>
                    <a:pt x="1131" y="735"/>
                  </a:lnTo>
                  <a:close/>
                  <a:moveTo>
                    <a:pt x="1783" y="1547"/>
                  </a:moveTo>
                  <a:cubicBezTo>
                    <a:pt x="1788" y="1530"/>
                    <a:pt x="1791" y="1511"/>
                    <a:pt x="1793" y="1489"/>
                  </a:cubicBezTo>
                  <a:cubicBezTo>
                    <a:pt x="1802" y="1343"/>
                    <a:pt x="1781" y="1146"/>
                    <a:pt x="1604" y="1057"/>
                  </a:cubicBezTo>
                  <a:cubicBezTo>
                    <a:pt x="1550" y="1030"/>
                    <a:pt x="1446" y="989"/>
                    <a:pt x="1408" y="959"/>
                  </a:cubicBezTo>
                  <a:cubicBezTo>
                    <a:pt x="1399" y="952"/>
                    <a:pt x="1392" y="946"/>
                    <a:pt x="1387" y="940"/>
                  </a:cubicBezTo>
                  <a:cubicBezTo>
                    <a:pt x="1392" y="939"/>
                    <a:pt x="1397" y="937"/>
                    <a:pt x="1401" y="933"/>
                  </a:cubicBezTo>
                  <a:cubicBezTo>
                    <a:pt x="1418" y="919"/>
                    <a:pt x="1414" y="888"/>
                    <a:pt x="1393" y="863"/>
                  </a:cubicBezTo>
                  <a:cubicBezTo>
                    <a:pt x="1373" y="838"/>
                    <a:pt x="1342" y="830"/>
                    <a:pt x="1325" y="844"/>
                  </a:cubicBezTo>
                  <a:cubicBezTo>
                    <a:pt x="1309" y="858"/>
                    <a:pt x="1312" y="890"/>
                    <a:pt x="1333" y="914"/>
                  </a:cubicBezTo>
                  <a:cubicBezTo>
                    <a:pt x="1338" y="920"/>
                    <a:pt x="1343" y="925"/>
                    <a:pt x="1349" y="929"/>
                  </a:cubicBezTo>
                  <a:cubicBezTo>
                    <a:pt x="1351" y="937"/>
                    <a:pt x="1355" y="944"/>
                    <a:pt x="1360" y="951"/>
                  </a:cubicBezTo>
                  <a:cubicBezTo>
                    <a:pt x="1367" y="963"/>
                    <a:pt x="1379" y="975"/>
                    <a:pt x="1394" y="986"/>
                  </a:cubicBezTo>
                  <a:cubicBezTo>
                    <a:pt x="1436" y="1019"/>
                    <a:pt x="1494" y="1051"/>
                    <a:pt x="1549" y="1082"/>
                  </a:cubicBezTo>
                  <a:cubicBezTo>
                    <a:pt x="1666" y="1148"/>
                    <a:pt x="1695" y="1231"/>
                    <a:pt x="1700" y="1321"/>
                  </a:cubicBezTo>
                  <a:cubicBezTo>
                    <a:pt x="1701" y="1334"/>
                    <a:pt x="1694" y="1341"/>
                    <a:pt x="1681" y="1321"/>
                  </a:cubicBezTo>
                  <a:cubicBezTo>
                    <a:pt x="1677" y="1316"/>
                    <a:pt x="1673" y="1310"/>
                    <a:pt x="1670" y="1305"/>
                  </a:cubicBezTo>
                  <a:cubicBezTo>
                    <a:pt x="1643" y="1261"/>
                    <a:pt x="1610" y="1216"/>
                    <a:pt x="1572" y="1171"/>
                  </a:cubicBezTo>
                  <a:cubicBezTo>
                    <a:pt x="1542" y="1136"/>
                    <a:pt x="1512" y="1104"/>
                    <a:pt x="1481" y="1075"/>
                  </a:cubicBezTo>
                  <a:lnTo>
                    <a:pt x="1270" y="1253"/>
                  </a:lnTo>
                  <a:cubicBezTo>
                    <a:pt x="1293" y="1288"/>
                    <a:pt x="1320" y="1324"/>
                    <a:pt x="1350" y="1359"/>
                  </a:cubicBezTo>
                  <a:cubicBezTo>
                    <a:pt x="1476" y="1508"/>
                    <a:pt x="1615" y="1606"/>
                    <a:pt x="1696" y="1610"/>
                  </a:cubicBezTo>
                  <a:cubicBezTo>
                    <a:pt x="1739" y="1613"/>
                    <a:pt x="1770" y="1585"/>
                    <a:pt x="1783" y="1547"/>
                  </a:cubicBezTo>
                  <a:close/>
                  <a:moveTo>
                    <a:pt x="1069" y="618"/>
                  </a:moveTo>
                  <a:lnTo>
                    <a:pt x="835" y="486"/>
                  </a:lnTo>
                  <a:lnTo>
                    <a:pt x="823" y="496"/>
                  </a:lnTo>
                  <a:lnTo>
                    <a:pt x="953" y="651"/>
                  </a:lnTo>
                  <a:cubicBezTo>
                    <a:pt x="971" y="641"/>
                    <a:pt x="993" y="645"/>
                    <a:pt x="1007" y="661"/>
                  </a:cubicBezTo>
                  <a:cubicBezTo>
                    <a:pt x="1022" y="679"/>
                    <a:pt x="1020" y="706"/>
                    <a:pt x="1002" y="722"/>
                  </a:cubicBezTo>
                  <a:cubicBezTo>
                    <a:pt x="984" y="737"/>
                    <a:pt x="957" y="734"/>
                    <a:pt x="941" y="716"/>
                  </a:cubicBezTo>
                  <a:cubicBezTo>
                    <a:pt x="928" y="700"/>
                    <a:pt x="928" y="677"/>
                    <a:pt x="940" y="662"/>
                  </a:cubicBezTo>
                  <a:lnTo>
                    <a:pt x="810" y="507"/>
                  </a:lnTo>
                  <a:lnTo>
                    <a:pt x="797" y="518"/>
                  </a:lnTo>
                  <a:lnTo>
                    <a:pt x="889" y="770"/>
                  </a:lnTo>
                  <a:lnTo>
                    <a:pt x="974" y="828"/>
                  </a:lnTo>
                  <a:lnTo>
                    <a:pt x="1111" y="712"/>
                  </a:lnTo>
                  <a:lnTo>
                    <a:pt x="1069" y="618"/>
                  </a:lnTo>
                  <a:close/>
                </a:path>
              </a:pathLst>
            </a:custGeom>
            <a:solidFill>
              <a:srgbClr val="FFFFFF"/>
            </a:solidFill>
            <a:ln>
              <a:noFill/>
            </a:ln>
          </p:spPr>
          <p:txBody>
            <a:bodyPr vert="horz" wrap="square" lIns="91440" tIns="45720" rIns="91440" bIns="45720" numCol="1" anchor="t" anchorCtr="0" compatLnSpc="1"/>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C4261D"/>
                </a:solidFill>
                <a:effectLst/>
                <a:uLnTx/>
                <a:uFillTx/>
                <a:cs typeface="黑体-简" panose="02000000000000000000" charset="-122"/>
              </a:endParaRPr>
            </a:p>
          </p:txBody>
        </p:sp>
      </p:grpSp>
      <p:grpSp>
        <p:nvGrpSpPr>
          <p:cNvPr id="20" name="组合 19"/>
          <p:cNvGrpSpPr/>
          <p:nvPr userDrawn="1"/>
        </p:nvGrpSpPr>
        <p:grpSpPr>
          <a:xfrm>
            <a:off x="10166350" y="5299075"/>
            <a:ext cx="540385" cy="520700"/>
            <a:chOff x="4670606" y="4037909"/>
            <a:chExt cx="681980" cy="681980"/>
          </a:xfrm>
        </p:grpSpPr>
        <p:sp>
          <p:nvSpPr>
            <p:cNvPr id="21" name="椭圆 20"/>
            <p:cNvSpPr>
              <a:spLocks noChangeArrowheads="1"/>
            </p:cNvSpPr>
            <p:nvPr/>
          </p:nvSpPr>
          <p:spPr bwMode="auto">
            <a:xfrm>
              <a:off x="4670606" y="4037909"/>
              <a:ext cx="681980" cy="681980"/>
            </a:xfrm>
            <a:prstGeom prst="ellipse">
              <a:avLst/>
            </a:prstGeom>
            <a:solidFill>
              <a:srgbClr val="7F7F7F"/>
            </a:solidFill>
            <a:ln w="76200" cap="sq" cmpd="sng">
              <a:solidFill>
                <a:srgbClr val="C8C6BD"/>
              </a:solidFill>
              <a:round/>
            </a:ln>
          </p:spPr>
          <p:txBody>
            <a:bodyPr anchor="ctr"/>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zh-CN" sz="2400" b="0" i="0" u="none" strike="noStrike" kern="0" cap="none" spc="0" normalizeH="0" baseline="0" noProof="0">
                <a:ln>
                  <a:noFill/>
                </a:ln>
                <a:solidFill>
                  <a:srgbClr val="FFFFFF"/>
                </a:solidFill>
                <a:effectLst/>
                <a:uLnTx/>
                <a:uFillTx/>
                <a:latin typeface="黑体-简" panose="02000000000000000000" charset="-122"/>
                <a:cs typeface="黑体-简" panose="02000000000000000000" charset="-122"/>
                <a:sym typeface="黑体-简" panose="02000000000000000000" charset="-122"/>
              </a:endParaRPr>
            </a:p>
          </p:txBody>
        </p:sp>
        <p:sp>
          <p:nvSpPr>
            <p:cNvPr id="22" name="Freeform 14"/>
            <p:cNvSpPr>
              <a:spLocks noEditPoints="1"/>
            </p:cNvSpPr>
            <p:nvPr/>
          </p:nvSpPr>
          <p:spPr bwMode="auto">
            <a:xfrm>
              <a:off x="4795447" y="4168006"/>
              <a:ext cx="432298" cy="432297"/>
            </a:xfrm>
            <a:custGeom>
              <a:avLst/>
              <a:gdLst>
                <a:gd name="T0" fmla="*/ 785115 w 1145"/>
                <a:gd name="T1" fmla="*/ 436260 h 1145"/>
                <a:gd name="T2" fmla="*/ 877887 w 1145"/>
                <a:gd name="T3" fmla="*/ 436260 h 1145"/>
                <a:gd name="T4" fmla="*/ 631772 w 1145"/>
                <a:gd name="T5" fmla="*/ 584236 h 1145"/>
                <a:gd name="T6" fmla="*/ 631772 w 1145"/>
                <a:gd name="T7" fmla="*/ 677009 h 1145"/>
                <a:gd name="T8" fmla="*/ 631772 w 1145"/>
                <a:gd name="T9" fmla="*/ 584236 h 1145"/>
                <a:gd name="T10" fmla="*/ 274483 w 1145"/>
                <a:gd name="T11" fmla="*/ 228481 h 1145"/>
                <a:gd name="T12" fmla="*/ 417859 w 1145"/>
                <a:gd name="T13" fmla="*/ 90472 h 1145"/>
                <a:gd name="T14" fmla="*/ 417859 w 1145"/>
                <a:gd name="T15" fmla="*/ 787416 h 1145"/>
                <a:gd name="T16" fmla="*/ 272950 w 1145"/>
                <a:gd name="T17" fmla="*/ 646340 h 1145"/>
                <a:gd name="T18" fmla="*/ 417859 w 1145"/>
                <a:gd name="T19" fmla="*/ 787416 h 1145"/>
                <a:gd name="T20" fmla="*/ 233848 w 1145"/>
                <a:gd name="T21" fmla="*/ 658608 h 1145"/>
                <a:gd name="T22" fmla="*/ 185545 w 1145"/>
                <a:gd name="T23" fmla="*/ 679309 h 1145"/>
                <a:gd name="T24" fmla="*/ 716877 w 1145"/>
                <a:gd name="T25" fmla="*/ 647874 h 1145"/>
                <a:gd name="T26" fmla="*/ 650173 w 1145"/>
                <a:gd name="T27" fmla="*/ 715345 h 1145"/>
                <a:gd name="T28" fmla="*/ 617204 w 1145"/>
                <a:gd name="T29" fmla="*/ 715345 h 1145"/>
                <a:gd name="T30" fmla="*/ 520598 w 1145"/>
                <a:gd name="T31" fmla="*/ 777448 h 1145"/>
                <a:gd name="T32" fmla="*/ 457728 w 1145"/>
                <a:gd name="T33" fmla="*/ 625639 h 1145"/>
                <a:gd name="T34" fmla="*/ 545900 w 1145"/>
                <a:gd name="T35" fmla="*/ 630239 h 1145"/>
                <a:gd name="T36" fmla="*/ 457728 w 1145"/>
                <a:gd name="T37" fmla="*/ 585770 h 1145"/>
                <a:gd name="T38" fmla="*/ 637139 w 1145"/>
                <a:gd name="T39" fmla="*/ 458495 h 1145"/>
                <a:gd name="T40" fmla="*/ 631772 w 1145"/>
                <a:gd name="T41" fmla="*/ 543601 h 1145"/>
                <a:gd name="T42" fmla="*/ 677008 w 1145"/>
                <a:gd name="T43" fmla="*/ 458495 h 1145"/>
                <a:gd name="T44" fmla="*/ 744479 w 1145"/>
                <a:gd name="T45" fmla="*/ 436260 h 1145"/>
                <a:gd name="T46" fmla="*/ 677008 w 1145"/>
                <a:gd name="T47" fmla="*/ 418626 h 1145"/>
                <a:gd name="T48" fmla="*/ 627938 w 1145"/>
                <a:gd name="T49" fmla="*/ 325854 h 1145"/>
                <a:gd name="T50" fmla="*/ 637139 w 1145"/>
                <a:gd name="T51" fmla="*/ 418626 h 1145"/>
                <a:gd name="T52" fmla="*/ 457728 w 1145"/>
                <a:gd name="T53" fmla="*/ 289051 h 1145"/>
                <a:gd name="T54" fmla="*/ 541300 w 1145"/>
                <a:gd name="T55" fmla="*/ 240748 h 1145"/>
                <a:gd name="T56" fmla="*/ 457728 w 1145"/>
                <a:gd name="T57" fmla="*/ 90472 h 1145"/>
                <a:gd name="T58" fmla="*/ 575802 w 1145"/>
                <a:gd name="T59" fmla="*/ 170977 h 1145"/>
                <a:gd name="T60" fmla="*/ 598803 w 1145"/>
                <a:gd name="T61" fmla="*/ 129575 h 1145"/>
                <a:gd name="T62" fmla="*/ 713810 w 1145"/>
                <a:gd name="T63" fmla="*/ 228481 h 1145"/>
                <a:gd name="T64" fmla="*/ 778981 w 1145"/>
                <a:gd name="T65" fmla="*/ 368023 h 1145"/>
                <a:gd name="T66" fmla="*/ 868686 w 1145"/>
                <a:gd name="T67" fmla="*/ 358822 h 1145"/>
                <a:gd name="T68" fmla="*/ 157176 w 1145"/>
                <a:gd name="T69" fmla="*/ 101973 h 1145"/>
                <a:gd name="T70" fmla="*/ 277550 w 1145"/>
                <a:gd name="T71" fmla="*/ 129575 h 1145"/>
                <a:gd name="T72" fmla="*/ 220047 w 1145"/>
                <a:gd name="T73" fmla="*/ 210846 h 1145"/>
                <a:gd name="T74" fmla="*/ 223114 w 1145"/>
                <a:gd name="T75" fmla="*/ 254549 h 1145"/>
                <a:gd name="T76" fmla="*/ 219280 w 1145"/>
                <a:gd name="T77" fmla="*/ 351922 h 1145"/>
                <a:gd name="T78" fmla="*/ 262216 w 1145"/>
                <a:gd name="T79" fmla="*/ 266817 h 1145"/>
                <a:gd name="T80" fmla="*/ 417859 w 1145"/>
                <a:gd name="T81" fmla="*/ 418626 h 1145"/>
                <a:gd name="T82" fmla="*/ 305152 w 1145"/>
                <a:gd name="T83" fmla="*/ 438561 h 1145"/>
                <a:gd name="T84" fmla="*/ 417859 w 1145"/>
                <a:gd name="T85" fmla="*/ 458495 h 1145"/>
                <a:gd name="T86" fmla="*/ 261449 w 1145"/>
                <a:gd name="T87" fmla="*/ 608005 h 1145"/>
                <a:gd name="T88" fmla="*/ 219280 w 1145"/>
                <a:gd name="T89" fmla="*/ 525199 h 1145"/>
                <a:gd name="T90" fmla="*/ 222347 w 1145"/>
                <a:gd name="T91" fmla="*/ 620272 h 1145"/>
                <a:gd name="T92" fmla="*/ 90472 w 1145"/>
                <a:gd name="T93" fmla="*/ 458495 h 1145"/>
                <a:gd name="T94" fmla="*/ 132641 w 1145"/>
                <a:gd name="T95" fmla="*/ 438561 h 1145"/>
                <a:gd name="T96" fmla="*/ 90472 w 1145"/>
                <a:gd name="T97" fmla="*/ 418626 h 1145"/>
                <a:gd name="T98" fmla="*/ 58270 w 1145"/>
                <a:gd name="T99" fmla="*/ 220814 h 1145"/>
                <a:gd name="T100" fmla="*/ 437793 w 1145"/>
                <a:gd name="T101" fmla="*/ 877888 h 1145"/>
                <a:gd name="T102" fmla="*/ 831117 w 1145"/>
                <a:gd name="T103" fmla="*/ 522899 h 1145"/>
                <a:gd name="T104" fmla="*/ 581169 w 1145"/>
                <a:gd name="T105" fmla="*/ 239215 h 1145"/>
                <a:gd name="T106" fmla="*/ 673941 w 1145"/>
                <a:gd name="T107" fmla="*/ 239215 h 1145"/>
                <a:gd name="T108" fmla="*/ 581169 w 1145"/>
                <a:gd name="T109" fmla="*/ 239215 h 1145"/>
                <a:gd name="T110" fmla="*/ 184011 w 1145"/>
                <a:gd name="T111" fmla="*/ 186312 h 1145"/>
                <a:gd name="T112" fmla="*/ 91239 w 1145"/>
                <a:gd name="T113" fmla="*/ 186312 h 1145"/>
                <a:gd name="T114" fmla="*/ 219280 w 1145"/>
                <a:gd name="T115" fmla="*/ 485330 h 1145"/>
                <a:gd name="T116" fmla="*/ 219280 w 1145"/>
                <a:gd name="T117" fmla="*/ 392558 h 1145"/>
                <a:gd name="T118" fmla="*/ 219280 w 1145"/>
                <a:gd name="T119" fmla="*/ 485330 h 1145"/>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0" t="0" r="r" b="b"/>
              <a:pathLst>
                <a:path w="1145" h="1145">
                  <a:moveTo>
                    <a:pt x="1084" y="509"/>
                  </a:moveTo>
                  <a:cubicBezTo>
                    <a:pt x="1051" y="509"/>
                    <a:pt x="1024" y="536"/>
                    <a:pt x="1024" y="569"/>
                  </a:cubicBezTo>
                  <a:cubicBezTo>
                    <a:pt x="1024" y="603"/>
                    <a:pt x="1051" y="630"/>
                    <a:pt x="1084" y="630"/>
                  </a:cubicBezTo>
                  <a:cubicBezTo>
                    <a:pt x="1117" y="630"/>
                    <a:pt x="1145" y="603"/>
                    <a:pt x="1145" y="569"/>
                  </a:cubicBezTo>
                  <a:cubicBezTo>
                    <a:pt x="1145" y="536"/>
                    <a:pt x="1117" y="509"/>
                    <a:pt x="1084" y="509"/>
                  </a:cubicBezTo>
                  <a:close/>
                  <a:moveTo>
                    <a:pt x="824" y="762"/>
                  </a:moveTo>
                  <a:cubicBezTo>
                    <a:pt x="791" y="762"/>
                    <a:pt x="764" y="789"/>
                    <a:pt x="764" y="822"/>
                  </a:cubicBezTo>
                  <a:cubicBezTo>
                    <a:pt x="764" y="856"/>
                    <a:pt x="791" y="883"/>
                    <a:pt x="824" y="883"/>
                  </a:cubicBezTo>
                  <a:cubicBezTo>
                    <a:pt x="858" y="883"/>
                    <a:pt x="885" y="856"/>
                    <a:pt x="885" y="822"/>
                  </a:cubicBezTo>
                  <a:cubicBezTo>
                    <a:pt x="885" y="789"/>
                    <a:pt x="858" y="762"/>
                    <a:pt x="824" y="762"/>
                  </a:cubicBezTo>
                  <a:close/>
                  <a:moveTo>
                    <a:pt x="545" y="325"/>
                  </a:moveTo>
                  <a:cubicBezTo>
                    <a:pt x="479" y="323"/>
                    <a:pt x="416" y="314"/>
                    <a:pt x="358" y="298"/>
                  </a:cubicBezTo>
                  <a:cubicBezTo>
                    <a:pt x="384" y="226"/>
                    <a:pt x="421" y="168"/>
                    <a:pt x="463" y="130"/>
                  </a:cubicBezTo>
                  <a:cubicBezTo>
                    <a:pt x="490" y="124"/>
                    <a:pt x="517" y="120"/>
                    <a:pt x="545" y="118"/>
                  </a:cubicBezTo>
                  <a:lnTo>
                    <a:pt x="545" y="325"/>
                  </a:lnTo>
                  <a:close/>
                  <a:moveTo>
                    <a:pt x="545" y="1027"/>
                  </a:moveTo>
                  <a:cubicBezTo>
                    <a:pt x="517" y="1025"/>
                    <a:pt x="490" y="1021"/>
                    <a:pt x="463" y="1014"/>
                  </a:cubicBezTo>
                  <a:cubicBezTo>
                    <a:pt x="420" y="976"/>
                    <a:pt x="383" y="917"/>
                    <a:pt x="356" y="843"/>
                  </a:cubicBezTo>
                  <a:cubicBezTo>
                    <a:pt x="415" y="827"/>
                    <a:pt x="479" y="818"/>
                    <a:pt x="545" y="816"/>
                  </a:cubicBezTo>
                  <a:lnTo>
                    <a:pt x="545" y="1027"/>
                  </a:lnTo>
                  <a:close/>
                  <a:moveTo>
                    <a:pt x="242" y="886"/>
                  </a:moveTo>
                  <a:cubicBezTo>
                    <a:pt x="262" y="876"/>
                    <a:pt x="283" y="867"/>
                    <a:pt x="305" y="859"/>
                  </a:cubicBezTo>
                  <a:cubicBezTo>
                    <a:pt x="321" y="903"/>
                    <a:pt x="340" y="942"/>
                    <a:pt x="362" y="976"/>
                  </a:cubicBezTo>
                  <a:cubicBezTo>
                    <a:pt x="317" y="953"/>
                    <a:pt x="277" y="922"/>
                    <a:pt x="242" y="886"/>
                  </a:cubicBezTo>
                  <a:close/>
                  <a:moveTo>
                    <a:pt x="1017" y="660"/>
                  </a:moveTo>
                  <a:cubicBezTo>
                    <a:pt x="1004" y="728"/>
                    <a:pt x="975" y="791"/>
                    <a:pt x="935" y="845"/>
                  </a:cubicBezTo>
                  <a:cubicBezTo>
                    <a:pt x="935" y="845"/>
                    <a:pt x="935" y="845"/>
                    <a:pt x="935" y="845"/>
                  </a:cubicBezTo>
                  <a:cubicBezTo>
                    <a:pt x="926" y="888"/>
                    <a:pt x="892" y="923"/>
                    <a:pt x="848" y="933"/>
                  </a:cubicBezTo>
                  <a:cubicBezTo>
                    <a:pt x="827" y="949"/>
                    <a:pt x="805" y="963"/>
                    <a:pt x="781" y="976"/>
                  </a:cubicBezTo>
                  <a:cubicBezTo>
                    <a:pt x="789" y="963"/>
                    <a:pt x="797" y="948"/>
                    <a:pt x="805" y="933"/>
                  </a:cubicBezTo>
                  <a:cubicBezTo>
                    <a:pt x="787" y="930"/>
                    <a:pt x="770" y="923"/>
                    <a:pt x="756" y="912"/>
                  </a:cubicBezTo>
                  <a:cubicBezTo>
                    <a:pt x="734" y="954"/>
                    <a:pt x="708" y="989"/>
                    <a:pt x="679" y="1014"/>
                  </a:cubicBezTo>
                  <a:cubicBezTo>
                    <a:pt x="653" y="1021"/>
                    <a:pt x="625" y="1025"/>
                    <a:pt x="597" y="1027"/>
                  </a:cubicBezTo>
                  <a:lnTo>
                    <a:pt x="597" y="816"/>
                  </a:lnTo>
                  <a:cubicBezTo>
                    <a:pt x="637" y="817"/>
                    <a:pt x="675" y="821"/>
                    <a:pt x="712" y="827"/>
                  </a:cubicBezTo>
                  <a:cubicBezTo>
                    <a:pt x="712" y="826"/>
                    <a:pt x="712" y="824"/>
                    <a:pt x="712" y="822"/>
                  </a:cubicBezTo>
                  <a:cubicBezTo>
                    <a:pt x="712" y="806"/>
                    <a:pt x="715" y="790"/>
                    <a:pt x="722" y="776"/>
                  </a:cubicBezTo>
                  <a:cubicBezTo>
                    <a:pt x="682" y="769"/>
                    <a:pt x="640" y="765"/>
                    <a:pt x="597" y="764"/>
                  </a:cubicBezTo>
                  <a:lnTo>
                    <a:pt x="597" y="598"/>
                  </a:lnTo>
                  <a:lnTo>
                    <a:pt x="831" y="598"/>
                  </a:lnTo>
                  <a:cubicBezTo>
                    <a:pt x="830" y="637"/>
                    <a:pt x="826" y="674"/>
                    <a:pt x="820" y="710"/>
                  </a:cubicBezTo>
                  <a:cubicBezTo>
                    <a:pt x="822" y="710"/>
                    <a:pt x="823" y="709"/>
                    <a:pt x="824" y="709"/>
                  </a:cubicBezTo>
                  <a:cubicBezTo>
                    <a:pt x="842" y="709"/>
                    <a:pt x="858" y="713"/>
                    <a:pt x="872" y="720"/>
                  </a:cubicBezTo>
                  <a:cubicBezTo>
                    <a:pt x="878" y="681"/>
                    <a:pt x="882" y="641"/>
                    <a:pt x="883" y="598"/>
                  </a:cubicBezTo>
                  <a:lnTo>
                    <a:pt x="975" y="598"/>
                  </a:lnTo>
                  <a:cubicBezTo>
                    <a:pt x="973" y="589"/>
                    <a:pt x="971" y="579"/>
                    <a:pt x="971" y="569"/>
                  </a:cubicBezTo>
                  <a:cubicBezTo>
                    <a:pt x="971" y="561"/>
                    <a:pt x="972" y="554"/>
                    <a:pt x="974" y="546"/>
                  </a:cubicBezTo>
                  <a:lnTo>
                    <a:pt x="883" y="546"/>
                  </a:lnTo>
                  <a:cubicBezTo>
                    <a:pt x="882" y="500"/>
                    <a:pt x="878" y="455"/>
                    <a:pt x="870" y="413"/>
                  </a:cubicBezTo>
                  <a:cubicBezTo>
                    <a:pt x="855" y="421"/>
                    <a:pt x="837" y="425"/>
                    <a:pt x="819" y="425"/>
                  </a:cubicBezTo>
                  <a:cubicBezTo>
                    <a:pt x="826" y="464"/>
                    <a:pt x="830" y="504"/>
                    <a:pt x="831" y="546"/>
                  </a:cubicBezTo>
                  <a:lnTo>
                    <a:pt x="597" y="546"/>
                  </a:lnTo>
                  <a:lnTo>
                    <a:pt x="597" y="377"/>
                  </a:lnTo>
                  <a:cubicBezTo>
                    <a:pt x="639" y="376"/>
                    <a:pt x="680" y="372"/>
                    <a:pt x="719" y="365"/>
                  </a:cubicBezTo>
                  <a:cubicBezTo>
                    <a:pt x="711" y="350"/>
                    <a:pt x="707" y="333"/>
                    <a:pt x="706" y="314"/>
                  </a:cubicBezTo>
                  <a:cubicBezTo>
                    <a:pt x="671" y="320"/>
                    <a:pt x="635" y="323"/>
                    <a:pt x="597" y="325"/>
                  </a:cubicBezTo>
                  <a:lnTo>
                    <a:pt x="597" y="118"/>
                  </a:lnTo>
                  <a:cubicBezTo>
                    <a:pt x="625" y="120"/>
                    <a:pt x="653" y="124"/>
                    <a:pt x="679" y="130"/>
                  </a:cubicBezTo>
                  <a:cubicBezTo>
                    <a:pt x="706" y="154"/>
                    <a:pt x="730" y="185"/>
                    <a:pt x="751" y="223"/>
                  </a:cubicBezTo>
                  <a:cubicBezTo>
                    <a:pt x="765" y="212"/>
                    <a:pt x="782" y="204"/>
                    <a:pt x="800" y="201"/>
                  </a:cubicBezTo>
                  <a:cubicBezTo>
                    <a:pt x="794" y="190"/>
                    <a:pt x="787" y="179"/>
                    <a:pt x="781" y="169"/>
                  </a:cubicBezTo>
                  <a:cubicBezTo>
                    <a:pt x="799" y="178"/>
                    <a:pt x="816" y="189"/>
                    <a:pt x="832" y="200"/>
                  </a:cubicBezTo>
                  <a:cubicBezTo>
                    <a:pt x="883" y="206"/>
                    <a:pt x="924" y="247"/>
                    <a:pt x="931" y="298"/>
                  </a:cubicBezTo>
                  <a:cubicBezTo>
                    <a:pt x="931" y="298"/>
                    <a:pt x="932" y="298"/>
                    <a:pt x="933" y="297"/>
                  </a:cubicBezTo>
                  <a:cubicBezTo>
                    <a:pt x="973" y="350"/>
                    <a:pt x="1002" y="412"/>
                    <a:pt x="1016" y="480"/>
                  </a:cubicBezTo>
                  <a:cubicBezTo>
                    <a:pt x="1035" y="465"/>
                    <a:pt x="1059" y="456"/>
                    <a:pt x="1084" y="456"/>
                  </a:cubicBezTo>
                  <a:cubicBezTo>
                    <a:pt x="1102" y="456"/>
                    <a:pt x="1118" y="461"/>
                    <a:pt x="1133" y="468"/>
                  </a:cubicBezTo>
                  <a:cubicBezTo>
                    <a:pt x="1084" y="202"/>
                    <a:pt x="851" y="0"/>
                    <a:pt x="571" y="0"/>
                  </a:cubicBezTo>
                  <a:cubicBezTo>
                    <a:pt x="432" y="0"/>
                    <a:pt x="304" y="50"/>
                    <a:pt x="205" y="133"/>
                  </a:cubicBezTo>
                  <a:cubicBezTo>
                    <a:pt x="246" y="143"/>
                    <a:pt x="279" y="176"/>
                    <a:pt x="289" y="217"/>
                  </a:cubicBezTo>
                  <a:cubicBezTo>
                    <a:pt x="311" y="199"/>
                    <a:pt x="336" y="182"/>
                    <a:pt x="362" y="169"/>
                  </a:cubicBezTo>
                  <a:cubicBezTo>
                    <a:pt x="341" y="202"/>
                    <a:pt x="322" y="240"/>
                    <a:pt x="307" y="282"/>
                  </a:cubicBezTo>
                  <a:cubicBezTo>
                    <a:pt x="300" y="280"/>
                    <a:pt x="294" y="277"/>
                    <a:pt x="287" y="275"/>
                  </a:cubicBezTo>
                  <a:cubicBezTo>
                    <a:pt x="282" y="292"/>
                    <a:pt x="273" y="308"/>
                    <a:pt x="261" y="320"/>
                  </a:cubicBezTo>
                  <a:cubicBezTo>
                    <a:pt x="271" y="324"/>
                    <a:pt x="280" y="328"/>
                    <a:pt x="291" y="332"/>
                  </a:cubicBezTo>
                  <a:cubicBezTo>
                    <a:pt x="279" y="372"/>
                    <a:pt x="271" y="416"/>
                    <a:pt x="265" y="461"/>
                  </a:cubicBezTo>
                  <a:cubicBezTo>
                    <a:pt x="272" y="460"/>
                    <a:pt x="279" y="459"/>
                    <a:pt x="286" y="459"/>
                  </a:cubicBezTo>
                  <a:cubicBezTo>
                    <a:pt x="297" y="459"/>
                    <a:pt x="308" y="461"/>
                    <a:pt x="318" y="464"/>
                  </a:cubicBezTo>
                  <a:cubicBezTo>
                    <a:pt x="323" y="423"/>
                    <a:pt x="331" y="384"/>
                    <a:pt x="342" y="348"/>
                  </a:cubicBezTo>
                  <a:cubicBezTo>
                    <a:pt x="405" y="365"/>
                    <a:pt x="474" y="375"/>
                    <a:pt x="545" y="377"/>
                  </a:cubicBezTo>
                  <a:lnTo>
                    <a:pt x="545" y="546"/>
                  </a:lnTo>
                  <a:lnTo>
                    <a:pt x="395" y="546"/>
                  </a:lnTo>
                  <a:cubicBezTo>
                    <a:pt x="397" y="555"/>
                    <a:pt x="398" y="563"/>
                    <a:pt x="398" y="572"/>
                  </a:cubicBezTo>
                  <a:cubicBezTo>
                    <a:pt x="398" y="581"/>
                    <a:pt x="397" y="590"/>
                    <a:pt x="395" y="598"/>
                  </a:cubicBezTo>
                  <a:lnTo>
                    <a:pt x="545" y="598"/>
                  </a:lnTo>
                  <a:lnTo>
                    <a:pt x="545" y="764"/>
                  </a:lnTo>
                  <a:cubicBezTo>
                    <a:pt x="474" y="766"/>
                    <a:pt x="404" y="776"/>
                    <a:pt x="341" y="793"/>
                  </a:cubicBezTo>
                  <a:cubicBezTo>
                    <a:pt x="331" y="758"/>
                    <a:pt x="323" y="720"/>
                    <a:pt x="318" y="680"/>
                  </a:cubicBezTo>
                  <a:cubicBezTo>
                    <a:pt x="308" y="683"/>
                    <a:pt x="297" y="685"/>
                    <a:pt x="286" y="685"/>
                  </a:cubicBezTo>
                  <a:cubicBezTo>
                    <a:pt x="279" y="685"/>
                    <a:pt x="272" y="684"/>
                    <a:pt x="265" y="683"/>
                  </a:cubicBezTo>
                  <a:cubicBezTo>
                    <a:pt x="271" y="727"/>
                    <a:pt x="279" y="770"/>
                    <a:pt x="290" y="809"/>
                  </a:cubicBezTo>
                  <a:cubicBezTo>
                    <a:pt x="261" y="819"/>
                    <a:pt x="233" y="831"/>
                    <a:pt x="208" y="845"/>
                  </a:cubicBezTo>
                  <a:cubicBezTo>
                    <a:pt x="156" y="775"/>
                    <a:pt x="123" y="690"/>
                    <a:pt x="118" y="598"/>
                  </a:cubicBezTo>
                  <a:lnTo>
                    <a:pt x="176" y="598"/>
                  </a:lnTo>
                  <a:cubicBezTo>
                    <a:pt x="174" y="590"/>
                    <a:pt x="173" y="581"/>
                    <a:pt x="173" y="572"/>
                  </a:cubicBezTo>
                  <a:cubicBezTo>
                    <a:pt x="173" y="563"/>
                    <a:pt x="174" y="555"/>
                    <a:pt x="176" y="546"/>
                  </a:cubicBezTo>
                  <a:lnTo>
                    <a:pt x="118" y="546"/>
                  </a:lnTo>
                  <a:cubicBezTo>
                    <a:pt x="122" y="478"/>
                    <a:pt x="141" y="413"/>
                    <a:pt x="172" y="356"/>
                  </a:cubicBezTo>
                  <a:cubicBezTo>
                    <a:pt x="129" y="353"/>
                    <a:pt x="92" y="326"/>
                    <a:pt x="76" y="288"/>
                  </a:cubicBezTo>
                  <a:cubicBezTo>
                    <a:pt x="27" y="372"/>
                    <a:pt x="0" y="469"/>
                    <a:pt x="0" y="572"/>
                  </a:cubicBezTo>
                  <a:cubicBezTo>
                    <a:pt x="0" y="888"/>
                    <a:pt x="256" y="1145"/>
                    <a:pt x="571" y="1145"/>
                  </a:cubicBezTo>
                  <a:cubicBezTo>
                    <a:pt x="853" y="1145"/>
                    <a:pt x="1088" y="939"/>
                    <a:pt x="1135" y="670"/>
                  </a:cubicBezTo>
                  <a:cubicBezTo>
                    <a:pt x="1119" y="678"/>
                    <a:pt x="1102" y="682"/>
                    <a:pt x="1084" y="682"/>
                  </a:cubicBezTo>
                  <a:cubicBezTo>
                    <a:pt x="1059" y="682"/>
                    <a:pt x="1036" y="674"/>
                    <a:pt x="1017" y="660"/>
                  </a:cubicBezTo>
                  <a:close/>
                  <a:moveTo>
                    <a:pt x="758" y="312"/>
                  </a:moveTo>
                  <a:cubicBezTo>
                    <a:pt x="758" y="346"/>
                    <a:pt x="785" y="373"/>
                    <a:pt x="819" y="373"/>
                  </a:cubicBezTo>
                  <a:cubicBezTo>
                    <a:pt x="852" y="373"/>
                    <a:pt x="879" y="346"/>
                    <a:pt x="879" y="312"/>
                  </a:cubicBezTo>
                  <a:cubicBezTo>
                    <a:pt x="879" y="279"/>
                    <a:pt x="852" y="252"/>
                    <a:pt x="819" y="252"/>
                  </a:cubicBezTo>
                  <a:cubicBezTo>
                    <a:pt x="785" y="252"/>
                    <a:pt x="758" y="279"/>
                    <a:pt x="758" y="312"/>
                  </a:cubicBezTo>
                  <a:close/>
                  <a:moveTo>
                    <a:pt x="179" y="304"/>
                  </a:moveTo>
                  <a:cubicBezTo>
                    <a:pt x="213" y="304"/>
                    <a:pt x="240" y="277"/>
                    <a:pt x="240" y="243"/>
                  </a:cubicBezTo>
                  <a:cubicBezTo>
                    <a:pt x="240" y="210"/>
                    <a:pt x="213" y="183"/>
                    <a:pt x="179" y="183"/>
                  </a:cubicBezTo>
                  <a:cubicBezTo>
                    <a:pt x="146" y="183"/>
                    <a:pt x="119" y="210"/>
                    <a:pt x="119" y="243"/>
                  </a:cubicBezTo>
                  <a:cubicBezTo>
                    <a:pt x="119" y="277"/>
                    <a:pt x="146" y="304"/>
                    <a:pt x="179" y="304"/>
                  </a:cubicBezTo>
                  <a:close/>
                  <a:moveTo>
                    <a:pt x="286" y="633"/>
                  </a:moveTo>
                  <a:cubicBezTo>
                    <a:pt x="319" y="633"/>
                    <a:pt x="346" y="606"/>
                    <a:pt x="346" y="572"/>
                  </a:cubicBezTo>
                  <a:cubicBezTo>
                    <a:pt x="346" y="539"/>
                    <a:pt x="319" y="512"/>
                    <a:pt x="286" y="512"/>
                  </a:cubicBezTo>
                  <a:cubicBezTo>
                    <a:pt x="252" y="512"/>
                    <a:pt x="225" y="539"/>
                    <a:pt x="225" y="572"/>
                  </a:cubicBezTo>
                  <a:cubicBezTo>
                    <a:pt x="225" y="606"/>
                    <a:pt x="252" y="633"/>
                    <a:pt x="286" y="633"/>
                  </a:cubicBezTo>
                  <a:close/>
                </a:path>
              </a:pathLst>
            </a:custGeom>
            <a:solidFill>
              <a:srgbClr val="FFFFFF"/>
            </a:solidFill>
            <a:ln>
              <a:noFill/>
            </a:ln>
          </p:spPr>
          <p:txBody>
            <a:bodyPr/>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cs typeface="黑体-简" panose="02000000000000000000" charset="-122"/>
              </a:endParaRPr>
            </a:p>
          </p:txBody>
        </p:sp>
      </p:grpSp>
      <p:grpSp>
        <p:nvGrpSpPr>
          <p:cNvPr id="23" name="组合 22"/>
          <p:cNvGrpSpPr/>
          <p:nvPr userDrawn="1"/>
        </p:nvGrpSpPr>
        <p:grpSpPr>
          <a:xfrm>
            <a:off x="8356600" y="5299075"/>
            <a:ext cx="540385" cy="520700"/>
            <a:chOff x="4595344" y="2109904"/>
            <a:chExt cx="681980" cy="681980"/>
          </a:xfrm>
        </p:grpSpPr>
        <p:sp>
          <p:nvSpPr>
            <p:cNvPr id="25" name="椭圆 50"/>
            <p:cNvSpPr>
              <a:spLocks noChangeArrowheads="1"/>
            </p:cNvSpPr>
            <p:nvPr/>
          </p:nvSpPr>
          <p:spPr bwMode="auto">
            <a:xfrm>
              <a:off x="4595344" y="2109904"/>
              <a:ext cx="681980" cy="681980"/>
            </a:xfrm>
            <a:prstGeom prst="ellipse">
              <a:avLst/>
            </a:prstGeom>
            <a:solidFill>
              <a:srgbClr val="7F7F7F"/>
            </a:solidFill>
            <a:ln w="76200" cap="sq" cmpd="sng">
              <a:solidFill>
                <a:srgbClr val="C8C6BD"/>
              </a:solidFill>
              <a:round/>
            </a:ln>
          </p:spPr>
          <p:txBody>
            <a:bodyPr anchor="ctr"/>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zh-CN" sz="2400" b="0" i="0" u="none" strike="noStrike" kern="0" cap="none" spc="0" normalizeH="0" baseline="0" noProof="0">
                <a:ln>
                  <a:noFill/>
                </a:ln>
                <a:solidFill>
                  <a:srgbClr val="FFFFFF"/>
                </a:solidFill>
                <a:effectLst/>
                <a:uLnTx/>
                <a:uFillTx/>
                <a:latin typeface="黑体-简" panose="02000000000000000000" charset="-122"/>
                <a:cs typeface="黑体-简" panose="02000000000000000000" charset="-122"/>
                <a:sym typeface="黑体-简" panose="02000000000000000000" charset="-122"/>
              </a:endParaRPr>
            </a:p>
          </p:txBody>
        </p:sp>
        <p:sp>
          <p:nvSpPr>
            <p:cNvPr id="26" name="Freeform 16"/>
            <p:cNvSpPr>
              <a:spLocks noEditPoints="1"/>
            </p:cNvSpPr>
            <p:nvPr/>
          </p:nvSpPr>
          <p:spPr bwMode="auto">
            <a:xfrm>
              <a:off x="4728105" y="2245698"/>
              <a:ext cx="436662" cy="410396"/>
            </a:xfrm>
            <a:custGeom>
              <a:avLst/>
              <a:gdLst>
                <a:gd name="T0" fmla="*/ 21 w 643"/>
                <a:gd name="T1" fmla="*/ 478 h 603"/>
                <a:gd name="T2" fmla="*/ 459 w 643"/>
                <a:gd name="T3" fmla="*/ 359 h 603"/>
                <a:gd name="T4" fmla="*/ 420 w 643"/>
                <a:gd name="T5" fmla="*/ 494 h 603"/>
                <a:gd name="T6" fmla="*/ 407 w 643"/>
                <a:gd name="T7" fmla="*/ 377 h 603"/>
                <a:gd name="T8" fmla="*/ 408 w 643"/>
                <a:gd name="T9" fmla="*/ 272 h 603"/>
                <a:gd name="T10" fmla="*/ 397 w 643"/>
                <a:gd name="T11" fmla="*/ 276 h 603"/>
                <a:gd name="T12" fmla="*/ 405 w 643"/>
                <a:gd name="T13" fmla="*/ 292 h 603"/>
                <a:gd name="T14" fmla="*/ 415 w 643"/>
                <a:gd name="T15" fmla="*/ 288 h 603"/>
                <a:gd name="T16" fmla="*/ 356 w 643"/>
                <a:gd name="T17" fmla="*/ 302 h 603"/>
                <a:gd name="T18" fmla="*/ 360 w 643"/>
                <a:gd name="T19" fmla="*/ 322 h 603"/>
                <a:gd name="T20" fmla="*/ 368 w 643"/>
                <a:gd name="T21" fmla="*/ 315 h 603"/>
                <a:gd name="T22" fmla="*/ 324 w 643"/>
                <a:gd name="T23" fmla="*/ 341 h 603"/>
                <a:gd name="T24" fmla="*/ 319 w 643"/>
                <a:gd name="T25" fmla="*/ 351 h 603"/>
                <a:gd name="T26" fmla="*/ 335 w 643"/>
                <a:gd name="T27" fmla="*/ 359 h 603"/>
                <a:gd name="T28" fmla="*/ 340 w 643"/>
                <a:gd name="T29" fmla="*/ 349 h 603"/>
                <a:gd name="T30" fmla="*/ 305 w 643"/>
                <a:gd name="T31" fmla="*/ 399 h 603"/>
                <a:gd name="T32" fmla="*/ 322 w 643"/>
                <a:gd name="T33" fmla="*/ 411 h 603"/>
                <a:gd name="T34" fmla="*/ 323 w 643"/>
                <a:gd name="T35" fmla="*/ 400 h 603"/>
                <a:gd name="T36" fmla="*/ 308 w 643"/>
                <a:gd name="T37" fmla="*/ 450 h 603"/>
                <a:gd name="T38" fmla="*/ 311 w 643"/>
                <a:gd name="T39" fmla="*/ 461 h 603"/>
                <a:gd name="T40" fmla="*/ 327 w 643"/>
                <a:gd name="T41" fmla="*/ 455 h 603"/>
                <a:gd name="T42" fmla="*/ 324 w 643"/>
                <a:gd name="T43" fmla="*/ 444 h 603"/>
                <a:gd name="T44" fmla="*/ 332 w 643"/>
                <a:gd name="T45" fmla="*/ 506 h 603"/>
                <a:gd name="T46" fmla="*/ 353 w 643"/>
                <a:gd name="T47" fmla="*/ 503 h 603"/>
                <a:gd name="T48" fmla="*/ 346 w 643"/>
                <a:gd name="T49" fmla="*/ 495 h 603"/>
                <a:gd name="T50" fmla="*/ 367 w 643"/>
                <a:gd name="T51" fmla="*/ 541 h 603"/>
                <a:gd name="T52" fmla="*/ 377 w 643"/>
                <a:gd name="T53" fmla="*/ 547 h 603"/>
                <a:gd name="T54" fmla="*/ 386 w 643"/>
                <a:gd name="T55" fmla="*/ 532 h 603"/>
                <a:gd name="T56" fmla="*/ 377 w 643"/>
                <a:gd name="T57" fmla="*/ 526 h 603"/>
                <a:gd name="T58" fmla="*/ 423 w 643"/>
                <a:gd name="T59" fmla="*/ 566 h 603"/>
                <a:gd name="T60" fmla="*/ 434 w 643"/>
                <a:gd name="T61" fmla="*/ 568 h 603"/>
                <a:gd name="T62" fmla="*/ 427 w 643"/>
                <a:gd name="T63" fmla="*/ 549 h 603"/>
                <a:gd name="T64" fmla="*/ 472 w 643"/>
                <a:gd name="T65" fmla="*/ 569 h 603"/>
                <a:gd name="T66" fmla="*/ 484 w 643"/>
                <a:gd name="T67" fmla="*/ 568 h 603"/>
                <a:gd name="T68" fmla="*/ 483 w 643"/>
                <a:gd name="T69" fmla="*/ 550 h 603"/>
                <a:gd name="T70" fmla="*/ 472 w 643"/>
                <a:gd name="T71" fmla="*/ 552 h 603"/>
                <a:gd name="T72" fmla="*/ 530 w 643"/>
                <a:gd name="T73" fmla="*/ 552 h 603"/>
                <a:gd name="T74" fmla="*/ 540 w 643"/>
                <a:gd name="T75" fmla="*/ 545 h 603"/>
                <a:gd name="T76" fmla="*/ 524 w 643"/>
                <a:gd name="T77" fmla="*/ 535 h 603"/>
                <a:gd name="T78" fmla="*/ 570 w 643"/>
                <a:gd name="T79" fmla="*/ 521 h 603"/>
                <a:gd name="T80" fmla="*/ 577 w 643"/>
                <a:gd name="T81" fmla="*/ 512 h 603"/>
                <a:gd name="T82" fmla="*/ 565 w 643"/>
                <a:gd name="T83" fmla="*/ 499 h 603"/>
                <a:gd name="T84" fmla="*/ 559 w 643"/>
                <a:gd name="T85" fmla="*/ 507 h 603"/>
                <a:gd name="T86" fmla="*/ 601 w 643"/>
                <a:gd name="T87" fmla="*/ 469 h 603"/>
                <a:gd name="T88" fmla="*/ 605 w 643"/>
                <a:gd name="T89" fmla="*/ 457 h 603"/>
                <a:gd name="T90" fmla="*/ 586 w 643"/>
                <a:gd name="T91" fmla="*/ 459 h 603"/>
                <a:gd name="T92" fmla="*/ 610 w 643"/>
                <a:gd name="T93" fmla="*/ 419 h 603"/>
                <a:gd name="T94" fmla="*/ 610 w 643"/>
                <a:gd name="T95" fmla="*/ 408 h 603"/>
                <a:gd name="T96" fmla="*/ 592 w 643"/>
                <a:gd name="T97" fmla="*/ 406 h 603"/>
                <a:gd name="T98" fmla="*/ 593 w 643"/>
                <a:gd name="T99" fmla="*/ 417 h 603"/>
                <a:gd name="T100" fmla="*/ 599 w 643"/>
                <a:gd name="T101" fmla="*/ 358 h 603"/>
                <a:gd name="T102" fmla="*/ 594 w 643"/>
                <a:gd name="T103" fmla="*/ 347 h 603"/>
                <a:gd name="T104" fmla="*/ 581 w 643"/>
                <a:gd name="T105" fmla="*/ 363 h 603"/>
                <a:gd name="T106" fmla="*/ 573 w 643"/>
                <a:gd name="T107" fmla="*/ 316 h 603"/>
                <a:gd name="T108" fmla="*/ 565 w 643"/>
                <a:gd name="T109" fmla="*/ 308 h 603"/>
                <a:gd name="T110" fmla="*/ 550 w 643"/>
                <a:gd name="T111" fmla="*/ 318 h 603"/>
                <a:gd name="T112" fmla="*/ 557 w 643"/>
                <a:gd name="T113" fmla="*/ 326 h 603"/>
                <a:gd name="T114" fmla="*/ 524 w 643"/>
                <a:gd name="T115" fmla="*/ 279 h 603"/>
                <a:gd name="T116" fmla="*/ 513 w 643"/>
                <a:gd name="T117" fmla="*/ 274 h 603"/>
                <a:gd name="T118" fmla="*/ 513 w 643"/>
                <a:gd name="T119" fmla="*/ 293 h 603"/>
                <a:gd name="T120" fmla="*/ 457 w 643"/>
                <a:gd name="T121" fmla="*/ 231 h 603"/>
                <a:gd name="T122" fmla="*/ 358 w 643"/>
                <a:gd name="T123" fmla="*/ 9 h 603"/>
                <a:gd name="T124" fmla="*/ 30 w 643"/>
                <a:gd name="T125" fmla="*/ 153 h 6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643" h="603">
                  <a:moveTo>
                    <a:pt x="51" y="448"/>
                  </a:moveTo>
                  <a:cubicBezTo>
                    <a:pt x="83" y="445"/>
                    <a:pt x="115" y="443"/>
                    <a:pt x="147" y="442"/>
                  </a:cubicBezTo>
                  <a:cubicBezTo>
                    <a:pt x="127" y="440"/>
                    <a:pt x="108" y="439"/>
                    <a:pt x="88" y="437"/>
                  </a:cubicBezTo>
                  <a:cubicBezTo>
                    <a:pt x="72" y="435"/>
                    <a:pt x="59" y="423"/>
                    <a:pt x="59" y="407"/>
                  </a:cubicBezTo>
                  <a:cubicBezTo>
                    <a:pt x="59" y="383"/>
                    <a:pt x="59" y="359"/>
                    <a:pt x="59" y="335"/>
                  </a:cubicBezTo>
                  <a:cubicBezTo>
                    <a:pt x="59" y="318"/>
                    <a:pt x="72" y="306"/>
                    <a:pt x="88" y="305"/>
                  </a:cubicBezTo>
                  <a:cubicBezTo>
                    <a:pt x="148" y="299"/>
                    <a:pt x="207" y="297"/>
                    <a:pt x="267" y="298"/>
                  </a:cubicBezTo>
                  <a:cubicBezTo>
                    <a:pt x="245" y="333"/>
                    <a:pt x="233" y="373"/>
                    <a:pt x="233" y="417"/>
                  </a:cubicBezTo>
                  <a:cubicBezTo>
                    <a:pt x="233" y="479"/>
                    <a:pt x="258" y="535"/>
                    <a:pt x="299" y="575"/>
                  </a:cubicBezTo>
                  <a:cubicBezTo>
                    <a:pt x="301" y="578"/>
                    <a:pt x="304" y="581"/>
                    <a:pt x="306" y="583"/>
                  </a:cubicBezTo>
                  <a:cubicBezTo>
                    <a:pt x="221" y="590"/>
                    <a:pt x="136" y="589"/>
                    <a:pt x="51" y="579"/>
                  </a:cubicBezTo>
                  <a:cubicBezTo>
                    <a:pt x="35" y="578"/>
                    <a:pt x="21" y="566"/>
                    <a:pt x="21" y="550"/>
                  </a:cubicBezTo>
                  <a:cubicBezTo>
                    <a:pt x="21" y="526"/>
                    <a:pt x="21" y="502"/>
                    <a:pt x="21" y="478"/>
                  </a:cubicBezTo>
                  <a:cubicBezTo>
                    <a:pt x="21" y="461"/>
                    <a:pt x="35" y="449"/>
                    <a:pt x="51" y="448"/>
                  </a:cubicBezTo>
                  <a:close/>
                  <a:moveTo>
                    <a:pt x="442" y="265"/>
                  </a:moveTo>
                  <a:lnTo>
                    <a:pt x="442" y="265"/>
                  </a:lnTo>
                  <a:cubicBezTo>
                    <a:pt x="454" y="263"/>
                    <a:pt x="467" y="262"/>
                    <a:pt x="479" y="265"/>
                  </a:cubicBezTo>
                  <a:cubicBezTo>
                    <a:pt x="478" y="271"/>
                    <a:pt x="478" y="278"/>
                    <a:pt x="477" y="284"/>
                  </a:cubicBezTo>
                  <a:cubicBezTo>
                    <a:pt x="466" y="283"/>
                    <a:pt x="455" y="283"/>
                    <a:pt x="444" y="284"/>
                  </a:cubicBezTo>
                  <a:cubicBezTo>
                    <a:pt x="443" y="278"/>
                    <a:pt x="443" y="271"/>
                    <a:pt x="442" y="265"/>
                  </a:cubicBezTo>
                  <a:close/>
                  <a:moveTo>
                    <a:pt x="510" y="384"/>
                  </a:moveTo>
                  <a:lnTo>
                    <a:pt x="510" y="384"/>
                  </a:lnTo>
                  <a:lnTo>
                    <a:pt x="467" y="384"/>
                  </a:lnTo>
                  <a:lnTo>
                    <a:pt x="467" y="377"/>
                  </a:lnTo>
                  <a:cubicBezTo>
                    <a:pt x="467" y="369"/>
                    <a:pt x="466" y="364"/>
                    <a:pt x="465" y="362"/>
                  </a:cubicBezTo>
                  <a:cubicBezTo>
                    <a:pt x="464" y="360"/>
                    <a:pt x="462" y="359"/>
                    <a:pt x="459" y="359"/>
                  </a:cubicBezTo>
                  <a:cubicBezTo>
                    <a:pt x="456" y="359"/>
                    <a:pt x="454" y="360"/>
                    <a:pt x="453" y="362"/>
                  </a:cubicBezTo>
                  <a:cubicBezTo>
                    <a:pt x="452" y="364"/>
                    <a:pt x="451" y="367"/>
                    <a:pt x="451" y="371"/>
                  </a:cubicBezTo>
                  <a:cubicBezTo>
                    <a:pt x="451" y="378"/>
                    <a:pt x="452" y="382"/>
                    <a:pt x="455" y="385"/>
                  </a:cubicBezTo>
                  <a:cubicBezTo>
                    <a:pt x="458" y="388"/>
                    <a:pt x="466" y="393"/>
                    <a:pt x="478" y="401"/>
                  </a:cubicBezTo>
                  <a:cubicBezTo>
                    <a:pt x="489" y="407"/>
                    <a:pt x="497" y="413"/>
                    <a:pt x="501" y="416"/>
                  </a:cubicBezTo>
                  <a:cubicBezTo>
                    <a:pt x="505" y="420"/>
                    <a:pt x="508" y="425"/>
                    <a:pt x="511" y="431"/>
                  </a:cubicBezTo>
                  <a:cubicBezTo>
                    <a:pt x="514" y="438"/>
                    <a:pt x="515" y="446"/>
                    <a:pt x="515" y="455"/>
                  </a:cubicBezTo>
                  <a:cubicBezTo>
                    <a:pt x="515" y="471"/>
                    <a:pt x="511" y="483"/>
                    <a:pt x="504" y="491"/>
                  </a:cubicBezTo>
                  <a:cubicBezTo>
                    <a:pt x="497" y="500"/>
                    <a:pt x="485" y="506"/>
                    <a:pt x="471" y="508"/>
                  </a:cubicBezTo>
                  <a:lnTo>
                    <a:pt x="471" y="524"/>
                  </a:lnTo>
                  <a:lnTo>
                    <a:pt x="451" y="524"/>
                  </a:lnTo>
                  <a:lnTo>
                    <a:pt x="451" y="507"/>
                  </a:lnTo>
                  <a:cubicBezTo>
                    <a:pt x="439" y="506"/>
                    <a:pt x="429" y="502"/>
                    <a:pt x="420" y="494"/>
                  </a:cubicBezTo>
                  <a:cubicBezTo>
                    <a:pt x="412" y="486"/>
                    <a:pt x="407" y="473"/>
                    <a:pt x="407" y="453"/>
                  </a:cubicBezTo>
                  <a:lnTo>
                    <a:pt x="407" y="445"/>
                  </a:lnTo>
                  <a:lnTo>
                    <a:pt x="451" y="445"/>
                  </a:lnTo>
                  <a:lnTo>
                    <a:pt x="451" y="456"/>
                  </a:lnTo>
                  <a:cubicBezTo>
                    <a:pt x="451" y="467"/>
                    <a:pt x="451" y="474"/>
                    <a:pt x="452" y="477"/>
                  </a:cubicBezTo>
                  <a:cubicBezTo>
                    <a:pt x="453" y="480"/>
                    <a:pt x="455" y="481"/>
                    <a:pt x="458" y="481"/>
                  </a:cubicBezTo>
                  <a:cubicBezTo>
                    <a:pt x="461" y="481"/>
                    <a:pt x="464" y="480"/>
                    <a:pt x="465" y="479"/>
                  </a:cubicBezTo>
                  <a:cubicBezTo>
                    <a:pt x="466" y="477"/>
                    <a:pt x="467" y="474"/>
                    <a:pt x="467" y="470"/>
                  </a:cubicBezTo>
                  <a:cubicBezTo>
                    <a:pt x="467" y="460"/>
                    <a:pt x="466" y="453"/>
                    <a:pt x="465" y="449"/>
                  </a:cubicBezTo>
                  <a:cubicBezTo>
                    <a:pt x="464" y="445"/>
                    <a:pt x="459" y="440"/>
                    <a:pt x="451" y="435"/>
                  </a:cubicBezTo>
                  <a:cubicBezTo>
                    <a:pt x="438" y="427"/>
                    <a:pt x="429" y="421"/>
                    <a:pt x="424" y="417"/>
                  </a:cubicBezTo>
                  <a:cubicBezTo>
                    <a:pt x="420" y="413"/>
                    <a:pt x="415" y="408"/>
                    <a:pt x="412" y="401"/>
                  </a:cubicBezTo>
                  <a:cubicBezTo>
                    <a:pt x="408" y="394"/>
                    <a:pt x="407" y="386"/>
                    <a:pt x="407" y="377"/>
                  </a:cubicBezTo>
                  <a:cubicBezTo>
                    <a:pt x="407" y="364"/>
                    <a:pt x="410" y="354"/>
                    <a:pt x="418" y="346"/>
                  </a:cubicBezTo>
                  <a:cubicBezTo>
                    <a:pt x="425" y="339"/>
                    <a:pt x="436" y="334"/>
                    <a:pt x="451" y="333"/>
                  </a:cubicBezTo>
                  <a:lnTo>
                    <a:pt x="451" y="319"/>
                  </a:lnTo>
                  <a:lnTo>
                    <a:pt x="471" y="319"/>
                  </a:lnTo>
                  <a:lnTo>
                    <a:pt x="471" y="333"/>
                  </a:lnTo>
                  <a:cubicBezTo>
                    <a:pt x="484" y="334"/>
                    <a:pt x="494" y="339"/>
                    <a:pt x="501" y="346"/>
                  </a:cubicBezTo>
                  <a:cubicBezTo>
                    <a:pt x="507" y="353"/>
                    <a:pt x="511" y="363"/>
                    <a:pt x="511" y="376"/>
                  </a:cubicBezTo>
                  <a:cubicBezTo>
                    <a:pt x="511" y="378"/>
                    <a:pt x="510" y="381"/>
                    <a:pt x="510" y="384"/>
                  </a:cubicBezTo>
                  <a:close/>
                  <a:moveTo>
                    <a:pt x="411" y="271"/>
                  </a:moveTo>
                  <a:lnTo>
                    <a:pt x="411" y="271"/>
                  </a:lnTo>
                  <a:lnTo>
                    <a:pt x="410" y="271"/>
                  </a:lnTo>
                  <a:lnTo>
                    <a:pt x="409" y="272"/>
                  </a:lnTo>
                  <a:lnTo>
                    <a:pt x="408" y="272"/>
                  </a:lnTo>
                  <a:lnTo>
                    <a:pt x="407" y="272"/>
                  </a:lnTo>
                  <a:lnTo>
                    <a:pt x="406" y="272"/>
                  </a:lnTo>
                  <a:lnTo>
                    <a:pt x="405" y="273"/>
                  </a:lnTo>
                  <a:lnTo>
                    <a:pt x="404" y="273"/>
                  </a:lnTo>
                  <a:lnTo>
                    <a:pt x="404" y="273"/>
                  </a:lnTo>
                  <a:lnTo>
                    <a:pt x="403" y="274"/>
                  </a:lnTo>
                  <a:lnTo>
                    <a:pt x="402" y="274"/>
                  </a:lnTo>
                  <a:lnTo>
                    <a:pt x="401" y="274"/>
                  </a:lnTo>
                  <a:lnTo>
                    <a:pt x="400" y="275"/>
                  </a:lnTo>
                  <a:lnTo>
                    <a:pt x="399" y="275"/>
                  </a:lnTo>
                  <a:lnTo>
                    <a:pt x="398" y="275"/>
                  </a:lnTo>
                  <a:lnTo>
                    <a:pt x="398" y="276"/>
                  </a:lnTo>
                  <a:lnTo>
                    <a:pt x="397" y="276"/>
                  </a:lnTo>
                  <a:lnTo>
                    <a:pt x="396" y="277"/>
                  </a:lnTo>
                  <a:lnTo>
                    <a:pt x="395" y="277"/>
                  </a:lnTo>
                  <a:lnTo>
                    <a:pt x="394" y="277"/>
                  </a:lnTo>
                  <a:lnTo>
                    <a:pt x="393" y="278"/>
                  </a:lnTo>
                  <a:lnTo>
                    <a:pt x="393" y="278"/>
                  </a:lnTo>
                  <a:lnTo>
                    <a:pt x="401" y="294"/>
                  </a:lnTo>
                  <a:lnTo>
                    <a:pt x="401" y="294"/>
                  </a:lnTo>
                  <a:lnTo>
                    <a:pt x="401" y="293"/>
                  </a:lnTo>
                  <a:lnTo>
                    <a:pt x="402" y="293"/>
                  </a:lnTo>
                  <a:lnTo>
                    <a:pt x="403" y="293"/>
                  </a:lnTo>
                  <a:lnTo>
                    <a:pt x="404" y="292"/>
                  </a:lnTo>
                  <a:lnTo>
                    <a:pt x="404" y="292"/>
                  </a:lnTo>
                  <a:lnTo>
                    <a:pt x="405" y="292"/>
                  </a:lnTo>
                  <a:lnTo>
                    <a:pt x="406" y="291"/>
                  </a:lnTo>
                  <a:lnTo>
                    <a:pt x="407" y="291"/>
                  </a:lnTo>
                  <a:lnTo>
                    <a:pt x="407" y="291"/>
                  </a:lnTo>
                  <a:lnTo>
                    <a:pt x="408" y="290"/>
                  </a:lnTo>
                  <a:lnTo>
                    <a:pt x="409" y="290"/>
                  </a:lnTo>
                  <a:lnTo>
                    <a:pt x="410" y="290"/>
                  </a:lnTo>
                  <a:lnTo>
                    <a:pt x="411" y="290"/>
                  </a:lnTo>
                  <a:lnTo>
                    <a:pt x="411" y="289"/>
                  </a:lnTo>
                  <a:lnTo>
                    <a:pt x="412" y="289"/>
                  </a:lnTo>
                  <a:lnTo>
                    <a:pt x="413" y="289"/>
                  </a:lnTo>
                  <a:lnTo>
                    <a:pt x="414" y="289"/>
                  </a:lnTo>
                  <a:lnTo>
                    <a:pt x="414" y="288"/>
                  </a:lnTo>
                  <a:lnTo>
                    <a:pt x="415" y="288"/>
                  </a:lnTo>
                  <a:lnTo>
                    <a:pt x="416" y="288"/>
                  </a:lnTo>
                  <a:lnTo>
                    <a:pt x="411" y="271"/>
                  </a:lnTo>
                  <a:close/>
                  <a:moveTo>
                    <a:pt x="361" y="297"/>
                  </a:moveTo>
                  <a:lnTo>
                    <a:pt x="361" y="297"/>
                  </a:lnTo>
                  <a:lnTo>
                    <a:pt x="361" y="298"/>
                  </a:lnTo>
                  <a:lnTo>
                    <a:pt x="360" y="298"/>
                  </a:lnTo>
                  <a:lnTo>
                    <a:pt x="360" y="299"/>
                  </a:lnTo>
                  <a:lnTo>
                    <a:pt x="359" y="299"/>
                  </a:lnTo>
                  <a:lnTo>
                    <a:pt x="358" y="300"/>
                  </a:lnTo>
                  <a:lnTo>
                    <a:pt x="358" y="301"/>
                  </a:lnTo>
                  <a:lnTo>
                    <a:pt x="357" y="301"/>
                  </a:lnTo>
                  <a:lnTo>
                    <a:pt x="356" y="302"/>
                  </a:lnTo>
                  <a:lnTo>
                    <a:pt x="356" y="302"/>
                  </a:lnTo>
                  <a:lnTo>
                    <a:pt x="355" y="303"/>
                  </a:lnTo>
                  <a:lnTo>
                    <a:pt x="354" y="304"/>
                  </a:lnTo>
                  <a:lnTo>
                    <a:pt x="354" y="304"/>
                  </a:lnTo>
                  <a:lnTo>
                    <a:pt x="353" y="305"/>
                  </a:lnTo>
                  <a:lnTo>
                    <a:pt x="352" y="305"/>
                  </a:lnTo>
                  <a:lnTo>
                    <a:pt x="352" y="306"/>
                  </a:lnTo>
                  <a:lnTo>
                    <a:pt x="351" y="307"/>
                  </a:lnTo>
                  <a:lnTo>
                    <a:pt x="350" y="307"/>
                  </a:lnTo>
                  <a:lnTo>
                    <a:pt x="350" y="308"/>
                  </a:lnTo>
                  <a:lnTo>
                    <a:pt x="349" y="309"/>
                  </a:lnTo>
                  <a:lnTo>
                    <a:pt x="348" y="309"/>
                  </a:lnTo>
                  <a:lnTo>
                    <a:pt x="348" y="310"/>
                  </a:lnTo>
                  <a:lnTo>
                    <a:pt x="360" y="322"/>
                  </a:lnTo>
                  <a:lnTo>
                    <a:pt x="361" y="322"/>
                  </a:lnTo>
                  <a:lnTo>
                    <a:pt x="361" y="321"/>
                  </a:lnTo>
                  <a:lnTo>
                    <a:pt x="362" y="320"/>
                  </a:lnTo>
                  <a:lnTo>
                    <a:pt x="362" y="320"/>
                  </a:lnTo>
                  <a:lnTo>
                    <a:pt x="363" y="319"/>
                  </a:lnTo>
                  <a:lnTo>
                    <a:pt x="364" y="319"/>
                  </a:lnTo>
                  <a:lnTo>
                    <a:pt x="364" y="318"/>
                  </a:lnTo>
                  <a:lnTo>
                    <a:pt x="365" y="318"/>
                  </a:lnTo>
                  <a:lnTo>
                    <a:pt x="365" y="317"/>
                  </a:lnTo>
                  <a:lnTo>
                    <a:pt x="366" y="317"/>
                  </a:lnTo>
                  <a:lnTo>
                    <a:pt x="367" y="316"/>
                  </a:lnTo>
                  <a:lnTo>
                    <a:pt x="367" y="316"/>
                  </a:lnTo>
                  <a:lnTo>
                    <a:pt x="368" y="315"/>
                  </a:lnTo>
                  <a:lnTo>
                    <a:pt x="368" y="314"/>
                  </a:lnTo>
                  <a:lnTo>
                    <a:pt x="369" y="314"/>
                  </a:lnTo>
                  <a:lnTo>
                    <a:pt x="370" y="313"/>
                  </a:lnTo>
                  <a:lnTo>
                    <a:pt x="370" y="313"/>
                  </a:lnTo>
                  <a:lnTo>
                    <a:pt x="371" y="312"/>
                  </a:lnTo>
                  <a:lnTo>
                    <a:pt x="372" y="312"/>
                  </a:lnTo>
                  <a:lnTo>
                    <a:pt x="372" y="311"/>
                  </a:lnTo>
                  <a:lnTo>
                    <a:pt x="373" y="311"/>
                  </a:lnTo>
                  <a:lnTo>
                    <a:pt x="361" y="297"/>
                  </a:lnTo>
                  <a:close/>
                  <a:moveTo>
                    <a:pt x="325" y="339"/>
                  </a:moveTo>
                  <a:lnTo>
                    <a:pt x="325" y="339"/>
                  </a:lnTo>
                  <a:lnTo>
                    <a:pt x="325" y="340"/>
                  </a:lnTo>
                  <a:lnTo>
                    <a:pt x="324" y="341"/>
                  </a:lnTo>
                  <a:lnTo>
                    <a:pt x="324" y="341"/>
                  </a:lnTo>
                  <a:lnTo>
                    <a:pt x="323" y="342"/>
                  </a:lnTo>
                  <a:lnTo>
                    <a:pt x="323" y="343"/>
                  </a:lnTo>
                  <a:lnTo>
                    <a:pt x="323" y="344"/>
                  </a:lnTo>
                  <a:lnTo>
                    <a:pt x="322" y="345"/>
                  </a:lnTo>
                  <a:lnTo>
                    <a:pt x="322" y="346"/>
                  </a:lnTo>
                  <a:lnTo>
                    <a:pt x="321" y="346"/>
                  </a:lnTo>
                  <a:lnTo>
                    <a:pt x="321" y="347"/>
                  </a:lnTo>
                  <a:lnTo>
                    <a:pt x="320" y="348"/>
                  </a:lnTo>
                  <a:lnTo>
                    <a:pt x="320" y="349"/>
                  </a:lnTo>
                  <a:lnTo>
                    <a:pt x="320" y="350"/>
                  </a:lnTo>
                  <a:lnTo>
                    <a:pt x="319" y="350"/>
                  </a:lnTo>
                  <a:lnTo>
                    <a:pt x="319" y="351"/>
                  </a:lnTo>
                  <a:lnTo>
                    <a:pt x="318" y="352"/>
                  </a:lnTo>
                  <a:lnTo>
                    <a:pt x="318" y="353"/>
                  </a:lnTo>
                  <a:lnTo>
                    <a:pt x="318" y="354"/>
                  </a:lnTo>
                  <a:lnTo>
                    <a:pt x="317" y="355"/>
                  </a:lnTo>
                  <a:lnTo>
                    <a:pt x="317" y="356"/>
                  </a:lnTo>
                  <a:lnTo>
                    <a:pt x="317" y="356"/>
                  </a:lnTo>
                  <a:lnTo>
                    <a:pt x="333" y="363"/>
                  </a:lnTo>
                  <a:lnTo>
                    <a:pt x="333" y="363"/>
                  </a:lnTo>
                  <a:lnTo>
                    <a:pt x="333" y="362"/>
                  </a:lnTo>
                  <a:lnTo>
                    <a:pt x="334" y="361"/>
                  </a:lnTo>
                  <a:lnTo>
                    <a:pt x="334" y="360"/>
                  </a:lnTo>
                  <a:lnTo>
                    <a:pt x="334" y="360"/>
                  </a:lnTo>
                  <a:lnTo>
                    <a:pt x="335" y="359"/>
                  </a:lnTo>
                  <a:lnTo>
                    <a:pt x="335" y="358"/>
                  </a:lnTo>
                  <a:lnTo>
                    <a:pt x="335" y="357"/>
                  </a:lnTo>
                  <a:lnTo>
                    <a:pt x="336" y="357"/>
                  </a:lnTo>
                  <a:lnTo>
                    <a:pt x="336" y="356"/>
                  </a:lnTo>
                  <a:lnTo>
                    <a:pt x="336" y="355"/>
                  </a:lnTo>
                  <a:lnTo>
                    <a:pt x="337" y="354"/>
                  </a:lnTo>
                  <a:lnTo>
                    <a:pt x="337" y="354"/>
                  </a:lnTo>
                  <a:lnTo>
                    <a:pt x="338" y="353"/>
                  </a:lnTo>
                  <a:lnTo>
                    <a:pt x="338" y="352"/>
                  </a:lnTo>
                  <a:lnTo>
                    <a:pt x="338" y="352"/>
                  </a:lnTo>
                  <a:lnTo>
                    <a:pt x="339" y="351"/>
                  </a:lnTo>
                  <a:lnTo>
                    <a:pt x="339" y="350"/>
                  </a:lnTo>
                  <a:lnTo>
                    <a:pt x="340" y="349"/>
                  </a:lnTo>
                  <a:lnTo>
                    <a:pt x="340" y="349"/>
                  </a:lnTo>
                  <a:lnTo>
                    <a:pt x="340" y="348"/>
                  </a:lnTo>
                  <a:lnTo>
                    <a:pt x="325" y="339"/>
                  </a:lnTo>
                  <a:close/>
                  <a:moveTo>
                    <a:pt x="306" y="392"/>
                  </a:moveTo>
                  <a:lnTo>
                    <a:pt x="306" y="392"/>
                  </a:lnTo>
                  <a:lnTo>
                    <a:pt x="306" y="393"/>
                  </a:lnTo>
                  <a:lnTo>
                    <a:pt x="306" y="394"/>
                  </a:lnTo>
                  <a:lnTo>
                    <a:pt x="306" y="395"/>
                  </a:lnTo>
                  <a:lnTo>
                    <a:pt x="306" y="396"/>
                  </a:lnTo>
                  <a:lnTo>
                    <a:pt x="305" y="396"/>
                  </a:lnTo>
                  <a:lnTo>
                    <a:pt x="305" y="397"/>
                  </a:lnTo>
                  <a:lnTo>
                    <a:pt x="305" y="398"/>
                  </a:lnTo>
                  <a:lnTo>
                    <a:pt x="305" y="399"/>
                  </a:lnTo>
                  <a:lnTo>
                    <a:pt x="305" y="400"/>
                  </a:lnTo>
                  <a:lnTo>
                    <a:pt x="305" y="401"/>
                  </a:lnTo>
                  <a:lnTo>
                    <a:pt x="305" y="402"/>
                  </a:lnTo>
                  <a:lnTo>
                    <a:pt x="305" y="403"/>
                  </a:lnTo>
                  <a:lnTo>
                    <a:pt x="305" y="404"/>
                  </a:lnTo>
                  <a:lnTo>
                    <a:pt x="304" y="405"/>
                  </a:lnTo>
                  <a:lnTo>
                    <a:pt x="304" y="406"/>
                  </a:lnTo>
                  <a:lnTo>
                    <a:pt x="304" y="407"/>
                  </a:lnTo>
                  <a:lnTo>
                    <a:pt x="304" y="408"/>
                  </a:lnTo>
                  <a:lnTo>
                    <a:pt x="304" y="409"/>
                  </a:lnTo>
                  <a:lnTo>
                    <a:pt x="304" y="410"/>
                  </a:lnTo>
                  <a:lnTo>
                    <a:pt x="304" y="410"/>
                  </a:lnTo>
                  <a:lnTo>
                    <a:pt x="322" y="411"/>
                  </a:lnTo>
                  <a:lnTo>
                    <a:pt x="322" y="411"/>
                  </a:lnTo>
                  <a:lnTo>
                    <a:pt x="322" y="410"/>
                  </a:lnTo>
                  <a:lnTo>
                    <a:pt x="322" y="409"/>
                  </a:lnTo>
                  <a:lnTo>
                    <a:pt x="322" y="408"/>
                  </a:lnTo>
                  <a:lnTo>
                    <a:pt x="322" y="407"/>
                  </a:lnTo>
                  <a:lnTo>
                    <a:pt x="322" y="406"/>
                  </a:lnTo>
                  <a:lnTo>
                    <a:pt x="322" y="406"/>
                  </a:lnTo>
                  <a:lnTo>
                    <a:pt x="322" y="405"/>
                  </a:lnTo>
                  <a:lnTo>
                    <a:pt x="322" y="404"/>
                  </a:lnTo>
                  <a:lnTo>
                    <a:pt x="322" y="403"/>
                  </a:lnTo>
                  <a:lnTo>
                    <a:pt x="322" y="402"/>
                  </a:lnTo>
                  <a:lnTo>
                    <a:pt x="323" y="401"/>
                  </a:lnTo>
                  <a:lnTo>
                    <a:pt x="323" y="400"/>
                  </a:lnTo>
                  <a:lnTo>
                    <a:pt x="323" y="400"/>
                  </a:lnTo>
                  <a:lnTo>
                    <a:pt x="323" y="399"/>
                  </a:lnTo>
                  <a:lnTo>
                    <a:pt x="323" y="398"/>
                  </a:lnTo>
                  <a:lnTo>
                    <a:pt x="323" y="397"/>
                  </a:lnTo>
                  <a:lnTo>
                    <a:pt x="323" y="396"/>
                  </a:lnTo>
                  <a:lnTo>
                    <a:pt x="323" y="395"/>
                  </a:lnTo>
                  <a:lnTo>
                    <a:pt x="323" y="395"/>
                  </a:lnTo>
                  <a:lnTo>
                    <a:pt x="306" y="392"/>
                  </a:lnTo>
                  <a:close/>
                  <a:moveTo>
                    <a:pt x="307" y="447"/>
                  </a:moveTo>
                  <a:lnTo>
                    <a:pt x="307" y="447"/>
                  </a:lnTo>
                  <a:lnTo>
                    <a:pt x="307" y="448"/>
                  </a:lnTo>
                  <a:lnTo>
                    <a:pt x="307" y="449"/>
                  </a:lnTo>
                  <a:lnTo>
                    <a:pt x="308" y="450"/>
                  </a:lnTo>
                  <a:lnTo>
                    <a:pt x="308" y="451"/>
                  </a:lnTo>
                  <a:lnTo>
                    <a:pt x="308" y="451"/>
                  </a:lnTo>
                  <a:lnTo>
                    <a:pt x="308" y="452"/>
                  </a:lnTo>
                  <a:lnTo>
                    <a:pt x="308" y="453"/>
                  </a:lnTo>
                  <a:lnTo>
                    <a:pt x="309" y="454"/>
                  </a:lnTo>
                  <a:lnTo>
                    <a:pt x="309" y="455"/>
                  </a:lnTo>
                  <a:lnTo>
                    <a:pt x="309" y="456"/>
                  </a:lnTo>
                  <a:lnTo>
                    <a:pt x="309" y="457"/>
                  </a:lnTo>
                  <a:lnTo>
                    <a:pt x="310" y="458"/>
                  </a:lnTo>
                  <a:lnTo>
                    <a:pt x="310" y="459"/>
                  </a:lnTo>
                  <a:lnTo>
                    <a:pt x="310" y="460"/>
                  </a:lnTo>
                  <a:lnTo>
                    <a:pt x="310" y="461"/>
                  </a:lnTo>
                  <a:lnTo>
                    <a:pt x="311" y="461"/>
                  </a:lnTo>
                  <a:lnTo>
                    <a:pt x="311" y="462"/>
                  </a:lnTo>
                  <a:lnTo>
                    <a:pt x="311" y="463"/>
                  </a:lnTo>
                  <a:lnTo>
                    <a:pt x="311" y="464"/>
                  </a:lnTo>
                  <a:lnTo>
                    <a:pt x="312" y="465"/>
                  </a:lnTo>
                  <a:lnTo>
                    <a:pt x="312" y="466"/>
                  </a:lnTo>
                  <a:lnTo>
                    <a:pt x="329" y="460"/>
                  </a:lnTo>
                  <a:lnTo>
                    <a:pt x="328" y="460"/>
                  </a:lnTo>
                  <a:lnTo>
                    <a:pt x="328" y="459"/>
                  </a:lnTo>
                  <a:lnTo>
                    <a:pt x="328" y="458"/>
                  </a:lnTo>
                  <a:lnTo>
                    <a:pt x="328" y="457"/>
                  </a:lnTo>
                  <a:lnTo>
                    <a:pt x="327" y="456"/>
                  </a:lnTo>
                  <a:lnTo>
                    <a:pt x="327" y="456"/>
                  </a:lnTo>
                  <a:lnTo>
                    <a:pt x="327" y="455"/>
                  </a:lnTo>
                  <a:lnTo>
                    <a:pt x="327" y="454"/>
                  </a:lnTo>
                  <a:lnTo>
                    <a:pt x="327" y="453"/>
                  </a:lnTo>
                  <a:lnTo>
                    <a:pt x="326" y="452"/>
                  </a:lnTo>
                  <a:lnTo>
                    <a:pt x="326" y="452"/>
                  </a:lnTo>
                  <a:lnTo>
                    <a:pt x="326" y="451"/>
                  </a:lnTo>
                  <a:lnTo>
                    <a:pt x="326" y="450"/>
                  </a:lnTo>
                  <a:lnTo>
                    <a:pt x="325" y="449"/>
                  </a:lnTo>
                  <a:lnTo>
                    <a:pt x="325" y="448"/>
                  </a:lnTo>
                  <a:lnTo>
                    <a:pt x="325" y="447"/>
                  </a:lnTo>
                  <a:lnTo>
                    <a:pt x="325" y="447"/>
                  </a:lnTo>
                  <a:lnTo>
                    <a:pt x="325" y="446"/>
                  </a:lnTo>
                  <a:lnTo>
                    <a:pt x="325" y="445"/>
                  </a:lnTo>
                  <a:lnTo>
                    <a:pt x="324" y="444"/>
                  </a:lnTo>
                  <a:lnTo>
                    <a:pt x="324" y="444"/>
                  </a:lnTo>
                  <a:lnTo>
                    <a:pt x="307" y="447"/>
                  </a:lnTo>
                  <a:close/>
                  <a:moveTo>
                    <a:pt x="328" y="499"/>
                  </a:moveTo>
                  <a:lnTo>
                    <a:pt x="328" y="499"/>
                  </a:lnTo>
                  <a:lnTo>
                    <a:pt x="328" y="499"/>
                  </a:lnTo>
                  <a:lnTo>
                    <a:pt x="329" y="500"/>
                  </a:lnTo>
                  <a:lnTo>
                    <a:pt x="329" y="501"/>
                  </a:lnTo>
                  <a:lnTo>
                    <a:pt x="330" y="502"/>
                  </a:lnTo>
                  <a:lnTo>
                    <a:pt x="330" y="503"/>
                  </a:lnTo>
                  <a:lnTo>
                    <a:pt x="331" y="503"/>
                  </a:lnTo>
                  <a:lnTo>
                    <a:pt x="331" y="504"/>
                  </a:lnTo>
                  <a:lnTo>
                    <a:pt x="332" y="505"/>
                  </a:lnTo>
                  <a:lnTo>
                    <a:pt x="332" y="506"/>
                  </a:lnTo>
                  <a:lnTo>
                    <a:pt x="333" y="506"/>
                  </a:lnTo>
                  <a:lnTo>
                    <a:pt x="333" y="507"/>
                  </a:lnTo>
                  <a:lnTo>
                    <a:pt x="334" y="508"/>
                  </a:lnTo>
                  <a:lnTo>
                    <a:pt x="334" y="509"/>
                  </a:lnTo>
                  <a:lnTo>
                    <a:pt x="335" y="509"/>
                  </a:lnTo>
                  <a:lnTo>
                    <a:pt x="336" y="510"/>
                  </a:lnTo>
                  <a:lnTo>
                    <a:pt x="336" y="511"/>
                  </a:lnTo>
                  <a:lnTo>
                    <a:pt x="337" y="511"/>
                  </a:lnTo>
                  <a:lnTo>
                    <a:pt x="337" y="512"/>
                  </a:lnTo>
                  <a:lnTo>
                    <a:pt x="338" y="513"/>
                  </a:lnTo>
                  <a:lnTo>
                    <a:pt x="338" y="514"/>
                  </a:lnTo>
                  <a:lnTo>
                    <a:pt x="339" y="514"/>
                  </a:lnTo>
                  <a:lnTo>
                    <a:pt x="353" y="503"/>
                  </a:lnTo>
                  <a:lnTo>
                    <a:pt x="352" y="502"/>
                  </a:lnTo>
                  <a:lnTo>
                    <a:pt x="352" y="502"/>
                  </a:lnTo>
                  <a:lnTo>
                    <a:pt x="351" y="501"/>
                  </a:lnTo>
                  <a:lnTo>
                    <a:pt x="351" y="501"/>
                  </a:lnTo>
                  <a:lnTo>
                    <a:pt x="350" y="500"/>
                  </a:lnTo>
                  <a:lnTo>
                    <a:pt x="350" y="499"/>
                  </a:lnTo>
                  <a:lnTo>
                    <a:pt x="349" y="499"/>
                  </a:lnTo>
                  <a:lnTo>
                    <a:pt x="349" y="498"/>
                  </a:lnTo>
                  <a:lnTo>
                    <a:pt x="348" y="497"/>
                  </a:lnTo>
                  <a:lnTo>
                    <a:pt x="348" y="497"/>
                  </a:lnTo>
                  <a:lnTo>
                    <a:pt x="347" y="496"/>
                  </a:lnTo>
                  <a:lnTo>
                    <a:pt x="347" y="495"/>
                  </a:lnTo>
                  <a:lnTo>
                    <a:pt x="346" y="495"/>
                  </a:lnTo>
                  <a:lnTo>
                    <a:pt x="346" y="494"/>
                  </a:lnTo>
                  <a:lnTo>
                    <a:pt x="345" y="493"/>
                  </a:lnTo>
                  <a:lnTo>
                    <a:pt x="345" y="493"/>
                  </a:lnTo>
                  <a:lnTo>
                    <a:pt x="344" y="492"/>
                  </a:lnTo>
                  <a:lnTo>
                    <a:pt x="344" y="491"/>
                  </a:lnTo>
                  <a:lnTo>
                    <a:pt x="343" y="491"/>
                  </a:lnTo>
                  <a:lnTo>
                    <a:pt x="343" y="490"/>
                  </a:lnTo>
                  <a:lnTo>
                    <a:pt x="343" y="490"/>
                  </a:lnTo>
                  <a:lnTo>
                    <a:pt x="328" y="499"/>
                  </a:lnTo>
                  <a:close/>
                  <a:moveTo>
                    <a:pt x="366" y="540"/>
                  </a:moveTo>
                  <a:lnTo>
                    <a:pt x="366" y="540"/>
                  </a:lnTo>
                  <a:lnTo>
                    <a:pt x="366" y="540"/>
                  </a:lnTo>
                  <a:lnTo>
                    <a:pt x="367" y="541"/>
                  </a:lnTo>
                  <a:lnTo>
                    <a:pt x="368" y="541"/>
                  </a:lnTo>
                  <a:lnTo>
                    <a:pt x="369" y="542"/>
                  </a:lnTo>
                  <a:lnTo>
                    <a:pt x="369" y="542"/>
                  </a:lnTo>
                  <a:lnTo>
                    <a:pt x="370" y="543"/>
                  </a:lnTo>
                  <a:lnTo>
                    <a:pt x="371" y="543"/>
                  </a:lnTo>
                  <a:lnTo>
                    <a:pt x="372" y="544"/>
                  </a:lnTo>
                  <a:lnTo>
                    <a:pt x="372" y="544"/>
                  </a:lnTo>
                  <a:lnTo>
                    <a:pt x="373" y="545"/>
                  </a:lnTo>
                  <a:lnTo>
                    <a:pt x="374" y="545"/>
                  </a:lnTo>
                  <a:lnTo>
                    <a:pt x="375" y="546"/>
                  </a:lnTo>
                  <a:lnTo>
                    <a:pt x="375" y="546"/>
                  </a:lnTo>
                  <a:lnTo>
                    <a:pt x="376" y="547"/>
                  </a:lnTo>
                  <a:lnTo>
                    <a:pt x="377" y="547"/>
                  </a:lnTo>
                  <a:lnTo>
                    <a:pt x="378" y="548"/>
                  </a:lnTo>
                  <a:lnTo>
                    <a:pt x="379" y="548"/>
                  </a:lnTo>
                  <a:lnTo>
                    <a:pt x="379" y="549"/>
                  </a:lnTo>
                  <a:lnTo>
                    <a:pt x="380" y="549"/>
                  </a:lnTo>
                  <a:lnTo>
                    <a:pt x="381" y="550"/>
                  </a:lnTo>
                  <a:lnTo>
                    <a:pt x="382" y="550"/>
                  </a:lnTo>
                  <a:lnTo>
                    <a:pt x="390" y="535"/>
                  </a:lnTo>
                  <a:lnTo>
                    <a:pt x="390" y="534"/>
                  </a:lnTo>
                  <a:lnTo>
                    <a:pt x="389" y="534"/>
                  </a:lnTo>
                  <a:lnTo>
                    <a:pt x="388" y="534"/>
                  </a:lnTo>
                  <a:lnTo>
                    <a:pt x="388" y="533"/>
                  </a:lnTo>
                  <a:lnTo>
                    <a:pt x="387" y="533"/>
                  </a:lnTo>
                  <a:lnTo>
                    <a:pt x="386" y="532"/>
                  </a:lnTo>
                  <a:lnTo>
                    <a:pt x="385" y="532"/>
                  </a:lnTo>
                  <a:lnTo>
                    <a:pt x="385" y="531"/>
                  </a:lnTo>
                  <a:lnTo>
                    <a:pt x="384" y="531"/>
                  </a:lnTo>
                  <a:lnTo>
                    <a:pt x="383" y="531"/>
                  </a:lnTo>
                  <a:lnTo>
                    <a:pt x="383" y="530"/>
                  </a:lnTo>
                  <a:lnTo>
                    <a:pt x="382" y="530"/>
                  </a:lnTo>
                  <a:lnTo>
                    <a:pt x="381" y="529"/>
                  </a:lnTo>
                  <a:lnTo>
                    <a:pt x="381" y="529"/>
                  </a:lnTo>
                  <a:lnTo>
                    <a:pt x="380" y="528"/>
                  </a:lnTo>
                  <a:lnTo>
                    <a:pt x="379" y="528"/>
                  </a:lnTo>
                  <a:lnTo>
                    <a:pt x="379" y="527"/>
                  </a:lnTo>
                  <a:lnTo>
                    <a:pt x="378" y="527"/>
                  </a:lnTo>
                  <a:lnTo>
                    <a:pt x="377" y="526"/>
                  </a:lnTo>
                  <a:lnTo>
                    <a:pt x="377" y="526"/>
                  </a:lnTo>
                  <a:lnTo>
                    <a:pt x="376" y="526"/>
                  </a:lnTo>
                  <a:lnTo>
                    <a:pt x="366" y="540"/>
                  </a:lnTo>
                  <a:close/>
                  <a:moveTo>
                    <a:pt x="416" y="564"/>
                  </a:moveTo>
                  <a:lnTo>
                    <a:pt x="416" y="564"/>
                  </a:lnTo>
                  <a:lnTo>
                    <a:pt x="416" y="564"/>
                  </a:lnTo>
                  <a:lnTo>
                    <a:pt x="417" y="565"/>
                  </a:lnTo>
                  <a:lnTo>
                    <a:pt x="418" y="565"/>
                  </a:lnTo>
                  <a:lnTo>
                    <a:pt x="419" y="565"/>
                  </a:lnTo>
                  <a:lnTo>
                    <a:pt x="420" y="565"/>
                  </a:lnTo>
                  <a:lnTo>
                    <a:pt x="421" y="566"/>
                  </a:lnTo>
                  <a:lnTo>
                    <a:pt x="422" y="566"/>
                  </a:lnTo>
                  <a:lnTo>
                    <a:pt x="423" y="566"/>
                  </a:lnTo>
                  <a:lnTo>
                    <a:pt x="424" y="566"/>
                  </a:lnTo>
                  <a:lnTo>
                    <a:pt x="424" y="567"/>
                  </a:lnTo>
                  <a:lnTo>
                    <a:pt x="425" y="567"/>
                  </a:lnTo>
                  <a:lnTo>
                    <a:pt x="426" y="567"/>
                  </a:lnTo>
                  <a:lnTo>
                    <a:pt x="427" y="567"/>
                  </a:lnTo>
                  <a:lnTo>
                    <a:pt x="428" y="567"/>
                  </a:lnTo>
                  <a:lnTo>
                    <a:pt x="429" y="567"/>
                  </a:lnTo>
                  <a:lnTo>
                    <a:pt x="430" y="568"/>
                  </a:lnTo>
                  <a:lnTo>
                    <a:pt x="431" y="568"/>
                  </a:lnTo>
                  <a:lnTo>
                    <a:pt x="432" y="568"/>
                  </a:lnTo>
                  <a:lnTo>
                    <a:pt x="433" y="568"/>
                  </a:lnTo>
                  <a:lnTo>
                    <a:pt x="434" y="568"/>
                  </a:lnTo>
                  <a:lnTo>
                    <a:pt x="434" y="568"/>
                  </a:lnTo>
                  <a:lnTo>
                    <a:pt x="437" y="551"/>
                  </a:lnTo>
                  <a:lnTo>
                    <a:pt x="437" y="551"/>
                  </a:lnTo>
                  <a:lnTo>
                    <a:pt x="436" y="551"/>
                  </a:lnTo>
                  <a:lnTo>
                    <a:pt x="435" y="551"/>
                  </a:lnTo>
                  <a:lnTo>
                    <a:pt x="434" y="550"/>
                  </a:lnTo>
                  <a:lnTo>
                    <a:pt x="433" y="550"/>
                  </a:lnTo>
                  <a:lnTo>
                    <a:pt x="432" y="550"/>
                  </a:lnTo>
                  <a:lnTo>
                    <a:pt x="431" y="550"/>
                  </a:lnTo>
                  <a:lnTo>
                    <a:pt x="431" y="550"/>
                  </a:lnTo>
                  <a:lnTo>
                    <a:pt x="430" y="550"/>
                  </a:lnTo>
                  <a:lnTo>
                    <a:pt x="429" y="549"/>
                  </a:lnTo>
                  <a:lnTo>
                    <a:pt x="428" y="549"/>
                  </a:lnTo>
                  <a:lnTo>
                    <a:pt x="427" y="549"/>
                  </a:lnTo>
                  <a:lnTo>
                    <a:pt x="427" y="549"/>
                  </a:lnTo>
                  <a:lnTo>
                    <a:pt x="426" y="549"/>
                  </a:lnTo>
                  <a:lnTo>
                    <a:pt x="425" y="549"/>
                  </a:lnTo>
                  <a:lnTo>
                    <a:pt x="424" y="548"/>
                  </a:lnTo>
                  <a:lnTo>
                    <a:pt x="423" y="548"/>
                  </a:lnTo>
                  <a:lnTo>
                    <a:pt x="422" y="548"/>
                  </a:lnTo>
                  <a:lnTo>
                    <a:pt x="422" y="548"/>
                  </a:lnTo>
                  <a:lnTo>
                    <a:pt x="421" y="548"/>
                  </a:lnTo>
                  <a:lnTo>
                    <a:pt x="421" y="547"/>
                  </a:lnTo>
                  <a:lnTo>
                    <a:pt x="416" y="564"/>
                  </a:lnTo>
                  <a:close/>
                  <a:moveTo>
                    <a:pt x="471" y="569"/>
                  </a:moveTo>
                  <a:lnTo>
                    <a:pt x="471" y="569"/>
                  </a:lnTo>
                  <a:lnTo>
                    <a:pt x="472" y="569"/>
                  </a:lnTo>
                  <a:lnTo>
                    <a:pt x="473" y="569"/>
                  </a:lnTo>
                  <a:lnTo>
                    <a:pt x="474" y="569"/>
                  </a:lnTo>
                  <a:lnTo>
                    <a:pt x="475" y="569"/>
                  </a:lnTo>
                  <a:lnTo>
                    <a:pt x="476" y="569"/>
                  </a:lnTo>
                  <a:lnTo>
                    <a:pt x="477" y="569"/>
                  </a:lnTo>
                  <a:lnTo>
                    <a:pt x="478" y="569"/>
                  </a:lnTo>
                  <a:lnTo>
                    <a:pt x="479" y="569"/>
                  </a:lnTo>
                  <a:lnTo>
                    <a:pt x="480" y="568"/>
                  </a:lnTo>
                  <a:lnTo>
                    <a:pt x="480" y="568"/>
                  </a:lnTo>
                  <a:lnTo>
                    <a:pt x="481" y="568"/>
                  </a:lnTo>
                  <a:lnTo>
                    <a:pt x="482" y="568"/>
                  </a:lnTo>
                  <a:lnTo>
                    <a:pt x="483" y="568"/>
                  </a:lnTo>
                  <a:lnTo>
                    <a:pt x="484" y="568"/>
                  </a:lnTo>
                  <a:lnTo>
                    <a:pt x="485" y="567"/>
                  </a:lnTo>
                  <a:lnTo>
                    <a:pt x="486" y="567"/>
                  </a:lnTo>
                  <a:lnTo>
                    <a:pt x="487" y="567"/>
                  </a:lnTo>
                  <a:lnTo>
                    <a:pt x="488" y="567"/>
                  </a:lnTo>
                  <a:lnTo>
                    <a:pt x="489" y="567"/>
                  </a:lnTo>
                  <a:lnTo>
                    <a:pt x="490" y="567"/>
                  </a:lnTo>
                  <a:lnTo>
                    <a:pt x="490" y="567"/>
                  </a:lnTo>
                  <a:lnTo>
                    <a:pt x="486" y="549"/>
                  </a:lnTo>
                  <a:lnTo>
                    <a:pt x="486" y="549"/>
                  </a:lnTo>
                  <a:lnTo>
                    <a:pt x="485" y="549"/>
                  </a:lnTo>
                  <a:lnTo>
                    <a:pt x="484" y="550"/>
                  </a:lnTo>
                  <a:lnTo>
                    <a:pt x="484" y="550"/>
                  </a:lnTo>
                  <a:lnTo>
                    <a:pt x="483" y="550"/>
                  </a:lnTo>
                  <a:lnTo>
                    <a:pt x="482" y="550"/>
                  </a:lnTo>
                  <a:lnTo>
                    <a:pt x="481" y="550"/>
                  </a:lnTo>
                  <a:lnTo>
                    <a:pt x="480" y="550"/>
                  </a:lnTo>
                  <a:lnTo>
                    <a:pt x="479" y="551"/>
                  </a:lnTo>
                  <a:lnTo>
                    <a:pt x="479" y="551"/>
                  </a:lnTo>
                  <a:lnTo>
                    <a:pt x="478" y="551"/>
                  </a:lnTo>
                  <a:lnTo>
                    <a:pt x="477" y="551"/>
                  </a:lnTo>
                  <a:lnTo>
                    <a:pt x="476" y="551"/>
                  </a:lnTo>
                  <a:lnTo>
                    <a:pt x="475" y="551"/>
                  </a:lnTo>
                  <a:lnTo>
                    <a:pt x="474" y="551"/>
                  </a:lnTo>
                  <a:lnTo>
                    <a:pt x="474" y="551"/>
                  </a:lnTo>
                  <a:lnTo>
                    <a:pt x="473" y="552"/>
                  </a:lnTo>
                  <a:lnTo>
                    <a:pt x="472" y="552"/>
                  </a:lnTo>
                  <a:lnTo>
                    <a:pt x="471" y="552"/>
                  </a:lnTo>
                  <a:lnTo>
                    <a:pt x="470" y="552"/>
                  </a:lnTo>
                  <a:lnTo>
                    <a:pt x="470" y="552"/>
                  </a:lnTo>
                  <a:lnTo>
                    <a:pt x="471" y="569"/>
                  </a:lnTo>
                  <a:close/>
                  <a:moveTo>
                    <a:pt x="525" y="554"/>
                  </a:moveTo>
                  <a:lnTo>
                    <a:pt x="525" y="554"/>
                  </a:lnTo>
                  <a:lnTo>
                    <a:pt x="525" y="554"/>
                  </a:lnTo>
                  <a:lnTo>
                    <a:pt x="526" y="554"/>
                  </a:lnTo>
                  <a:lnTo>
                    <a:pt x="527" y="553"/>
                  </a:lnTo>
                  <a:lnTo>
                    <a:pt x="528" y="553"/>
                  </a:lnTo>
                  <a:lnTo>
                    <a:pt x="528" y="552"/>
                  </a:lnTo>
                  <a:lnTo>
                    <a:pt x="529" y="552"/>
                  </a:lnTo>
                  <a:lnTo>
                    <a:pt x="530" y="552"/>
                  </a:lnTo>
                  <a:lnTo>
                    <a:pt x="531" y="551"/>
                  </a:lnTo>
                  <a:lnTo>
                    <a:pt x="532" y="551"/>
                  </a:lnTo>
                  <a:lnTo>
                    <a:pt x="533" y="550"/>
                  </a:lnTo>
                  <a:lnTo>
                    <a:pt x="533" y="550"/>
                  </a:lnTo>
                  <a:lnTo>
                    <a:pt x="534" y="549"/>
                  </a:lnTo>
                  <a:lnTo>
                    <a:pt x="535" y="549"/>
                  </a:lnTo>
                  <a:lnTo>
                    <a:pt x="536" y="548"/>
                  </a:lnTo>
                  <a:lnTo>
                    <a:pt x="537" y="548"/>
                  </a:lnTo>
                  <a:lnTo>
                    <a:pt x="537" y="547"/>
                  </a:lnTo>
                  <a:lnTo>
                    <a:pt x="538" y="547"/>
                  </a:lnTo>
                  <a:lnTo>
                    <a:pt x="539" y="546"/>
                  </a:lnTo>
                  <a:lnTo>
                    <a:pt x="540" y="546"/>
                  </a:lnTo>
                  <a:lnTo>
                    <a:pt x="540" y="545"/>
                  </a:lnTo>
                  <a:lnTo>
                    <a:pt x="541" y="545"/>
                  </a:lnTo>
                  <a:lnTo>
                    <a:pt x="532" y="530"/>
                  </a:lnTo>
                  <a:lnTo>
                    <a:pt x="531" y="531"/>
                  </a:lnTo>
                  <a:lnTo>
                    <a:pt x="530" y="531"/>
                  </a:lnTo>
                  <a:lnTo>
                    <a:pt x="529" y="531"/>
                  </a:lnTo>
                  <a:lnTo>
                    <a:pt x="529" y="532"/>
                  </a:lnTo>
                  <a:lnTo>
                    <a:pt x="528" y="532"/>
                  </a:lnTo>
                  <a:lnTo>
                    <a:pt x="527" y="533"/>
                  </a:lnTo>
                  <a:lnTo>
                    <a:pt x="527" y="533"/>
                  </a:lnTo>
                  <a:lnTo>
                    <a:pt x="526" y="534"/>
                  </a:lnTo>
                  <a:lnTo>
                    <a:pt x="525" y="534"/>
                  </a:lnTo>
                  <a:lnTo>
                    <a:pt x="525" y="534"/>
                  </a:lnTo>
                  <a:lnTo>
                    <a:pt x="524" y="535"/>
                  </a:lnTo>
                  <a:lnTo>
                    <a:pt x="523" y="535"/>
                  </a:lnTo>
                  <a:lnTo>
                    <a:pt x="522" y="536"/>
                  </a:lnTo>
                  <a:lnTo>
                    <a:pt x="522" y="536"/>
                  </a:lnTo>
                  <a:lnTo>
                    <a:pt x="521" y="536"/>
                  </a:lnTo>
                  <a:lnTo>
                    <a:pt x="520" y="537"/>
                  </a:lnTo>
                  <a:lnTo>
                    <a:pt x="520" y="537"/>
                  </a:lnTo>
                  <a:lnTo>
                    <a:pt x="519" y="538"/>
                  </a:lnTo>
                  <a:lnTo>
                    <a:pt x="518" y="538"/>
                  </a:lnTo>
                  <a:lnTo>
                    <a:pt x="517" y="538"/>
                  </a:lnTo>
                  <a:lnTo>
                    <a:pt x="517" y="538"/>
                  </a:lnTo>
                  <a:lnTo>
                    <a:pt x="525" y="554"/>
                  </a:lnTo>
                  <a:close/>
                  <a:moveTo>
                    <a:pt x="570" y="521"/>
                  </a:moveTo>
                  <a:lnTo>
                    <a:pt x="570" y="521"/>
                  </a:lnTo>
                  <a:lnTo>
                    <a:pt x="570" y="521"/>
                  </a:lnTo>
                  <a:lnTo>
                    <a:pt x="570" y="520"/>
                  </a:lnTo>
                  <a:lnTo>
                    <a:pt x="571" y="519"/>
                  </a:lnTo>
                  <a:lnTo>
                    <a:pt x="572" y="518"/>
                  </a:lnTo>
                  <a:lnTo>
                    <a:pt x="572" y="518"/>
                  </a:lnTo>
                  <a:lnTo>
                    <a:pt x="573" y="517"/>
                  </a:lnTo>
                  <a:lnTo>
                    <a:pt x="574" y="516"/>
                  </a:lnTo>
                  <a:lnTo>
                    <a:pt x="574" y="516"/>
                  </a:lnTo>
                  <a:lnTo>
                    <a:pt x="575" y="515"/>
                  </a:lnTo>
                  <a:lnTo>
                    <a:pt x="575" y="514"/>
                  </a:lnTo>
                  <a:lnTo>
                    <a:pt x="576" y="514"/>
                  </a:lnTo>
                  <a:lnTo>
                    <a:pt x="576" y="513"/>
                  </a:lnTo>
                  <a:lnTo>
                    <a:pt x="577" y="512"/>
                  </a:lnTo>
                  <a:lnTo>
                    <a:pt x="578" y="511"/>
                  </a:lnTo>
                  <a:lnTo>
                    <a:pt x="578" y="511"/>
                  </a:lnTo>
                  <a:lnTo>
                    <a:pt x="579" y="510"/>
                  </a:lnTo>
                  <a:lnTo>
                    <a:pt x="579" y="509"/>
                  </a:lnTo>
                  <a:lnTo>
                    <a:pt x="580" y="509"/>
                  </a:lnTo>
                  <a:lnTo>
                    <a:pt x="580" y="508"/>
                  </a:lnTo>
                  <a:lnTo>
                    <a:pt x="581" y="507"/>
                  </a:lnTo>
                  <a:lnTo>
                    <a:pt x="581" y="506"/>
                  </a:lnTo>
                  <a:lnTo>
                    <a:pt x="567" y="496"/>
                  </a:lnTo>
                  <a:lnTo>
                    <a:pt x="567" y="497"/>
                  </a:lnTo>
                  <a:lnTo>
                    <a:pt x="566" y="497"/>
                  </a:lnTo>
                  <a:lnTo>
                    <a:pt x="566" y="498"/>
                  </a:lnTo>
                  <a:lnTo>
                    <a:pt x="565" y="499"/>
                  </a:lnTo>
                  <a:lnTo>
                    <a:pt x="565" y="499"/>
                  </a:lnTo>
                  <a:lnTo>
                    <a:pt x="564" y="500"/>
                  </a:lnTo>
                  <a:lnTo>
                    <a:pt x="564" y="501"/>
                  </a:lnTo>
                  <a:lnTo>
                    <a:pt x="563" y="501"/>
                  </a:lnTo>
                  <a:lnTo>
                    <a:pt x="563" y="502"/>
                  </a:lnTo>
                  <a:lnTo>
                    <a:pt x="562" y="502"/>
                  </a:lnTo>
                  <a:lnTo>
                    <a:pt x="562" y="503"/>
                  </a:lnTo>
                  <a:lnTo>
                    <a:pt x="561" y="504"/>
                  </a:lnTo>
                  <a:lnTo>
                    <a:pt x="561" y="504"/>
                  </a:lnTo>
                  <a:lnTo>
                    <a:pt x="560" y="505"/>
                  </a:lnTo>
                  <a:lnTo>
                    <a:pt x="560" y="506"/>
                  </a:lnTo>
                  <a:lnTo>
                    <a:pt x="559" y="506"/>
                  </a:lnTo>
                  <a:lnTo>
                    <a:pt x="559" y="507"/>
                  </a:lnTo>
                  <a:lnTo>
                    <a:pt x="558" y="507"/>
                  </a:lnTo>
                  <a:lnTo>
                    <a:pt x="557" y="508"/>
                  </a:lnTo>
                  <a:lnTo>
                    <a:pt x="557" y="509"/>
                  </a:lnTo>
                  <a:lnTo>
                    <a:pt x="557" y="509"/>
                  </a:lnTo>
                  <a:lnTo>
                    <a:pt x="570" y="521"/>
                  </a:lnTo>
                  <a:close/>
                  <a:moveTo>
                    <a:pt x="599" y="474"/>
                  </a:moveTo>
                  <a:lnTo>
                    <a:pt x="599" y="474"/>
                  </a:lnTo>
                  <a:lnTo>
                    <a:pt x="600" y="473"/>
                  </a:lnTo>
                  <a:lnTo>
                    <a:pt x="600" y="472"/>
                  </a:lnTo>
                  <a:lnTo>
                    <a:pt x="600" y="471"/>
                  </a:lnTo>
                  <a:lnTo>
                    <a:pt x="601" y="470"/>
                  </a:lnTo>
                  <a:lnTo>
                    <a:pt x="601" y="470"/>
                  </a:lnTo>
                  <a:lnTo>
                    <a:pt x="601" y="469"/>
                  </a:lnTo>
                  <a:lnTo>
                    <a:pt x="602" y="468"/>
                  </a:lnTo>
                  <a:lnTo>
                    <a:pt x="602" y="467"/>
                  </a:lnTo>
                  <a:lnTo>
                    <a:pt x="602" y="466"/>
                  </a:lnTo>
                  <a:lnTo>
                    <a:pt x="603" y="465"/>
                  </a:lnTo>
                  <a:lnTo>
                    <a:pt x="603" y="464"/>
                  </a:lnTo>
                  <a:lnTo>
                    <a:pt x="603" y="463"/>
                  </a:lnTo>
                  <a:lnTo>
                    <a:pt x="603" y="462"/>
                  </a:lnTo>
                  <a:lnTo>
                    <a:pt x="604" y="461"/>
                  </a:lnTo>
                  <a:lnTo>
                    <a:pt x="604" y="461"/>
                  </a:lnTo>
                  <a:lnTo>
                    <a:pt x="604" y="460"/>
                  </a:lnTo>
                  <a:lnTo>
                    <a:pt x="604" y="459"/>
                  </a:lnTo>
                  <a:lnTo>
                    <a:pt x="605" y="458"/>
                  </a:lnTo>
                  <a:lnTo>
                    <a:pt x="605" y="457"/>
                  </a:lnTo>
                  <a:lnTo>
                    <a:pt x="605" y="456"/>
                  </a:lnTo>
                  <a:lnTo>
                    <a:pt x="605" y="456"/>
                  </a:lnTo>
                  <a:lnTo>
                    <a:pt x="588" y="452"/>
                  </a:lnTo>
                  <a:lnTo>
                    <a:pt x="588" y="452"/>
                  </a:lnTo>
                  <a:lnTo>
                    <a:pt x="588" y="452"/>
                  </a:lnTo>
                  <a:lnTo>
                    <a:pt x="588" y="453"/>
                  </a:lnTo>
                  <a:lnTo>
                    <a:pt x="588" y="454"/>
                  </a:lnTo>
                  <a:lnTo>
                    <a:pt x="587" y="455"/>
                  </a:lnTo>
                  <a:lnTo>
                    <a:pt x="587" y="456"/>
                  </a:lnTo>
                  <a:lnTo>
                    <a:pt x="587" y="456"/>
                  </a:lnTo>
                  <a:lnTo>
                    <a:pt x="587" y="457"/>
                  </a:lnTo>
                  <a:lnTo>
                    <a:pt x="586" y="458"/>
                  </a:lnTo>
                  <a:lnTo>
                    <a:pt x="586" y="459"/>
                  </a:lnTo>
                  <a:lnTo>
                    <a:pt x="586" y="460"/>
                  </a:lnTo>
                  <a:lnTo>
                    <a:pt x="586" y="460"/>
                  </a:lnTo>
                  <a:lnTo>
                    <a:pt x="585" y="461"/>
                  </a:lnTo>
                  <a:lnTo>
                    <a:pt x="585" y="462"/>
                  </a:lnTo>
                  <a:lnTo>
                    <a:pt x="585" y="463"/>
                  </a:lnTo>
                  <a:lnTo>
                    <a:pt x="584" y="463"/>
                  </a:lnTo>
                  <a:lnTo>
                    <a:pt x="584" y="464"/>
                  </a:lnTo>
                  <a:lnTo>
                    <a:pt x="584" y="465"/>
                  </a:lnTo>
                  <a:lnTo>
                    <a:pt x="584" y="466"/>
                  </a:lnTo>
                  <a:lnTo>
                    <a:pt x="583" y="467"/>
                  </a:lnTo>
                  <a:lnTo>
                    <a:pt x="583" y="467"/>
                  </a:lnTo>
                  <a:lnTo>
                    <a:pt x="599" y="474"/>
                  </a:lnTo>
                  <a:close/>
                  <a:moveTo>
                    <a:pt x="610" y="419"/>
                  </a:moveTo>
                  <a:lnTo>
                    <a:pt x="610" y="419"/>
                  </a:lnTo>
                  <a:lnTo>
                    <a:pt x="610" y="419"/>
                  </a:lnTo>
                  <a:lnTo>
                    <a:pt x="610" y="418"/>
                  </a:lnTo>
                  <a:lnTo>
                    <a:pt x="610" y="417"/>
                  </a:lnTo>
                  <a:lnTo>
                    <a:pt x="610" y="416"/>
                  </a:lnTo>
                  <a:lnTo>
                    <a:pt x="610" y="415"/>
                  </a:lnTo>
                  <a:lnTo>
                    <a:pt x="610" y="414"/>
                  </a:lnTo>
                  <a:lnTo>
                    <a:pt x="610" y="413"/>
                  </a:lnTo>
                  <a:lnTo>
                    <a:pt x="610" y="412"/>
                  </a:lnTo>
                  <a:lnTo>
                    <a:pt x="610" y="411"/>
                  </a:lnTo>
                  <a:lnTo>
                    <a:pt x="610" y="410"/>
                  </a:lnTo>
                  <a:lnTo>
                    <a:pt x="610" y="409"/>
                  </a:lnTo>
                  <a:lnTo>
                    <a:pt x="610" y="408"/>
                  </a:lnTo>
                  <a:lnTo>
                    <a:pt x="610" y="407"/>
                  </a:lnTo>
                  <a:lnTo>
                    <a:pt x="610" y="406"/>
                  </a:lnTo>
                  <a:lnTo>
                    <a:pt x="610" y="405"/>
                  </a:lnTo>
                  <a:lnTo>
                    <a:pt x="610" y="404"/>
                  </a:lnTo>
                  <a:lnTo>
                    <a:pt x="610" y="403"/>
                  </a:lnTo>
                  <a:lnTo>
                    <a:pt x="610" y="402"/>
                  </a:lnTo>
                  <a:lnTo>
                    <a:pt x="609" y="401"/>
                  </a:lnTo>
                  <a:lnTo>
                    <a:pt x="609" y="400"/>
                  </a:lnTo>
                  <a:lnTo>
                    <a:pt x="592" y="402"/>
                  </a:lnTo>
                  <a:lnTo>
                    <a:pt x="592" y="403"/>
                  </a:lnTo>
                  <a:lnTo>
                    <a:pt x="592" y="404"/>
                  </a:lnTo>
                  <a:lnTo>
                    <a:pt x="592" y="405"/>
                  </a:lnTo>
                  <a:lnTo>
                    <a:pt x="592" y="406"/>
                  </a:lnTo>
                  <a:lnTo>
                    <a:pt x="592" y="406"/>
                  </a:lnTo>
                  <a:lnTo>
                    <a:pt x="592" y="407"/>
                  </a:lnTo>
                  <a:lnTo>
                    <a:pt x="592" y="408"/>
                  </a:lnTo>
                  <a:lnTo>
                    <a:pt x="592" y="409"/>
                  </a:lnTo>
                  <a:lnTo>
                    <a:pt x="592" y="410"/>
                  </a:lnTo>
                  <a:lnTo>
                    <a:pt x="593" y="411"/>
                  </a:lnTo>
                  <a:lnTo>
                    <a:pt x="593" y="412"/>
                  </a:lnTo>
                  <a:lnTo>
                    <a:pt x="593" y="413"/>
                  </a:lnTo>
                  <a:lnTo>
                    <a:pt x="593" y="413"/>
                  </a:lnTo>
                  <a:lnTo>
                    <a:pt x="593" y="414"/>
                  </a:lnTo>
                  <a:lnTo>
                    <a:pt x="593" y="415"/>
                  </a:lnTo>
                  <a:lnTo>
                    <a:pt x="593" y="416"/>
                  </a:lnTo>
                  <a:lnTo>
                    <a:pt x="593" y="417"/>
                  </a:lnTo>
                  <a:lnTo>
                    <a:pt x="593" y="418"/>
                  </a:lnTo>
                  <a:lnTo>
                    <a:pt x="593" y="419"/>
                  </a:lnTo>
                  <a:lnTo>
                    <a:pt x="593" y="419"/>
                  </a:lnTo>
                  <a:lnTo>
                    <a:pt x="610" y="419"/>
                  </a:lnTo>
                  <a:close/>
                  <a:moveTo>
                    <a:pt x="601" y="364"/>
                  </a:moveTo>
                  <a:lnTo>
                    <a:pt x="601" y="364"/>
                  </a:lnTo>
                  <a:lnTo>
                    <a:pt x="601" y="363"/>
                  </a:lnTo>
                  <a:lnTo>
                    <a:pt x="600" y="363"/>
                  </a:lnTo>
                  <a:lnTo>
                    <a:pt x="600" y="362"/>
                  </a:lnTo>
                  <a:lnTo>
                    <a:pt x="600" y="361"/>
                  </a:lnTo>
                  <a:lnTo>
                    <a:pt x="599" y="360"/>
                  </a:lnTo>
                  <a:lnTo>
                    <a:pt x="599" y="359"/>
                  </a:lnTo>
                  <a:lnTo>
                    <a:pt x="599" y="358"/>
                  </a:lnTo>
                  <a:lnTo>
                    <a:pt x="598" y="357"/>
                  </a:lnTo>
                  <a:lnTo>
                    <a:pt x="598" y="356"/>
                  </a:lnTo>
                  <a:lnTo>
                    <a:pt x="598" y="356"/>
                  </a:lnTo>
                  <a:lnTo>
                    <a:pt x="597" y="355"/>
                  </a:lnTo>
                  <a:lnTo>
                    <a:pt x="597" y="354"/>
                  </a:lnTo>
                  <a:lnTo>
                    <a:pt x="596" y="353"/>
                  </a:lnTo>
                  <a:lnTo>
                    <a:pt x="596" y="352"/>
                  </a:lnTo>
                  <a:lnTo>
                    <a:pt x="596" y="351"/>
                  </a:lnTo>
                  <a:lnTo>
                    <a:pt x="595" y="350"/>
                  </a:lnTo>
                  <a:lnTo>
                    <a:pt x="595" y="350"/>
                  </a:lnTo>
                  <a:lnTo>
                    <a:pt x="594" y="349"/>
                  </a:lnTo>
                  <a:lnTo>
                    <a:pt x="594" y="348"/>
                  </a:lnTo>
                  <a:lnTo>
                    <a:pt x="594" y="347"/>
                  </a:lnTo>
                  <a:lnTo>
                    <a:pt x="593" y="347"/>
                  </a:lnTo>
                  <a:lnTo>
                    <a:pt x="578" y="355"/>
                  </a:lnTo>
                  <a:lnTo>
                    <a:pt x="578" y="355"/>
                  </a:lnTo>
                  <a:lnTo>
                    <a:pt x="578" y="356"/>
                  </a:lnTo>
                  <a:lnTo>
                    <a:pt x="579" y="357"/>
                  </a:lnTo>
                  <a:lnTo>
                    <a:pt x="579" y="357"/>
                  </a:lnTo>
                  <a:lnTo>
                    <a:pt x="579" y="358"/>
                  </a:lnTo>
                  <a:lnTo>
                    <a:pt x="580" y="359"/>
                  </a:lnTo>
                  <a:lnTo>
                    <a:pt x="580" y="360"/>
                  </a:lnTo>
                  <a:lnTo>
                    <a:pt x="580" y="360"/>
                  </a:lnTo>
                  <a:lnTo>
                    <a:pt x="581" y="361"/>
                  </a:lnTo>
                  <a:lnTo>
                    <a:pt x="581" y="362"/>
                  </a:lnTo>
                  <a:lnTo>
                    <a:pt x="581" y="363"/>
                  </a:lnTo>
                  <a:lnTo>
                    <a:pt x="582" y="363"/>
                  </a:lnTo>
                  <a:lnTo>
                    <a:pt x="582" y="364"/>
                  </a:lnTo>
                  <a:lnTo>
                    <a:pt x="582" y="365"/>
                  </a:lnTo>
                  <a:lnTo>
                    <a:pt x="583" y="366"/>
                  </a:lnTo>
                  <a:lnTo>
                    <a:pt x="583" y="366"/>
                  </a:lnTo>
                  <a:lnTo>
                    <a:pt x="583" y="367"/>
                  </a:lnTo>
                  <a:lnTo>
                    <a:pt x="584" y="368"/>
                  </a:lnTo>
                  <a:lnTo>
                    <a:pt x="584" y="369"/>
                  </a:lnTo>
                  <a:lnTo>
                    <a:pt x="584" y="370"/>
                  </a:lnTo>
                  <a:lnTo>
                    <a:pt x="584" y="370"/>
                  </a:lnTo>
                  <a:lnTo>
                    <a:pt x="601" y="364"/>
                  </a:lnTo>
                  <a:close/>
                  <a:moveTo>
                    <a:pt x="573" y="316"/>
                  </a:moveTo>
                  <a:lnTo>
                    <a:pt x="573" y="316"/>
                  </a:lnTo>
                  <a:lnTo>
                    <a:pt x="572" y="316"/>
                  </a:lnTo>
                  <a:lnTo>
                    <a:pt x="572" y="315"/>
                  </a:lnTo>
                  <a:lnTo>
                    <a:pt x="571" y="315"/>
                  </a:lnTo>
                  <a:lnTo>
                    <a:pt x="570" y="314"/>
                  </a:lnTo>
                  <a:lnTo>
                    <a:pt x="570" y="313"/>
                  </a:lnTo>
                  <a:lnTo>
                    <a:pt x="569" y="313"/>
                  </a:lnTo>
                  <a:lnTo>
                    <a:pt x="569" y="312"/>
                  </a:lnTo>
                  <a:lnTo>
                    <a:pt x="568" y="311"/>
                  </a:lnTo>
                  <a:lnTo>
                    <a:pt x="567" y="311"/>
                  </a:lnTo>
                  <a:lnTo>
                    <a:pt x="567" y="310"/>
                  </a:lnTo>
                  <a:lnTo>
                    <a:pt x="566" y="309"/>
                  </a:lnTo>
                  <a:lnTo>
                    <a:pt x="565" y="309"/>
                  </a:lnTo>
                  <a:lnTo>
                    <a:pt x="565" y="308"/>
                  </a:lnTo>
                  <a:lnTo>
                    <a:pt x="564" y="307"/>
                  </a:lnTo>
                  <a:lnTo>
                    <a:pt x="563" y="307"/>
                  </a:lnTo>
                  <a:lnTo>
                    <a:pt x="563" y="306"/>
                  </a:lnTo>
                  <a:lnTo>
                    <a:pt x="562" y="305"/>
                  </a:lnTo>
                  <a:lnTo>
                    <a:pt x="561" y="305"/>
                  </a:lnTo>
                  <a:lnTo>
                    <a:pt x="561" y="304"/>
                  </a:lnTo>
                  <a:lnTo>
                    <a:pt x="560" y="304"/>
                  </a:lnTo>
                  <a:lnTo>
                    <a:pt x="559" y="303"/>
                  </a:lnTo>
                  <a:lnTo>
                    <a:pt x="548" y="316"/>
                  </a:lnTo>
                  <a:lnTo>
                    <a:pt x="548" y="317"/>
                  </a:lnTo>
                  <a:lnTo>
                    <a:pt x="549" y="317"/>
                  </a:lnTo>
                  <a:lnTo>
                    <a:pt x="549" y="318"/>
                  </a:lnTo>
                  <a:lnTo>
                    <a:pt x="550" y="318"/>
                  </a:lnTo>
                  <a:lnTo>
                    <a:pt x="551" y="319"/>
                  </a:lnTo>
                  <a:lnTo>
                    <a:pt x="551" y="319"/>
                  </a:lnTo>
                  <a:lnTo>
                    <a:pt x="552" y="320"/>
                  </a:lnTo>
                  <a:lnTo>
                    <a:pt x="552" y="320"/>
                  </a:lnTo>
                  <a:lnTo>
                    <a:pt x="553" y="321"/>
                  </a:lnTo>
                  <a:lnTo>
                    <a:pt x="554" y="322"/>
                  </a:lnTo>
                  <a:lnTo>
                    <a:pt x="554" y="322"/>
                  </a:lnTo>
                  <a:lnTo>
                    <a:pt x="555" y="323"/>
                  </a:lnTo>
                  <a:lnTo>
                    <a:pt x="555" y="323"/>
                  </a:lnTo>
                  <a:lnTo>
                    <a:pt x="556" y="324"/>
                  </a:lnTo>
                  <a:lnTo>
                    <a:pt x="556" y="325"/>
                  </a:lnTo>
                  <a:lnTo>
                    <a:pt x="557" y="325"/>
                  </a:lnTo>
                  <a:lnTo>
                    <a:pt x="557" y="326"/>
                  </a:lnTo>
                  <a:lnTo>
                    <a:pt x="558" y="326"/>
                  </a:lnTo>
                  <a:lnTo>
                    <a:pt x="559" y="327"/>
                  </a:lnTo>
                  <a:lnTo>
                    <a:pt x="559" y="328"/>
                  </a:lnTo>
                  <a:lnTo>
                    <a:pt x="559" y="328"/>
                  </a:lnTo>
                  <a:lnTo>
                    <a:pt x="573" y="316"/>
                  </a:lnTo>
                  <a:close/>
                  <a:moveTo>
                    <a:pt x="529" y="282"/>
                  </a:moveTo>
                  <a:lnTo>
                    <a:pt x="529" y="282"/>
                  </a:lnTo>
                  <a:lnTo>
                    <a:pt x="528" y="281"/>
                  </a:lnTo>
                  <a:lnTo>
                    <a:pt x="528" y="281"/>
                  </a:lnTo>
                  <a:lnTo>
                    <a:pt x="527" y="281"/>
                  </a:lnTo>
                  <a:lnTo>
                    <a:pt x="526" y="280"/>
                  </a:lnTo>
                  <a:lnTo>
                    <a:pt x="525" y="280"/>
                  </a:lnTo>
                  <a:lnTo>
                    <a:pt x="524" y="279"/>
                  </a:lnTo>
                  <a:lnTo>
                    <a:pt x="524" y="279"/>
                  </a:lnTo>
                  <a:lnTo>
                    <a:pt x="523" y="278"/>
                  </a:lnTo>
                  <a:lnTo>
                    <a:pt x="522" y="278"/>
                  </a:lnTo>
                  <a:lnTo>
                    <a:pt x="521" y="278"/>
                  </a:lnTo>
                  <a:lnTo>
                    <a:pt x="520" y="277"/>
                  </a:lnTo>
                  <a:lnTo>
                    <a:pt x="519" y="277"/>
                  </a:lnTo>
                  <a:lnTo>
                    <a:pt x="518" y="277"/>
                  </a:lnTo>
                  <a:lnTo>
                    <a:pt x="518" y="276"/>
                  </a:lnTo>
                  <a:lnTo>
                    <a:pt x="517" y="276"/>
                  </a:lnTo>
                  <a:lnTo>
                    <a:pt x="516" y="275"/>
                  </a:lnTo>
                  <a:lnTo>
                    <a:pt x="515" y="275"/>
                  </a:lnTo>
                  <a:lnTo>
                    <a:pt x="514" y="275"/>
                  </a:lnTo>
                  <a:lnTo>
                    <a:pt x="513" y="274"/>
                  </a:lnTo>
                  <a:lnTo>
                    <a:pt x="512" y="274"/>
                  </a:lnTo>
                  <a:lnTo>
                    <a:pt x="512" y="274"/>
                  </a:lnTo>
                  <a:lnTo>
                    <a:pt x="506" y="290"/>
                  </a:lnTo>
                  <a:lnTo>
                    <a:pt x="506" y="290"/>
                  </a:lnTo>
                  <a:lnTo>
                    <a:pt x="507" y="291"/>
                  </a:lnTo>
                  <a:lnTo>
                    <a:pt x="508" y="291"/>
                  </a:lnTo>
                  <a:lnTo>
                    <a:pt x="508" y="291"/>
                  </a:lnTo>
                  <a:lnTo>
                    <a:pt x="509" y="292"/>
                  </a:lnTo>
                  <a:lnTo>
                    <a:pt x="510" y="292"/>
                  </a:lnTo>
                  <a:lnTo>
                    <a:pt x="511" y="292"/>
                  </a:lnTo>
                  <a:lnTo>
                    <a:pt x="511" y="293"/>
                  </a:lnTo>
                  <a:lnTo>
                    <a:pt x="512" y="293"/>
                  </a:lnTo>
                  <a:lnTo>
                    <a:pt x="513" y="293"/>
                  </a:lnTo>
                  <a:lnTo>
                    <a:pt x="514" y="294"/>
                  </a:lnTo>
                  <a:lnTo>
                    <a:pt x="514" y="294"/>
                  </a:lnTo>
                  <a:lnTo>
                    <a:pt x="515" y="294"/>
                  </a:lnTo>
                  <a:lnTo>
                    <a:pt x="516" y="295"/>
                  </a:lnTo>
                  <a:lnTo>
                    <a:pt x="517" y="295"/>
                  </a:lnTo>
                  <a:lnTo>
                    <a:pt x="517" y="295"/>
                  </a:lnTo>
                  <a:lnTo>
                    <a:pt x="518" y="296"/>
                  </a:lnTo>
                  <a:lnTo>
                    <a:pt x="519" y="296"/>
                  </a:lnTo>
                  <a:lnTo>
                    <a:pt x="520" y="297"/>
                  </a:lnTo>
                  <a:lnTo>
                    <a:pt x="520" y="297"/>
                  </a:lnTo>
                  <a:lnTo>
                    <a:pt x="521" y="297"/>
                  </a:lnTo>
                  <a:lnTo>
                    <a:pt x="529" y="282"/>
                  </a:lnTo>
                  <a:close/>
                  <a:moveTo>
                    <a:pt x="457" y="231"/>
                  </a:moveTo>
                  <a:lnTo>
                    <a:pt x="457" y="231"/>
                  </a:lnTo>
                  <a:cubicBezTo>
                    <a:pt x="354" y="231"/>
                    <a:pt x="271" y="314"/>
                    <a:pt x="271" y="417"/>
                  </a:cubicBezTo>
                  <a:cubicBezTo>
                    <a:pt x="271" y="520"/>
                    <a:pt x="354" y="603"/>
                    <a:pt x="457" y="603"/>
                  </a:cubicBezTo>
                  <a:cubicBezTo>
                    <a:pt x="560" y="603"/>
                    <a:pt x="643" y="520"/>
                    <a:pt x="643" y="417"/>
                  </a:cubicBezTo>
                  <a:cubicBezTo>
                    <a:pt x="643" y="314"/>
                    <a:pt x="560" y="231"/>
                    <a:pt x="457" y="231"/>
                  </a:cubicBezTo>
                  <a:close/>
                  <a:moveTo>
                    <a:pt x="30" y="153"/>
                  </a:moveTo>
                  <a:lnTo>
                    <a:pt x="30" y="153"/>
                  </a:lnTo>
                  <a:cubicBezTo>
                    <a:pt x="66" y="150"/>
                    <a:pt x="102" y="148"/>
                    <a:pt x="138" y="147"/>
                  </a:cubicBezTo>
                  <a:cubicBezTo>
                    <a:pt x="114" y="146"/>
                    <a:pt x="89" y="144"/>
                    <a:pt x="65" y="141"/>
                  </a:cubicBezTo>
                  <a:cubicBezTo>
                    <a:pt x="49" y="139"/>
                    <a:pt x="35" y="128"/>
                    <a:pt x="35" y="111"/>
                  </a:cubicBezTo>
                  <a:cubicBezTo>
                    <a:pt x="35" y="87"/>
                    <a:pt x="35" y="63"/>
                    <a:pt x="35" y="39"/>
                  </a:cubicBezTo>
                  <a:cubicBezTo>
                    <a:pt x="35" y="23"/>
                    <a:pt x="49" y="11"/>
                    <a:pt x="65" y="9"/>
                  </a:cubicBezTo>
                  <a:cubicBezTo>
                    <a:pt x="163" y="0"/>
                    <a:pt x="260" y="1"/>
                    <a:pt x="358" y="9"/>
                  </a:cubicBezTo>
                  <a:cubicBezTo>
                    <a:pt x="374" y="11"/>
                    <a:pt x="388" y="23"/>
                    <a:pt x="388" y="39"/>
                  </a:cubicBezTo>
                  <a:cubicBezTo>
                    <a:pt x="388" y="63"/>
                    <a:pt x="388" y="87"/>
                    <a:pt x="388" y="111"/>
                  </a:cubicBezTo>
                  <a:cubicBezTo>
                    <a:pt x="388" y="128"/>
                    <a:pt x="374" y="139"/>
                    <a:pt x="358" y="141"/>
                  </a:cubicBezTo>
                  <a:cubicBezTo>
                    <a:pt x="323" y="145"/>
                    <a:pt x="287" y="147"/>
                    <a:pt x="252" y="149"/>
                  </a:cubicBezTo>
                  <a:cubicBezTo>
                    <a:pt x="276" y="150"/>
                    <a:pt x="299" y="151"/>
                    <a:pt x="323" y="153"/>
                  </a:cubicBezTo>
                  <a:cubicBezTo>
                    <a:pt x="339" y="155"/>
                    <a:pt x="353" y="167"/>
                    <a:pt x="353" y="183"/>
                  </a:cubicBezTo>
                  <a:lnTo>
                    <a:pt x="353" y="218"/>
                  </a:lnTo>
                  <a:cubicBezTo>
                    <a:pt x="333" y="229"/>
                    <a:pt x="314" y="242"/>
                    <a:pt x="299" y="258"/>
                  </a:cubicBezTo>
                  <a:cubicBezTo>
                    <a:pt x="289" y="268"/>
                    <a:pt x="280" y="278"/>
                    <a:pt x="272" y="290"/>
                  </a:cubicBezTo>
                  <a:cubicBezTo>
                    <a:pt x="191" y="296"/>
                    <a:pt x="111" y="294"/>
                    <a:pt x="30" y="285"/>
                  </a:cubicBezTo>
                  <a:cubicBezTo>
                    <a:pt x="13" y="283"/>
                    <a:pt x="0" y="272"/>
                    <a:pt x="0" y="255"/>
                  </a:cubicBezTo>
                  <a:cubicBezTo>
                    <a:pt x="0" y="231"/>
                    <a:pt x="0" y="207"/>
                    <a:pt x="0" y="183"/>
                  </a:cubicBezTo>
                  <a:cubicBezTo>
                    <a:pt x="0" y="167"/>
                    <a:pt x="13" y="155"/>
                    <a:pt x="30" y="153"/>
                  </a:cubicBezTo>
                  <a:close/>
                </a:path>
              </a:pathLst>
            </a:custGeom>
            <a:solidFill>
              <a:srgbClr val="FFFFFF"/>
            </a:solidFill>
            <a:ln>
              <a:noFill/>
            </a:ln>
          </p:spPr>
          <p:txBody>
            <a:bodyPr vert="horz" wrap="square" lIns="91440" tIns="45720" rIns="91440" bIns="45720" numCol="1" anchor="t" anchorCtr="0" compatLnSpc="1"/>
            <a:p>
              <a:pPr marL="0" marR="0" lvl="0" indent="0" defTabSz="914400" eaLnBrk="1" fontAlgn="auto" latinLnBrk="0" hangingPunct="1">
                <a:lnSpc>
                  <a:spcPct val="100000"/>
                </a:lnSpc>
                <a:spcBef>
                  <a:spcPts val="0"/>
                </a:spcBef>
                <a:spcAft>
                  <a:spcPts val="0"/>
                </a:spcAft>
                <a:buClrTx/>
                <a:buSzTx/>
                <a:buFontTx/>
                <a:buNone/>
                <a:defRPr/>
              </a:pPr>
              <a:r>
                <a:rPr kumimoji="0" lang="en-US" altLang="zh-CN" sz="1800" b="0" i="0" u="none" strike="noStrike" kern="0" cap="none" spc="0" normalizeH="0" baseline="0" noProof="0" dirty="0">
                  <a:ln>
                    <a:noFill/>
                  </a:ln>
                  <a:solidFill>
                    <a:sysClr val="windowText" lastClr="000000"/>
                  </a:solidFill>
                  <a:effectLst/>
                  <a:uLnTx/>
                  <a:uFillTx/>
                  <a:latin typeface="+mn-lt"/>
                  <a:ea typeface="+mn-ea"/>
                  <a:cs typeface="黑体-简" panose="02000000000000000000" charset="-122"/>
                </a:rPr>
                <a:t> </a:t>
              </a:r>
              <a:endParaRPr kumimoji="0" lang="zh-CN" altLang="en-US" sz="1800" b="0" i="0" u="none" strike="noStrike" kern="0" cap="none" spc="0" normalizeH="0" baseline="0" noProof="0" dirty="0">
                <a:ln>
                  <a:noFill/>
                </a:ln>
                <a:solidFill>
                  <a:sysClr val="windowText" lastClr="000000"/>
                </a:solidFill>
                <a:effectLst/>
                <a:uLnTx/>
                <a:uFillTx/>
                <a:cs typeface="黑体-简" panose="02000000000000000000" charset="-122"/>
              </a:endParaRPr>
            </a:p>
          </p:txBody>
        </p:sp>
      </p:grpSp>
      <p:grpSp>
        <p:nvGrpSpPr>
          <p:cNvPr id="28" name="组合 27"/>
          <p:cNvGrpSpPr/>
          <p:nvPr userDrawn="1"/>
        </p:nvGrpSpPr>
        <p:grpSpPr>
          <a:xfrm>
            <a:off x="7451725" y="5299075"/>
            <a:ext cx="540385" cy="520700"/>
            <a:chOff x="1987756" y="1262808"/>
            <a:chExt cx="681980" cy="681980"/>
          </a:xfrm>
        </p:grpSpPr>
        <p:sp>
          <p:nvSpPr>
            <p:cNvPr id="29" name="椭圆 50"/>
            <p:cNvSpPr>
              <a:spLocks noChangeArrowheads="1"/>
            </p:cNvSpPr>
            <p:nvPr/>
          </p:nvSpPr>
          <p:spPr bwMode="auto">
            <a:xfrm>
              <a:off x="1987756" y="1262808"/>
              <a:ext cx="681980" cy="681980"/>
            </a:xfrm>
            <a:prstGeom prst="ellipse">
              <a:avLst/>
            </a:prstGeom>
            <a:solidFill>
              <a:srgbClr val="7F7F7F"/>
            </a:solidFill>
            <a:ln w="76200" cap="sq" cmpd="sng">
              <a:solidFill>
                <a:srgbClr val="C8C6BD"/>
              </a:solidFill>
              <a:round/>
            </a:ln>
          </p:spPr>
          <p:txBody>
            <a:bodyPr anchor="ctr"/>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zh-CN" sz="2400" b="0" i="0" u="none" strike="noStrike" kern="0" cap="none" spc="0" normalizeH="0" baseline="0" noProof="0">
                <a:ln>
                  <a:noFill/>
                </a:ln>
                <a:solidFill>
                  <a:srgbClr val="FFFFFF"/>
                </a:solidFill>
                <a:effectLst/>
                <a:uLnTx/>
                <a:uFillTx/>
                <a:latin typeface="黑体-简" panose="02000000000000000000" charset="-122"/>
                <a:cs typeface="黑体-简" panose="02000000000000000000" charset="-122"/>
                <a:sym typeface="黑体-简" panose="02000000000000000000" charset="-122"/>
              </a:endParaRPr>
            </a:p>
          </p:txBody>
        </p:sp>
        <p:sp>
          <p:nvSpPr>
            <p:cNvPr id="30" name="Freeform 10"/>
            <p:cNvSpPr>
              <a:spLocks noEditPoints="1"/>
            </p:cNvSpPr>
            <p:nvPr/>
          </p:nvSpPr>
          <p:spPr bwMode="auto">
            <a:xfrm>
              <a:off x="2130746" y="1370108"/>
              <a:ext cx="396000" cy="415536"/>
            </a:xfrm>
            <a:custGeom>
              <a:avLst/>
              <a:gdLst>
                <a:gd name="T0" fmla="*/ 760 w 1139"/>
                <a:gd name="T1" fmla="*/ 420 h 1088"/>
                <a:gd name="T2" fmla="*/ 745 w 1139"/>
                <a:gd name="T3" fmla="*/ 452 h 1088"/>
                <a:gd name="T4" fmla="*/ 741 w 1139"/>
                <a:gd name="T5" fmla="*/ 473 h 1088"/>
                <a:gd name="T6" fmla="*/ 742 w 1139"/>
                <a:gd name="T7" fmla="*/ 513 h 1088"/>
                <a:gd name="T8" fmla="*/ 756 w 1139"/>
                <a:gd name="T9" fmla="*/ 552 h 1088"/>
                <a:gd name="T10" fmla="*/ 769 w 1139"/>
                <a:gd name="T11" fmla="*/ 571 h 1088"/>
                <a:gd name="T12" fmla="*/ 801 w 1139"/>
                <a:gd name="T13" fmla="*/ 598 h 1088"/>
                <a:gd name="T14" fmla="*/ 822 w 1139"/>
                <a:gd name="T15" fmla="*/ 608 h 1088"/>
                <a:gd name="T16" fmla="*/ 866 w 1139"/>
                <a:gd name="T17" fmla="*/ 363 h 1088"/>
                <a:gd name="T18" fmla="*/ 814 w 1139"/>
                <a:gd name="T19" fmla="*/ 374 h 1088"/>
                <a:gd name="T20" fmla="*/ 785 w 1139"/>
                <a:gd name="T21" fmla="*/ 392 h 1088"/>
                <a:gd name="T22" fmla="*/ 771 w 1139"/>
                <a:gd name="T23" fmla="*/ 406 h 1088"/>
                <a:gd name="T24" fmla="*/ 696 w 1139"/>
                <a:gd name="T25" fmla="*/ 127 h 1088"/>
                <a:gd name="T26" fmla="*/ 570 w 1139"/>
                <a:gd name="T27" fmla="*/ 253 h 1088"/>
                <a:gd name="T28" fmla="*/ 688 w 1139"/>
                <a:gd name="T29" fmla="*/ 513 h 1088"/>
                <a:gd name="T30" fmla="*/ 688 w 1139"/>
                <a:gd name="T31" fmla="*/ 461 h 1088"/>
                <a:gd name="T32" fmla="*/ 651 w 1139"/>
                <a:gd name="T33" fmla="*/ 279 h 1088"/>
                <a:gd name="T34" fmla="*/ 453 w 1139"/>
                <a:gd name="T35" fmla="*/ 490 h 1088"/>
                <a:gd name="T36" fmla="*/ 570 w 1139"/>
                <a:gd name="T37" fmla="*/ 718 h 1088"/>
                <a:gd name="T38" fmla="*/ 512 w 1139"/>
                <a:gd name="T39" fmla="*/ 725 h 1088"/>
                <a:gd name="T40" fmla="*/ 484 w 1139"/>
                <a:gd name="T41" fmla="*/ 693 h 1088"/>
                <a:gd name="T42" fmla="*/ 466 w 1139"/>
                <a:gd name="T43" fmla="*/ 678 h 1088"/>
                <a:gd name="T44" fmla="*/ 388 w 1139"/>
                <a:gd name="T45" fmla="*/ 645 h 1088"/>
                <a:gd name="T46" fmla="*/ 355 w 1139"/>
                <a:gd name="T47" fmla="*/ 642 h 1088"/>
                <a:gd name="T48" fmla="*/ 0 w 1139"/>
                <a:gd name="T49" fmla="*/ 1088 h 1088"/>
                <a:gd name="T50" fmla="*/ 151 w 1139"/>
                <a:gd name="T51" fmla="*/ 824 h 1088"/>
                <a:gd name="T52" fmla="*/ 391 w 1139"/>
                <a:gd name="T53" fmla="*/ 824 h 1088"/>
                <a:gd name="T54" fmla="*/ 546 w 1139"/>
                <a:gd name="T55" fmla="*/ 1088 h 1088"/>
                <a:gd name="T56" fmla="*/ 512 w 1139"/>
                <a:gd name="T57" fmla="*/ 725 h 1088"/>
                <a:gd name="T58" fmla="*/ 785 w 1139"/>
                <a:gd name="T59" fmla="*/ 642 h 1088"/>
                <a:gd name="T60" fmla="*/ 750 w 1139"/>
                <a:gd name="T61" fmla="*/ 646 h 1088"/>
                <a:gd name="T62" fmla="*/ 655 w 1139"/>
                <a:gd name="T63" fmla="*/ 693 h 1088"/>
                <a:gd name="T64" fmla="*/ 639 w 1139"/>
                <a:gd name="T65" fmla="*/ 709 h 1088"/>
                <a:gd name="T66" fmla="*/ 705 w 1139"/>
                <a:gd name="T67" fmla="*/ 1088 h 1088"/>
                <a:gd name="T68" fmla="*/ 744 w 1139"/>
                <a:gd name="T69" fmla="*/ 1088 h 1088"/>
                <a:gd name="T70" fmla="*/ 1024 w 1139"/>
                <a:gd name="T71" fmla="*/ 824 h 1088"/>
                <a:gd name="T72" fmla="*/ 1139 w 1139"/>
                <a:gd name="T73" fmla="*/ 833 h 1088"/>
                <a:gd name="T74" fmla="*/ 273 w 1139"/>
                <a:gd name="T75" fmla="*/ 616 h 1088"/>
                <a:gd name="T76" fmla="*/ 337 w 1139"/>
                <a:gd name="T77" fmla="*/ 599 h 1088"/>
                <a:gd name="T78" fmla="*/ 355 w 1139"/>
                <a:gd name="T79" fmla="*/ 586 h 1088"/>
                <a:gd name="T80" fmla="*/ 391 w 1139"/>
                <a:gd name="T81" fmla="*/ 535 h 1088"/>
                <a:gd name="T82" fmla="*/ 398 w 1139"/>
                <a:gd name="T83" fmla="*/ 510 h 1088"/>
                <a:gd name="T84" fmla="*/ 398 w 1139"/>
                <a:gd name="T85" fmla="*/ 468 h 1088"/>
                <a:gd name="T86" fmla="*/ 388 w 1139"/>
                <a:gd name="T87" fmla="*/ 437 h 1088"/>
                <a:gd name="T88" fmla="*/ 378 w 1139"/>
                <a:gd name="T89" fmla="*/ 419 h 1088"/>
                <a:gd name="T90" fmla="*/ 354 w 1139"/>
                <a:gd name="T91" fmla="*/ 393 h 1088"/>
                <a:gd name="T92" fmla="*/ 338 w 1139"/>
                <a:gd name="T93" fmla="*/ 381 h 1088"/>
                <a:gd name="T94" fmla="*/ 273 w 1139"/>
                <a:gd name="T95" fmla="*/ 363 h 10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139" h="1088">
                  <a:moveTo>
                    <a:pt x="771" y="406"/>
                  </a:moveTo>
                  <a:cubicBezTo>
                    <a:pt x="767" y="411"/>
                    <a:pt x="764" y="415"/>
                    <a:pt x="761" y="419"/>
                  </a:cubicBezTo>
                  <a:cubicBezTo>
                    <a:pt x="761" y="420"/>
                    <a:pt x="761" y="420"/>
                    <a:pt x="760" y="420"/>
                  </a:cubicBezTo>
                  <a:cubicBezTo>
                    <a:pt x="758" y="424"/>
                    <a:pt x="755" y="429"/>
                    <a:pt x="753" y="433"/>
                  </a:cubicBezTo>
                  <a:cubicBezTo>
                    <a:pt x="752" y="435"/>
                    <a:pt x="752" y="436"/>
                    <a:pt x="751" y="437"/>
                  </a:cubicBezTo>
                  <a:cubicBezTo>
                    <a:pt x="749" y="442"/>
                    <a:pt x="747" y="447"/>
                    <a:pt x="745" y="452"/>
                  </a:cubicBezTo>
                  <a:cubicBezTo>
                    <a:pt x="745" y="452"/>
                    <a:pt x="745" y="453"/>
                    <a:pt x="745" y="453"/>
                  </a:cubicBezTo>
                  <a:cubicBezTo>
                    <a:pt x="744" y="458"/>
                    <a:pt x="742" y="463"/>
                    <a:pt x="741" y="468"/>
                  </a:cubicBezTo>
                  <a:cubicBezTo>
                    <a:pt x="741" y="470"/>
                    <a:pt x="741" y="471"/>
                    <a:pt x="741" y="473"/>
                  </a:cubicBezTo>
                  <a:cubicBezTo>
                    <a:pt x="740" y="478"/>
                    <a:pt x="740" y="484"/>
                    <a:pt x="740" y="490"/>
                  </a:cubicBezTo>
                  <a:cubicBezTo>
                    <a:pt x="740" y="497"/>
                    <a:pt x="740" y="504"/>
                    <a:pt x="741" y="510"/>
                  </a:cubicBezTo>
                  <a:cubicBezTo>
                    <a:pt x="742" y="511"/>
                    <a:pt x="742" y="512"/>
                    <a:pt x="742" y="513"/>
                  </a:cubicBezTo>
                  <a:cubicBezTo>
                    <a:pt x="743" y="520"/>
                    <a:pt x="745" y="526"/>
                    <a:pt x="747" y="532"/>
                  </a:cubicBezTo>
                  <a:cubicBezTo>
                    <a:pt x="747" y="533"/>
                    <a:pt x="748" y="534"/>
                    <a:pt x="748" y="535"/>
                  </a:cubicBezTo>
                  <a:cubicBezTo>
                    <a:pt x="750" y="541"/>
                    <a:pt x="753" y="547"/>
                    <a:pt x="756" y="552"/>
                  </a:cubicBezTo>
                  <a:cubicBezTo>
                    <a:pt x="757" y="553"/>
                    <a:pt x="757" y="554"/>
                    <a:pt x="758" y="555"/>
                  </a:cubicBezTo>
                  <a:cubicBezTo>
                    <a:pt x="761" y="560"/>
                    <a:pt x="765" y="566"/>
                    <a:pt x="769" y="571"/>
                  </a:cubicBezTo>
                  <a:cubicBezTo>
                    <a:pt x="769" y="571"/>
                    <a:pt x="769" y="571"/>
                    <a:pt x="769" y="571"/>
                  </a:cubicBezTo>
                  <a:cubicBezTo>
                    <a:pt x="774" y="576"/>
                    <a:pt x="778" y="581"/>
                    <a:pt x="783" y="585"/>
                  </a:cubicBezTo>
                  <a:cubicBezTo>
                    <a:pt x="784" y="586"/>
                    <a:pt x="784" y="586"/>
                    <a:pt x="784" y="586"/>
                  </a:cubicBezTo>
                  <a:cubicBezTo>
                    <a:pt x="789" y="591"/>
                    <a:pt x="795" y="594"/>
                    <a:pt x="801" y="598"/>
                  </a:cubicBezTo>
                  <a:cubicBezTo>
                    <a:pt x="801" y="598"/>
                    <a:pt x="802" y="599"/>
                    <a:pt x="802" y="599"/>
                  </a:cubicBezTo>
                  <a:cubicBezTo>
                    <a:pt x="808" y="602"/>
                    <a:pt x="814" y="605"/>
                    <a:pt x="820" y="608"/>
                  </a:cubicBezTo>
                  <a:cubicBezTo>
                    <a:pt x="821" y="608"/>
                    <a:pt x="821" y="608"/>
                    <a:pt x="822" y="608"/>
                  </a:cubicBezTo>
                  <a:cubicBezTo>
                    <a:pt x="836" y="613"/>
                    <a:pt x="851" y="616"/>
                    <a:pt x="866" y="616"/>
                  </a:cubicBezTo>
                  <a:cubicBezTo>
                    <a:pt x="936" y="616"/>
                    <a:pt x="993" y="559"/>
                    <a:pt x="993" y="490"/>
                  </a:cubicBezTo>
                  <a:cubicBezTo>
                    <a:pt x="993" y="420"/>
                    <a:pt x="936" y="363"/>
                    <a:pt x="866" y="363"/>
                  </a:cubicBezTo>
                  <a:cubicBezTo>
                    <a:pt x="848" y="363"/>
                    <a:pt x="831" y="367"/>
                    <a:pt x="816" y="374"/>
                  </a:cubicBezTo>
                  <a:cubicBezTo>
                    <a:pt x="816" y="374"/>
                    <a:pt x="816" y="374"/>
                    <a:pt x="816" y="374"/>
                  </a:cubicBezTo>
                  <a:cubicBezTo>
                    <a:pt x="815" y="374"/>
                    <a:pt x="815" y="374"/>
                    <a:pt x="814" y="374"/>
                  </a:cubicBezTo>
                  <a:cubicBezTo>
                    <a:pt x="810" y="376"/>
                    <a:pt x="806" y="379"/>
                    <a:pt x="802" y="381"/>
                  </a:cubicBezTo>
                  <a:cubicBezTo>
                    <a:pt x="800" y="382"/>
                    <a:pt x="799" y="382"/>
                    <a:pt x="798" y="383"/>
                  </a:cubicBezTo>
                  <a:cubicBezTo>
                    <a:pt x="794" y="386"/>
                    <a:pt x="789" y="389"/>
                    <a:pt x="785" y="392"/>
                  </a:cubicBezTo>
                  <a:cubicBezTo>
                    <a:pt x="785" y="393"/>
                    <a:pt x="784" y="393"/>
                    <a:pt x="784" y="393"/>
                  </a:cubicBezTo>
                  <a:cubicBezTo>
                    <a:pt x="780" y="397"/>
                    <a:pt x="777" y="400"/>
                    <a:pt x="773" y="404"/>
                  </a:cubicBezTo>
                  <a:cubicBezTo>
                    <a:pt x="773" y="405"/>
                    <a:pt x="772" y="406"/>
                    <a:pt x="771" y="406"/>
                  </a:cubicBezTo>
                  <a:close/>
                  <a:moveTo>
                    <a:pt x="570" y="253"/>
                  </a:moveTo>
                  <a:lnTo>
                    <a:pt x="570" y="253"/>
                  </a:lnTo>
                  <a:cubicBezTo>
                    <a:pt x="639" y="253"/>
                    <a:pt x="696" y="196"/>
                    <a:pt x="696" y="127"/>
                  </a:cubicBezTo>
                  <a:cubicBezTo>
                    <a:pt x="696" y="57"/>
                    <a:pt x="639" y="0"/>
                    <a:pt x="570" y="0"/>
                  </a:cubicBezTo>
                  <a:cubicBezTo>
                    <a:pt x="500" y="0"/>
                    <a:pt x="443" y="57"/>
                    <a:pt x="443" y="127"/>
                  </a:cubicBezTo>
                  <a:cubicBezTo>
                    <a:pt x="443" y="196"/>
                    <a:pt x="500" y="253"/>
                    <a:pt x="570" y="253"/>
                  </a:cubicBezTo>
                  <a:close/>
                  <a:moveTo>
                    <a:pt x="688" y="609"/>
                  </a:moveTo>
                  <a:lnTo>
                    <a:pt x="688" y="609"/>
                  </a:lnTo>
                  <a:lnTo>
                    <a:pt x="688" y="513"/>
                  </a:lnTo>
                  <a:cubicBezTo>
                    <a:pt x="687" y="505"/>
                    <a:pt x="686" y="497"/>
                    <a:pt x="686" y="490"/>
                  </a:cubicBezTo>
                  <a:cubicBezTo>
                    <a:pt x="686" y="482"/>
                    <a:pt x="687" y="474"/>
                    <a:pt x="688" y="467"/>
                  </a:cubicBezTo>
                  <a:lnTo>
                    <a:pt x="688" y="461"/>
                  </a:lnTo>
                  <a:lnTo>
                    <a:pt x="689" y="461"/>
                  </a:lnTo>
                  <a:cubicBezTo>
                    <a:pt x="698" y="405"/>
                    <a:pt x="733" y="357"/>
                    <a:pt x="782" y="331"/>
                  </a:cubicBezTo>
                  <a:cubicBezTo>
                    <a:pt x="748" y="299"/>
                    <a:pt x="702" y="279"/>
                    <a:pt x="651" y="279"/>
                  </a:cubicBezTo>
                  <a:lnTo>
                    <a:pt x="488" y="279"/>
                  </a:lnTo>
                  <a:cubicBezTo>
                    <a:pt x="437" y="279"/>
                    <a:pt x="391" y="299"/>
                    <a:pt x="357" y="331"/>
                  </a:cubicBezTo>
                  <a:cubicBezTo>
                    <a:pt x="414" y="361"/>
                    <a:pt x="453" y="421"/>
                    <a:pt x="453" y="490"/>
                  </a:cubicBezTo>
                  <a:cubicBezTo>
                    <a:pt x="453" y="504"/>
                    <a:pt x="451" y="518"/>
                    <a:pt x="448" y="531"/>
                  </a:cubicBezTo>
                  <a:lnTo>
                    <a:pt x="448" y="608"/>
                  </a:lnTo>
                  <a:cubicBezTo>
                    <a:pt x="500" y="629"/>
                    <a:pt x="543" y="668"/>
                    <a:pt x="570" y="718"/>
                  </a:cubicBezTo>
                  <a:cubicBezTo>
                    <a:pt x="595" y="669"/>
                    <a:pt x="638" y="631"/>
                    <a:pt x="688" y="609"/>
                  </a:cubicBezTo>
                  <a:close/>
                  <a:moveTo>
                    <a:pt x="512" y="725"/>
                  </a:moveTo>
                  <a:lnTo>
                    <a:pt x="512" y="725"/>
                  </a:lnTo>
                  <a:cubicBezTo>
                    <a:pt x="508" y="719"/>
                    <a:pt x="504" y="714"/>
                    <a:pt x="499" y="709"/>
                  </a:cubicBezTo>
                  <a:cubicBezTo>
                    <a:pt x="499" y="708"/>
                    <a:pt x="498" y="707"/>
                    <a:pt x="497" y="707"/>
                  </a:cubicBezTo>
                  <a:cubicBezTo>
                    <a:pt x="493" y="702"/>
                    <a:pt x="489" y="698"/>
                    <a:pt x="484" y="693"/>
                  </a:cubicBezTo>
                  <a:cubicBezTo>
                    <a:pt x="484" y="693"/>
                    <a:pt x="483" y="692"/>
                    <a:pt x="482" y="691"/>
                  </a:cubicBezTo>
                  <a:cubicBezTo>
                    <a:pt x="477" y="687"/>
                    <a:pt x="473" y="683"/>
                    <a:pt x="467" y="679"/>
                  </a:cubicBezTo>
                  <a:cubicBezTo>
                    <a:pt x="467" y="679"/>
                    <a:pt x="466" y="679"/>
                    <a:pt x="466" y="678"/>
                  </a:cubicBezTo>
                  <a:cubicBezTo>
                    <a:pt x="449" y="666"/>
                    <a:pt x="429" y="656"/>
                    <a:pt x="409" y="650"/>
                  </a:cubicBezTo>
                  <a:cubicBezTo>
                    <a:pt x="404" y="649"/>
                    <a:pt x="400" y="648"/>
                    <a:pt x="395" y="647"/>
                  </a:cubicBezTo>
                  <a:cubicBezTo>
                    <a:pt x="393" y="646"/>
                    <a:pt x="390" y="646"/>
                    <a:pt x="388" y="645"/>
                  </a:cubicBezTo>
                  <a:cubicBezTo>
                    <a:pt x="385" y="645"/>
                    <a:pt x="381" y="644"/>
                    <a:pt x="378" y="644"/>
                  </a:cubicBezTo>
                  <a:cubicBezTo>
                    <a:pt x="376" y="644"/>
                    <a:pt x="374" y="643"/>
                    <a:pt x="372" y="643"/>
                  </a:cubicBezTo>
                  <a:cubicBezTo>
                    <a:pt x="366" y="643"/>
                    <a:pt x="360" y="642"/>
                    <a:pt x="355" y="642"/>
                  </a:cubicBezTo>
                  <a:lnTo>
                    <a:pt x="191" y="642"/>
                  </a:lnTo>
                  <a:cubicBezTo>
                    <a:pt x="86" y="642"/>
                    <a:pt x="0" y="728"/>
                    <a:pt x="0" y="833"/>
                  </a:cubicBezTo>
                  <a:lnTo>
                    <a:pt x="0" y="1088"/>
                  </a:lnTo>
                  <a:lnTo>
                    <a:pt x="112" y="1088"/>
                  </a:lnTo>
                  <a:lnTo>
                    <a:pt x="112" y="824"/>
                  </a:lnTo>
                  <a:lnTo>
                    <a:pt x="151" y="824"/>
                  </a:lnTo>
                  <a:lnTo>
                    <a:pt x="151" y="1088"/>
                  </a:lnTo>
                  <a:lnTo>
                    <a:pt x="391" y="1088"/>
                  </a:lnTo>
                  <a:lnTo>
                    <a:pt x="391" y="824"/>
                  </a:lnTo>
                  <a:lnTo>
                    <a:pt x="430" y="824"/>
                  </a:lnTo>
                  <a:lnTo>
                    <a:pt x="430" y="1088"/>
                  </a:lnTo>
                  <a:lnTo>
                    <a:pt x="546" y="1088"/>
                  </a:lnTo>
                  <a:lnTo>
                    <a:pt x="546" y="833"/>
                  </a:lnTo>
                  <a:cubicBezTo>
                    <a:pt x="546" y="793"/>
                    <a:pt x="533" y="756"/>
                    <a:pt x="512" y="725"/>
                  </a:cubicBezTo>
                  <a:cubicBezTo>
                    <a:pt x="512" y="725"/>
                    <a:pt x="512" y="725"/>
                    <a:pt x="512" y="725"/>
                  </a:cubicBezTo>
                  <a:close/>
                  <a:moveTo>
                    <a:pt x="948" y="642"/>
                  </a:moveTo>
                  <a:lnTo>
                    <a:pt x="948" y="642"/>
                  </a:lnTo>
                  <a:lnTo>
                    <a:pt x="785" y="642"/>
                  </a:lnTo>
                  <a:cubicBezTo>
                    <a:pt x="779" y="642"/>
                    <a:pt x="773" y="643"/>
                    <a:pt x="767" y="643"/>
                  </a:cubicBezTo>
                  <a:cubicBezTo>
                    <a:pt x="765" y="643"/>
                    <a:pt x="763" y="644"/>
                    <a:pt x="761" y="644"/>
                  </a:cubicBezTo>
                  <a:cubicBezTo>
                    <a:pt x="758" y="644"/>
                    <a:pt x="754" y="645"/>
                    <a:pt x="750" y="646"/>
                  </a:cubicBezTo>
                  <a:cubicBezTo>
                    <a:pt x="748" y="646"/>
                    <a:pt x="746" y="646"/>
                    <a:pt x="743" y="647"/>
                  </a:cubicBezTo>
                  <a:cubicBezTo>
                    <a:pt x="739" y="648"/>
                    <a:pt x="735" y="649"/>
                    <a:pt x="731" y="650"/>
                  </a:cubicBezTo>
                  <a:cubicBezTo>
                    <a:pt x="703" y="658"/>
                    <a:pt x="676" y="673"/>
                    <a:pt x="655" y="693"/>
                  </a:cubicBezTo>
                  <a:cubicBezTo>
                    <a:pt x="655" y="694"/>
                    <a:pt x="654" y="694"/>
                    <a:pt x="654" y="694"/>
                  </a:cubicBezTo>
                  <a:cubicBezTo>
                    <a:pt x="649" y="698"/>
                    <a:pt x="645" y="703"/>
                    <a:pt x="641" y="708"/>
                  </a:cubicBezTo>
                  <a:cubicBezTo>
                    <a:pt x="640" y="708"/>
                    <a:pt x="640" y="709"/>
                    <a:pt x="639" y="709"/>
                  </a:cubicBezTo>
                  <a:cubicBezTo>
                    <a:pt x="611" y="743"/>
                    <a:pt x="593" y="786"/>
                    <a:pt x="593" y="833"/>
                  </a:cubicBezTo>
                  <a:lnTo>
                    <a:pt x="593" y="1088"/>
                  </a:lnTo>
                  <a:lnTo>
                    <a:pt x="705" y="1088"/>
                  </a:lnTo>
                  <a:lnTo>
                    <a:pt x="705" y="824"/>
                  </a:lnTo>
                  <a:lnTo>
                    <a:pt x="744" y="824"/>
                  </a:lnTo>
                  <a:lnTo>
                    <a:pt x="744" y="1088"/>
                  </a:lnTo>
                  <a:lnTo>
                    <a:pt x="985" y="1088"/>
                  </a:lnTo>
                  <a:lnTo>
                    <a:pt x="985" y="824"/>
                  </a:lnTo>
                  <a:lnTo>
                    <a:pt x="1024" y="824"/>
                  </a:lnTo>
                  <a:lnTo>
                    <a:pt x="1024" y="1088"/>
                  </a:lnTo>
                  <a:lnTo>
                    <a:pt x="1139" y="1088"/>
                  </a:lnTo>
                  <a:lnTo>
                    <a:pt x="1139" y="833"/>
                  </a:lnTo>
                  <a:cubicBezTo>
                    <a:pt x="1139" y="728"/>
                    <a:pt x="1053" y="642"/>
                    <a:pt x="948" y="642"/>
                  </a:cubicBezTo>
                  <a:close/>
                  <a:moveTo>
                    <a:pt x="273" y="616"/>
                  </a:moveTo>
                  <a:lnTo>
                    <a:pt x="273" y="616"/>
                  </a:lnTo>
                  <a:cubicBezTo>
                    <a:pt x="289" y="616"/>
                    <a:pt x="304" y="613"/>
                    <a:pt x="317" y="608"/>
                  </a:cubicBezTo>
                  <a:cubicBezTo>
                    <a:pt x="318" y="608"/>
                    <a:pt x="318" y="608"/>
                    <a:pt x="318" y="608"/>
                  </a:cubicBezTo>
                  <a:cubicBezTo>
                    <a:pt x="325" y="605"/>
                    <a:pt x="331" y="602"/>
                    <a:pt x="337" y="599"/>
                  </a:cubicBezTo>
                  <a:cubicBezTo>
                    <a:pt x="337" y="599"/>
                    <a:pt x="338" y="598"/>
                    <a:pt x="338" y="598"/>
                  </a:cubicBezTo>
                  <a:cubicBezTo>
                    <a:pt x="344" y="594"/>
                    <a:pt x="350" y="591"/>
                    <a:pt x="355" y="586"/>
                  </a:cubicBezTo>
                  <a:cubicBezTo>
                    <a:pt x="355" y="586"/>
                    <a:pt x="355" y="586"/>
                    <a:pt x="355" y="586"/>
                  </a:cubicBezTo>
                  <a:cubicBezTo>
                    <a:pt x="366" y="577"/>
                    <a:pt x="374" y="566"/>
                    <a:pt x="381" y="554"/>
                  </a:cubicBezTo>
                  <a:cubicBezTo>
                    <a:pt x="382" y="554"/>
                    <a:pt x="382" y="553"/>
                    <a:pt x="383" y="552"/>
                  </a:cubicBezTo>
                  <a:cubicBezTo>
                    <a:pt x="386" y="547"/>
                    <a:pt x="389" y="541"/>
                    <a:pt x="391" y="535"/>
                  </a:cubicBezTo>
                  <a:cubicBezTo>
                    <a:pt x="391" y="534"/>
                    <a:pt x="392" y="533"/>
                    <a:pt x="392" y="532"/>
                  </a:cubicBezTo>
                  <a:cubicBezTo>
                    <a:pt x="394" y="526"/>
                    <a:pt x="396" y="520"/>
                    <a:pt x="397" y="513"/>
                  </a:cubicBezTo>
                  <a:cubicBezTo>
                    <a:pt x="397" y="512"/>
                    <a:pt x="398" y="511"/>
                    <a:pt x="398" y="510"/>
                  </a:cubicBezTo>
                  <a:cubicBezTo>
                    <a:pt x="399" y="504"/>
                    <a:pt x="399" y="497"/>
                    <a:pt x="399" y="490"/>
                  </a:cubicBezTo>
                  <a:cubicBezTo>
                    <a:pt x="399" y="484"/>
                    <a:pt x="399" y="478"/>
                    <a:pt x="398" y="472"/>
                  </a:cubicBezTo>
                  <a:cubicBezTo>
                    <a:pt x="398" y="471"/>
                    <a:pt x="398" y="470"/>
                    <a:pt x="398" y="468"/>
                  </a:cubicBezTo>
                  <a:cubicBezTo>
                    <a:pt x="397" y="463"/>
                    <a:pt x="395" y="458"/>
                    <a:pt x="394" y="453"/>
                  </a:cubicBezTo>
                  <a:cubicBezTo>
                    <a:pt x="394" y="452"/>
                    <a:pt x="394" y="452"/>
                    <a:pt x="394" y="452"/>
                  </a:cubicBezTo>
                  <a:cubicBezTo>
                    <a:pt x="392" y="447"/>
                    <a:pt x="390" y="442"/>
                    <a:pt x="388" y="437"/>
                  </a:cubicBezTo>
                  <a:cubicBezTo>
                    <a:pt x="387" y="436"/>
                    <a:pt x="387" y="435"/>
                    <a:pt x="386" y="434"/>
                  </a:cubicBezTo>
                  <a:cubicBezTo>
                    <a:pt x="384" y="429"/>
                    <a:pt x="381" y="424"/>
                    <a:pt x="378" y="419"/>
                  </a:cubicBezTo>
                  <a:lnTo>
                    <a:pt x="378" y="419"/>
                  </a:lnTo>
                  <a:cubicBezTo>
                    <a:pt x="375" y="415"/>
                    <a:pt x="372" y="410"/>
                    <a:pt x="368" y="406"/>
                  </a:cubicBezTo>
                  <a:cubicBezTo>
                    <a:pt x="367" y="405"/>
                    <a:pt x="367" y="405"/>
                    <a:pt x="366" y="404"/>
                  </a:cubicBezTo>
                  <a:cubicBezTo>
                    <a:pt x="362" y="400"/>
                    <a:pt x="358" y="396"/>
                    <a:pt x="354" y="393"/>
                  </a:cubicBezTo>
                  <a:cubicBezTo>
                    <a:pt x="354" y="393"/>
                    <a:pt x="354" y="393"/>
                    <a:pt x="354" y="393"/>
                  </a:cubicBezTo>
                  <a:cubicBezTo>
                    <a:pt x="350" y="389"/>
                    <a:pt x="345" y="386"/>
                    <a:pt x="341" y="383"/>
                  </a:cubicBezTo>
                  <a:cubicBezTo>
                    <a:pt x="340" y="382"/>
                    <a:pt x="339" y="382"/>
                    <a:pt x="338" y="381"/>
                  </a:cubicBezTo>
                  <a:cubicBezTo>
                    <a:pt x="334" y="379"/>
                    <a:pt x="329" y="376"/>
                    <a:pt x="324" y="374"/>
                  </a:cubicBezTo>
                  <a:cubicBezTo>
                    <a:pt x="324" y="374"/>
                    <a:pt x="324" y="374"/>
                    <a:pt x="323" y="374"/>
                  </a:cubicBezTo>
                  <a:cubicBezTo>
                    <a:pt x="308" y="367"/>
                    <a:pt x="291" y="363"/>
                    <a:pt x="273" y="363"/>
                  </a:cubicBezTo>
                  <a:cubicBezTo>
                    <a:pt x="203" y="363"/>
                    <a:pt x="146" y="420"/>
                    <a:pt x="146" y="490"/>
                  </a:cubicBezTo>
                  <a:cubicBezTo>
                    <a:pt x="146" y="559"/>
                    <a:pt x="203" y="616"/>
                    <a:pt x="273" y="616"/>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cs typeface="黑体-简" panose="02000000000000000000" charset="-122"/>
              </a:endParaRPr>
            </a:p>
          </p:txBody>
        </p:sp>
      </p:grpSp>
      <p:sp>
        <p:nvSpPr>
          <p:cNvPr id="5122" name="内容占位符 9"/>
          <p:cNvSpPr txBox="1"/>
          <p:nvPr userDrawn="1"/>
        </p:nvSpPr>
        <p:spPr>
          <a:xfrm>
            <a:off x="838200" y="5092065"/>
            <a:ext cx="3264535" cy="1187450"/>
          </a:xfrm>
          <a:prstGeom prst="rect">
            <a:avLst/>
          </a:prstGeom>
          <a:noFill/>
          <a:ln w="9525">
            <a:noFill/>
          </a:ln>
        </p:spPr>
        <p:txBody>
          <a:bodyPr anchor="ctr"/>
          <a:p>
            <a:pPr algn="ctr">
              <a:lnSpc>
                <a:spcPct val="90000"/>
              </a:lnSpc>
              <a:spcBef>
                <a:spcPts val="1000"/>
              </a:spcBef>
            </a:pPr>
            <a:r>
              <a:rPr lang="zh-CN" altLang="en-US" sz="2000" dirty="0">
                <a:solidFill>
                  <a:schemeClr val="bg1">
                    <a:lumMod val="50000"/>
                  </a:schemeClr>
                </a:solidFill>
                <a:latin typeface="黑体-简" panose="02000000000000000000" charset="-122"/>
                <a:ea typeface="黑体-简" panose="02000000000000000000" charset="-122"/>
                <a:cs typeface="黑体-简" panose="02000000000000000000" charset="-122"/>
                <a:sym typeface="+mn-lt"/>
              </a:rPr>
              <a:t>南京灵枢智联技术有限公司</a:t>
            </a:r>
            <a:endParaRPr lang="zh-CN" altLang="en-US" sz="2000" dirty="0">
              <a:solidFill>
                <a:schemeClr val="bg1">
                  <a:lumMod val="50000"/>
                </a:schemeClr>
              </a:solidFill>
              <a:latin typeface="黑体-简" panose="02000000000000000000" charset="-122"/>
              <a:ea typeface="黑体-简" panose="02000000000000000000" charset="-122"/>
              <a:cs typeface="黑体-简" panose="02000000000000000000" charset="-122"/>
              <a:sym typeface="+mn-lt"/>
            </a:endParaRPr>
          </a:p>
        </p:txBody>
      </p:sp>
      <p:grpSp>
        <p:nvGrpSpPr>
          <p:cNvPr id="16" name="组合 15"/>
          <p:cNvGrpSpPr/>
          <p:nvPr userDrawn="1"/>
        </p:nvGrpSpPr>
        <p:grpSpPr>
          <a:xfrm>
            <a:off x="-635" y="1794510"/>
            <a:ext cx="4239895" cy="2643505"/>
            <a:chOff x="-8424" y="105"/>
            <a:chExt cx="6677" cy="4163"/>
          </a:xfrm>
        </p:grpSpPr>
        <p:sp>
          <p:nvSpPr>
            <p:cNvPr id="66" name="右箭头 65"/>
            <p:cNvSpPr/>
            <p:nvPr userDrawn="1"/>
          </p:nvSpPr>
          <p:spPr>
            <a:xfrm>
              <a:off x="-8424" y="694"/>
              <a:ext cx="2274" cy="664"/>
            </a:xfrm>
            <a:prstGeom prst="rightArrow">
              <a:avLst/>
            </a:prstGeom>
            <a:gradFill>
              <a:gsLst>
                <a:gs pos="0">
                  <a:srgbClr val="9ED9F6">
                    <a:alpha val="17000"/>
                  </a:srgbClr>
                </a:gs>
                <a:gs pos="100000">
                  <a:srgbClr val="00A0E9">
                    <a:alpha val="34000"/>
                  </a:srgbClr>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黑体-简" panose="02000000000000000000" charset="-122"/>
              </a:endParaRPr>
            </a:p>
          </p:txBody>
        </p:sp>
        <p:sp>
          <p:nvSpPr>
            <p:cNvPr id="67" name="右箭头 66"/>
            <p:cNvSpPr/>
            <p:nvPr userDrawn="1"/>
          </p:nvSpPr>
          <p:spPr>
            <a:xfrm>
              <a:off x="-8424" y="1937"/>
              <a:ext cx="3012" cy="2331"/>
            </a:xfrm>
            <a:prstGeom prst="rightArrow">
              <a:avLst/>
            </a:prstGeom>
            <a:gradFill>
              <a:gsLst>
                <a:gs pos="0">
                  <a:srgbClr val="9ED9F6">
                    <a:alpha val="17000"/>
                  </a:srgbClr>
                </a:gs>
                <a:gs pos="100000">
                  <a:srgbClr val="00A0E9">
                    <a:alpha val="34000"/>
                  </a:srgbClr>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黑体-简" panose="02000000000000000000" charset="-122"/>
              </a:endParaRPr>
            </a:p>
          </p:txBody>
        </p:sp>
        <p:sp>
          <p:nvSpPr>
            <p:cNvPr id="68" name="右箭头 67"/>
            <p:cNvSpPr/>
            <p:nvPr userDrawn="1"/>
          </p:nvSpPr>
          <p:spPr>
            <a:xfrm>
              <a:off x="-8423" y="105"/>
              <a:ext cx="2766" cy="969"/>
            </a:xfrm>
            <a:prstGeom prst="rightArrow">
              <a:avLst/>
            </a:prstGeom>
            <a:gradFill>
              <a:gsLst>
                <a:gs pos="0">
                  <a:srgbClr val="9ED9F6">
                    <a:alpha val="17000"/>
                  </a:srgbClr>
                </a:gs>
                <a:gs pos="100000">
                  <a:srgbClr val="00A0E9">
                    <a:alpha val="34000"/>
                  </a:srgbClr>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黑体-简" panose="02000000000000000000" charset="-122"/>
              </a:endParaRPr>
            </a:p>
          </p:txBody>
        </p:sp>
        <p:sp>
          <p:nvSpPr>
            <p:cNvPr id="69" name="右箭头 68"/>
            <p:cNvSpPr/>
            <p:nvPr userDrawn="1"/>
          </p:nvSpPr>
          <p:spPr>
            <a:xfrm>
              <a:off x="-8423" y="1216"/>
              <a:ext cx="3962" cy="1528"/>
            </a:xfrm>
            <a:prstGeom prst="rightArrow">
              <a:avLst/>
            </a:prstGeom>
            <a:gradFill>
              <a:gsLst>
                <a:gs pos="0">
                  <a:srgbClr val="9ED9F6">
                    <a:alpha val="17000"/>
                  </a:srgbClr>
                </a:gs>
                <a:gs pos="100000">
                  <a:srgbClr val="00A0E9">
                    <a:alpha val="34000"/>
                  </a:srgbClr>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黑体-简" panose="02000000000000000000" charset="-122"/>
              </a:endParaRPr>
            </a:p>
          </p:txBody>
        </p:sp>
        <p:sp>
          <p:nvSpPr>
            <p:cNvPr id="6" name="右箭头 5"/>
            <p:cNvSpPr/>
            <p:nvPr userDrawn="1"/>
          </p:nvSpPr>
          <p:spPr>
            <a:xfrm>
              <a:off x="-5709" y="2451"/>
              <a:ext cx="3962" cy="1528"/>
            </a:xfrm>
            <a:prstGeom prst="rightArrow">
              <a:avLst/>
            </a:prstGeom>
            <a:gradFill>
              <a:gsLst>
                <a:gs pos="100000">
                  <a:srgbClr val="9ED9F6">
                    <a:alpha val="17000"/>
                  </a:srgbClr>
                </a:gs>
                <a:gs pos="20000">
                  <a:srgbClr val="00A0E9">
                    <a:alpha val="34000"/>
                  </a:srgbClr>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黑体-简" panose="02000000000000000000" charset="-122"/>
              </a:endParaRPr>
            </a:p>
          </p:txBody>
        </p:sp>
        <p:sp>
          <p:nvSpPr>
            <p:cNvPr id="8" name="右箭头 7"/>
            <p:cNvSpPr/>
            <p:nvPr userDrawn="1"/>
          </p:nvSpPr>
          <p:spPr>
            <a:xfrm>
              <a:off x="-5709" y="1013"/>
              <a:ext cx="2797" cy="1079"/>
            </a:xfrm>
            <a:prstGeom prst="rightArrow">
              <a:avLst/>
            </a:prstGeom>
            <a:gradFill>
              <a:gsLst>
                <a:gs pos="0">
                  <a:srgbClr val="9ED9F6">
                    <a:alpha val="17000"/>
                  </a:srgbClr>
                </a:gs>
                <a:gs pos="100000">
                  <a:srgbClr val="00A0E9">
                    <a:alpha val="34000"/>
                  </a:srgbClr>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黑体-简" panose="02000000000000000000" charset="-122"/>
              </a:endParaRPr>
            </a:p>
          </p:txBody>
        </p:sp>
      </p:grpSp>
      <p:grpSp>
        <p:nvGrpSpPr>
          <p:cNvPr id="17" name="组合 16"/>
          <p:cNvGrpSpPr/>
          <p:nvPr userDrawn="1"/>
        </p:nvGrpSpPr>
        <p:grpSpPr>
          <a:xfrm>
            <a:off x="7748905" y="1794510"/>
            <a:ext cx="4239895" cy="2643505"/>
            <a:chOff x="-8424" y="105"/>
            <a:chExt cx="6677" cy="4163"/>
          </a:xfrm>
        </p:grpSpPr>
        <p:sp>
          <p:nvSpPr>
            <p:cNvPr id="18" name="右箭头 17"/>
            <p:cNvSpPr/>
            <p:nvPr userDrawn="1"/>
          </p:nvSpPr>
          <p:spPr>
            <a:xfrm>
              <a:off x="-8424" y="694"/>
              <a:ext cx="2274" cy="664"/>
            </a:xfrm>
            <a:prstGeom prst="rightArrow">
              <a:avLst/>
            </a:prstGeom>
            <a:gradFill>
              <a:gsLst>
                <a:gs pos="100000">
                  <a:srgbClr val="9ED9F6">
                    <a:alpha val="17000"/>
                  </a:srgbClr>
                </a:gs>
                <a:gs pos="0">
                  <a:srgbClr val="00A0E9">
                    <a:alpha val="34000"/>
                  </a:srgbClr>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黑体-简" panose="02000000000000000000" charset="-122"/>
              </a:endParaRPr>
            </a:p>
          </p:txBody>
        </p:sp>
        <p:sp>
          <p:nvSpPr>
            <p:cNvPr id="24" name="右箭头 23"/>
            <p:cNvSpPr/>
            <p:nvPr userDrawn="1"/>
          </p:nvSpPr>
          <p:spPr>
            <a:xfrm>
              <a:off x="-8424" y="1937"/>
              <a:ext cx="3012" cy="2331"/>
            </a:xfrm>
            <a:prstGeom prst="rightArrow">
              <a:avLst/>
            </a:prstGeom>
            <a:gradFill>
              <a:gsLst>
                <a:gs pos="100000">
                  <a:srgbClr val="9ED9F6">
                    <a:alpha val="17000"/>
                  </a:srgbClr>
                </a:gs>
                <a:gs pos="0">
                  <a:srgbClr val="00A0E9">
                    <a:alpha val="34000"/>
                  </a:srgbClr>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黑体-简" panose="02000000000000000000" charset="-122"/>
              </a:endParaRPr>
            </a:p>
          </p:txBody>
        </p:sp>
        <p:sp>
          <p:nvSpPr>
            <p:cNvPr id="27" name="右箭头 26"/>
            <p:cNvSpPr/>
            <p:nvPr userDrawn="1"/>
          </p:nvSpPr>
          <p:spPr>
            <a:xfrm>
              <a:off x="-8423" y="105"/>
              <a:ext cx="2766" cy="969"/>
            </a:xfrm>
            <a:prstGeom prst="rightArrow">
              <a:avLst/>
            </a:prstGeom>
            <a:gradFill>
              <a:gsLst>
                <a:gs pos="100000">
                  <a:srgbClr val="9ED9F6">
                    <a:alpha val="17000"/>
                  </a:srgbClr>
                </a:gs>
                <a:gs pos="7000">
                  <a:srgbClr val="00A0E9">
                    <a:alpha val="34000"/>
                  </a:srgbClr>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黑体-简" panose="02000000000000000000" charset="-122"/>
              </a:endParaRPr>
            </a:p>
          </p:txBody>
        </p:sp>
        <p:sp>
          <p:nvSpPr>
            <p:cNvPr id="31" name="右箭头 30"/>
            <p:cNvSpPr/>
            <p:nvPr userDrawn="1"/>
          </p:nvSpPr>
          <p:spPr>
            <a:xfrm>
              <a:off x="-8423" y="1216"/>
              <a:ext cx="3962" cy="1528"/>
            </a:xfrm>
            <a:prstGeom prst="rightArrow">
              <a:avLst/>
            </a:prstGeom>
            <a:gradFill>
              <a:gsLst>
                <a:gs pos="0">
                  <a:srgbClr val="9ED9F6">
                    <a:alpha val="17000"/>
                  </a:srgbClr>
                </a:gs>
                <a:gs pos="100000">
                  <a:srgbClr val="00A0E9">
                    <a:alpha val="34000"/>
                  </a:srgbClr>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黑体-简" panose="02000000000000000000" charset="-122"/>
              </a:endParaRPr>
            </a:p>
          </p:txBody>
        </p:sp>
        <p:sp>
          <p:nvSpPr>
            <p:cNvPr id="33" name="右箭头 32"/>
            <p:cNvSpPr/>
            <p:nvPr userDrawn="1"/>
          </p:nvSpPr>
          <p:spPr>
            <a:xfrm>
              <a:off x="-5709" y="2451"/>
              <a:ext cx="3962" cy="1528"/>
            </a:xfrm>
            <a:prstGeom prst="rightArrow">
              <a:avLst/>
            </a:prstGeom>
            <a:gradFill>
              <a:gsLst>
                <a:gs pos="100000">
                  <a:srgbClr val="9ED9F6">
                    <a:alpha val="17000"/>
                  </a:srgbClr>
                </a:gs>
                <a:gs pos="20000">
                  <a:srgbClr val="00A0E9">
                    <a:alpha val="34000"/>
                  </a:srgbClr>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黑体-简" panose="02000000000000000000" charset="-122"/>
              </a:endParaRPr>
            </a:p>
          </p:txBody>
        </p:sp>
        <p:sp>
          <p:nvSpPr>
            <p:cNvPr id="34" name="右箭头 33"/>
            <p:cNvSpPr/>
            <p:nvPr userDrawn="1"/>
          </p:nvSpPr>
          <p:spPr>
            <a:xfrm>
              <a:off x="-5709" y="1013"/>
              <a:ext cx="2797" cy="1079"/>
            </a:xfrm>
            <a:prstGeom prst="rightArrow">
              <a:avLst/>
            </a:prstGeom>
            <a:gradFill>
              <a:gsLst>
                <a:gs pos="0">
                  <a:srgbClr val="9ED9F6">
                    <a:alpha val="17000"/>
                  </a:srgbClr>
                </a:gs>
                <a:gs pos="100000">
                  <a:srgbClr val="00A0E9">
                    <a:alpha val="34000"/>
                  </a:srgbClr>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黑体-简" panose="02000000000000000000" charset="-122"/>
              </a:endParaRPr>
            </a:p>
          </p:txBody>
        </p:sp>
      </p:grpSp>
      <p:sp>
        <p:nvSpPr>
          <p:cNvPr id="2" name="标题 1"/>
          <p:cNvSpPr>
            <a:spLocks noGrp="1"/>
          </p:cNvSpPr>
          <p:nvPr>
            <p:ph type="ctrTitle" hasCustomPrompt="1"/>
            <p:custDataLst>
              <p:tags r:id="rId3"/>
            </p:custDataLst>
          </p:nvPr>
        </p:nvSpPr>
        <p:spPr>
          <a:xfrm>
            <a:off x="1198880" y="1651635"/>
            <a:ext cx="9799320" cy="1833245"/>
          </a:xfrm>
          <a:effectLst>
            <a:outerShdw blurRad="50800" dist="38100" dir="2700000" algn="tl" rotWithShape="0">
              <a:prstClr val="black">
                <a:alpha val="40000"/>
              </a:prstClr>
            </a:outerShdw>
          </a:effectLst>
        </p:spPr>
        <p:txBody>
          <a:bodyPr lIns="90000" tIns="46800" rIns="90000" bIns="46800" anchor="b" anchorCtr="0">
            <a:normAutofit/>
          </a:bodyPr>
          <a:lstStyle>
            <a:lvl1pPr algn="ctr">
              <a:defRPr sz="6000" b="1">
                <a:solidFill>
                  <a:schemeClr val="bg1"/>
                </a:solidFill>
                <a:latin typeface="Heiti SC Medium" panose="02000000000000000000" charset="-122"/>
                <a:ea typeface="Heiti SC Medium" panose="02000000000000000000" charset="-122"/>
              </a:defRPr>
            </a:lvl1pPr>
          </a:lstStyle>
          <a:p>
            <a:r>
              <a:rPr lang="zh-CN" altLang="en-US" dirty="0"/>
              <a:t>感谢</a:t>
            </a:r>
            <a:r>
              <a:rPr lang="zh-CN" altLang="en-US" dirty="0"/>
              <a:t>观看</a:t>
            </a:r>
            <a:endParaRPr lang="zh-CN" altLang="en-US" dirty="0"/>
          </a:p>
        </p:txBody>
      </p:sp>
      <p:pic>
        <p:nvPicPr>
          <p:cNvPr id="37" name="图片 36" descr="拼音-21"/>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749300" y="437515"/>
            <a:ext cx="2529205" cy="685165"/>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157" name="PPT世界-1-1"/>
          <p:cNvSpPr/>
          <p:nvPr userDrawn="1"/>
        </p:nvSpPr>
        <p:spPr>
          <a:xfrm>
            <a:off x="2576898" y="-90101"/>
            <a:ext cx="7038205" cy="7038202"/>
          </a:xfrm>
          <a:prstGeom prst="ellipse">
            <a:avLst/>
          </a:prstGeom>
          <a:noFill/>
          <a:ln w="6350" cap="flat" cmpd="sng" algn="ctr">
            <a:solidFill>
              <a:srgbClr val="00A0E9">
                <a:alpha val="58000"/>
              </a:srgbClr>
            </a:solidFill>
            <a:prstDash val="dash"/>
            <a:miter lim="800000"/>
          </a:ln>
          <a:effectLst/>
        </p:spPr>
        <p:txBody>
          <a:bodyPr rtlCol="0" anchor="ctr">
            <a:noAutofit/>
          </a:bodyPr>
          <a:lstStyle/>
          <a:p>
            <a:pPr algn="ctr">
              <a:defRPr/>
            </a:pPr>
            <a:endParaRPr lang="zh-CN" altLang="en-US" sz="1600" kern="0" dirty="0">
              <a:solidFill>
                <a:prstClr val="white"/>
              </a:solidFill>
              <a:latin typeface="思源黑体 CN Normal" pitchFamily="34" charset="-122"/>
              <a:ea typeface="思源黑体 CN Normal" pitchFamily="34" charset="-122"/>
              <a:cs typeface="+mn-ea"/>
              <a:sym typeface="思源黑体 CN Normal" pitchFamily="34" charset="-122"/>
            </a:endParaRPr>
          </a:p>
        </p:txBody>
      </p:sp>
      <p:sp>
        <p:nvSpPr>
          <p:cNvPr id="158" name="PPT世界-1-1"/>
          <p:cNvSpPr/>
          <p:nvPr userDrawn="1"/>
        </p:nvSpPr>
        <p:spPr>
          <a:xfrm>
            <a:off x="2015280" y="-651718"/>
            <a:ext cx="8161440" cy="8161437"/>
          </a:xfrm>
          <a:prstGeom prst="ellipse">
            <a:avLst/>
          </a:prstGeom>
          <a:noFill/>
          <a:ln w="6350" cap="flat" cmpd="sng" algn="ctr">
            <a:solidFill>
              <a:srgbClr val="39D4EE">
                <a:alpha val="20000"/>
              </a:srgbClr>
            </a:solidFill>
            <a:prstDash val="dash"/>
            <a:miter lim="800000"/>
          </a:ln>
          <a:effectLst/>
        </p:spPr>
        <p:txBody>
          <a:bodyPr rtlCol="0" anchor="ctr">
            <a:noAutofit/>
          </a:bodyPr>
          <a:lstStyle/>
          <a:p>
            <a:pPr algn="ctr">
              <a:defRPr/>
            </a:pPr>
            <a:endParaRPr lang="zh-CN" altLang="en-US" sz="1600" kern="0" dirty="0">
              <a:solidFill>
                <a:prstClr val="white"/>
              </a:solidFill>
              <a:latin typeface="思源黑体 CN Normal" pitchFamily="34" charset="-122"/>
              <a:ea typeface="思源黑体 CN Normal" pitchFamily="34" charset="-122"/>
              <a:cs typeface="+mn-ea"/>
              <a:sym typeface="思源黑体 CN Normal" pitchFamily="34" charset="-122"/>
            </a:endParaRPr>
          </a:p>
        </p:txBody>
      </p:sp>
      <p:sp>
        <p:nvSpPr>
          <p:cNvPr id="127" name="PPT世界-1-2"/>
          <p:cNvSpPr/>
          <p:nvPr userDrawn="1"/>
        </p:nvSpPr>
        <p:spPr>
          <a:xfrm>
            <a:off x="3156102" y="489102"/>
            <a:ext cx="5879795" cy="5879795"/>
          </a:xfrm>
          <a:prstGeom prst="ellipse">
            <a:avLst/>
          </a:prstGeom>
          <a:solidFill>
            <a:srgbClr val="39D4EE">
              <a:alpha val="6000"/>
            </a:srgbClr>
          </a:solidFill>
          <a:ln w="6350" cap="flat" cmpd="sng" algn="ctr">
            <a:solidFill>
              <a:srgbClr val="39D4EE"/>
            </a:solidFill>
            <a:prstDash val="solid"/>
            <a:miter lim="800000"/>
          </a:ln>
          <a:effectLst/>
        </p:spPr>
        <p:txBody>
          <a:bodyPr rtlCol="0" anchor="ctr">
            <a:noAutofit/>
          </a:bodyPr>
          <a:lstStyle/>
          <a:p>
            <a:pPr algn="ctr">
              <a:defRPr/>
            </a:pPr>
            <a:endParaRPr lang="zh-CN" altLang="en-US" sz="1600" kern="0" dirty="0">
              <a:solidFill>
                <a:prstClr val="white"/>
              </a:solidFill>
              <a:latin typeface="思源黑体 CN Normal" pitchFamily="34" charset="-122"/>
              <a:ea typeface="思源黑体 CN Normal" pitchFamily="34" charset="-122"/>
              <a:cs typeface="+mn-ea"/>
              <a:sym typeface="思源黑体 CN Normal" pitchFamily="34" charset="-122"/>
            </a:endParaRPr>
          </a:p>
        </p:txBody>
      </p:sp>
      <p:sp>
        <p:nvSpPr>
          <p:cNvPr id="142" name="PPT世界-1-3"/>
          <p:cNvSpPr/>
          <p:nvPr userDrawn="1"/>
        </p:nvSpPr>
        <p:spPr>
          <a:xfrm>
            <a:off x="3696544" y="1029545"/>
            <a:ext cx="4798913" cy="4798910"/>
          </a:xfrm>
          <a:prstGeom prst="ellipse">
            <a:avLst/>
          </a:prstGeom>
          <a:solidFill>
            <a:srgbClr val="00A0E9"/>
          </a:solidFill>
          <a:ln w="25400" cap="flat" cmpd="sng" algn="ctr">
            <a:noFill/>
            <a:prstDash val="solid"/>
            <a:miter lim="800000"/>
          </a:ln>
          <a:effectLst>
            <a:outerShdw blurRad="304800" dist="152400" dir="2700000" sx="96000" sy="96000" algn="tl" rotWithShape="0">
              <a:srgbClr val="3B8BF1">
                <a:alpha val="40000"/>
              </a:srgbClr>
            </a:outerShdw>
          </a:effectLst>
        </p:spPr>
        <p:txBody>
          <a:bodyPr wrap="none" lIns="0" tIns="0" rIns="0" bIns="0" rtlCol="0" anchor="ctr"/>
          <a:lstStyle/>
          <a:p>
            <a:pPr algn="ctr"/>
            <a:endParaRPr lang="zh-CN" altLang="en-US" sz="11500" b="1" kern="0" dirty="0">
              <a:solidFill>
                <a:srgbClr val="FFFFFF"/>
              </a:solidFill>
              <a:latin typeface="思源黑体 CN Normal" pitchFamily="34" charset="-122"/>
              <a:ea typeface="思源黑体 CN Normal" pitchFamily="34" charset="-122"/>
              <a:cs typeface="黑体-简" panose="02000000000000000000" charset="-122"/>
              <a:sym typeface="思源黑体 CN Normal" pitchFamily="34" charset="-122"/>
            </a:endParaRPr>
          </a:p>
        </p:txBody>
      </p:sp>
      <p:sp>
        <p:nvSpPr>
          <p:cNvPr id="148" name="标题 1"/>
          <p:cNvSpPr txBox="1"/>
          <p:nvPr userDrawn="1"/>
        </p:nvSpPr>
        <p:spPr>
          <a:xfrm>
            <a:off x="5655848" y="2048943"/>
            <a:ext cx="880306" cy="307777"/>
          </a:xfrm>
          <a:prstGeom prst="rect">
            <a:avLst/>
          </a:prstGeom>
          <a:noFill/>
          <a:ln>
            <a:noFill/>
          </a:ln>
        </p:spPr>
        <p:txBody>
          <a:bodyPr vert="horz" wrap="none" lIns="0" tIns="0" rIns="0" bIns="0" rtlCol="0" anchor="t">
            <a:spAutoFit/>
          </a:bodyPr>
          <a:lstStyle/>
          <a:p>
            <a:pPr algn="ctr"/>
            <a:r>
              <a:rPr kumimoji="1" lang="en-US" altLang="zh-CN" sz="2000" dirty="0">
                <a:solidFill>
                  <a:prstClr val="white"/>
                </a:solidFill>
                <a:latin typeface="思源黑体 CN Normal" pitchFamily="34" charset="-122"/>
                <a:ea typeface="思源黑体 CN Normal" pitchFamily="34" charset="-122"/>
                <a:cs typeface="黑体-简" panose="02000000000000000000" charset="-122"/>
                <a:sym typeface="思源黑体 CN Normal" pitchFamily="34" charset="-122"/>
              </a:rPr>
              <a:t>Part  </a:t>
            </a:r>
            <a:r>
              <a:rPr kumimoji="1" lang="en-US" altLang="zh-CN" sz="2000" dirty="0" smtClean="0">
                <a:solidFill>
                  <a:prstClr val="white"/>
                </a:solidFill>
                <a:latin typeface="思源黑体 CN Normal" pitchFamily="34" charset="-122"/>
                <a:ea typeface="思源黑体 CN Normal" pitchFamily="34" charset="-122"/>
                <a:cs typeface="黑体-简" panose="02000000000000000000" charset="-122"/>
                <a:sym typeface="思源黑体 CN Normal" pitchFamily="34" charset="-122"/>
              </a:rPr>
              <a:t>04</a:t>
            </a:r>
            <a:endParaRPr kumimoji="1" lang="en-US" altLang="zh-CN" sz="2000" dirty="0">
              <a:solidFill>
                <a:prstClr val="white"/>
              </a:solidFill>
              <a:latin typeface="思源黑体 CN Normal" pitchFamily="34" charset="-122"/>
              <a:ea typeface="思源黑体 CN Normal" pitchFamily="34" charset="-122"/>
              <a:cs typeface="黑体-简" panose="02000000000000000000" charset="-122"/>
              <a:sym typeface="思源黑体 CN Normal" pitchFamily="34" charset="-122"/>
            </a:endParaRPr>
          </a:p>
        </p:txBody>
      </p:sp>
      <p:sp>
        <p:nvSpPr>
          <p:cNvPr id="156" name="任意多边形 155"/>
          <p:cNvSpPr/>
          <p:nvPr userDrawn="1"/>
        </p:nvSpPr>
        <p:spPr>
          <a:xfrm>
            <a:off x="0" y="0"/>
            <a:ext cx="1188722" cy="1136470"/>
          </a:xfrm>
          <a:custGeom>
            <a:avLst/>
            <a:gdLst>
              <a:gd name="connsiteX0" fmla="*/ 0 w 1188722"/>
              <a:gd name="connsiteY0" fmla="*/ 0 h 1136470"/>
              <a:gd name="connsiteX1" fmla="*/ 1149202 w 1188722"/>
              <a:gd name="connsiteY1" fmla="*/ 0 h 1136470"/>
              <a:gd name="connsiteX2" fmla="*/ 1170676 w 1188722"/>
              <a:gd name="connsiteY2" fmla="*/ 69177 h 1136470"/>
              <a:gd name="connsiteX3" fmla="*/ 1188722 w 1188722"/>
              <a:gd name="connsiteY3" fmla="*/ 248195 h 1136470"/>
              <a:gd name="connsiteX4" fmla="*/ 300447 w 1188722"/>
              <a:gd name="connsiteY4" fmla="*/ 1136470 h 1136470"/>
              <a:gd name="connsiteX5" fmla="*/ 36301 w 1188722"/>
              <a:gd name="connsiteY5" fmla="*/ 1096535 h 1136470"/>
              <a:gd name="connsiteX6" fmla="*/ 0 w 1188722"/>
              <a:gd name="connsiteY6" fmla="*/ 1083249 h 11364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88722" h="1136470">
                <a:moveTo>
                  <a:pt x="0" y="0"/>
                </a:moveTo>
                <a:lnTo>
                  <a:pt x="1149202" y="0"/>
                </a:lnTo>
                <a:lnTo>
                  <a:pt x="1170676" y="69177"/>
                </a:lnTo>
                <a:cubicBezTo>
                  <a:pt x="1182508" y="127001"/>
                  <a:pt x="1188722" y="186872"/>
                  <a:pt x="1188722" y="248195"/>
                </a:cubicBezTo>
                <a:cubicBezTo>
                  <a:pt x="1188722" y="738776"/>
                  <a:pt x="791028" y="1136470"/>
                  <a:pt x="300447" y="1136470"/>
                </a:cubicBezTo>
                <a:cubicBezTo>
                  <a:pt x="208463" y="1136470"/>
                  <a:pt x="119745" y="1122489"/>
                  <a:pt x="36301" y="1096535"/>
                </a:cubicBezTo>
                <a:lnTo>
                  <a:pt x="0" y="1083249"/>
                </a:lnTo>
                <a:close/>
              </a:path>
            </a:pathLst>
          </a:custGeom>
          <a:solidFill>
            <a:srgbClr val="00A0E9"/>
          </a:solidFill>
          <a:ln w="25400" cap="flat" cmpd="sng" algn="ctr">
            <a:noFill/>
            <a:prstDash val="solid"/>
            <a:miter lim="800000"/>
          </a:ln>
          <a:effectLst>
            <a:outerShdw blurRad="304800" dist="152400" dir="2700000" sx="96000" sy="96000" algn="tl" rotWithShape="0">
              <a:srgbClr val="3B8BF1">
                <a:alpha val="40000"/>
              </a:srgbClr>
            </a:outerShdw>
          </a:effectLst>
        </p:spPr>
        <p:txBody>
          <a:bodyPr wrap="square" lIns="0" tIns="0" rIns="0" bIns="0" rtlCol="0" anchor="ctr">
            <a:noAutofit/>
          </a:bodyPr>
          <a:lstStyle/>
          <a:p>
            <a:pPr algn="ctr"/>
            <a:endParaRPr lang="zh-CN" altLang="en-US" sz="11500" b="1" kern="0">
              <a:solidFill>
                <a:srgbClr val="FFFFFF"/>
              </a:solidFill>
              <a:latin typeface="思源黑体 CN Normal" pitchFamily="34" charset="-122"/>
              <a:ea typeface="思源黑体 CN Normal" pitchFamily="34" charset="-122"/>
              <a:cs typeface="黑体-简" panose="02000000000000000000" charset="-122"/>
            </a:endParaRPr>
          </a:p>
        </p:txBody>
      </p:sp>
      <p:sp>
        <p:nvSpPr>
          <p:cNvPr id="155" name="任意多边形 154"/>
          <p:cNvSpPr/>
          <p:nvPr userDrawn="1"/>
        </p:nvSpPr>
        <p:spPr>
          <a:xfrm>
            <a:off x="10894423" y="5564776"/>
            <a:ext cx="1297577" cy="1293224"/>
          </a:xfrm>
          <a:custGeom>
            <a:avLst/>
            <a:gdLst>
              <a:gd name="connsiteX0" fmla="*/ 1071155 w 1297577"/>
              <a:gd name="connsiteY0" fmla="*/ 0 h 1293224"/>
              <a:gd name="connsiteX1" fmla="*/ 1287030 w 1297577"/>
              <a:gd name="connsiteY1" fmla="*/ 21762 h 1293224"/>
              <a:gd name="connsiteX2" fmla="*/ 1297577 w 1297577"/>
              <a:gd name="connsiteY2" fmla="*/ 24474 h 1293224"/>
              <a:gd name="connsiteX3" fmla="*/ 1297577 w 1297577"/>
              <a:gd name="connsiteY3" fmla="*/ 587411 h 1293224"/>
              <a:gd name="connsiteX4" fmla="*/ 1279625 w 1297577"/>
              <a:gd name="connsiteY4" fmla="*/ 577667 h 1293224"/>
              <a:gd name="connsiteX5" fmla="*/ 1071154 w 1297577"/>
              <a:gd name="connsiteY5" fmla="*/ 535578 h 1293224"/>
              <a:gd name="connsiteX6" fmla="*/ 535577 w 1297577"/>
              <a:gd name="connsiteY6" fmla="*/ 1071155 h 1293224"/>
              <a:gd name="connsiteX7" fmla="*/ 577665 w 1297577"/>
              <a:gd name="connsiteY7" fmla="*/ 1279626 h 1293224"/>
              <a:gd name="connsiteX8" fmla="*/ 585046 w 1297577"/>
              <a:gd name="connsiteY8" fmla="*/ 1293224 h 1293224"/>
              <a:gd name="connsiteX9" fmla="*/ 23685 w 1297577"/>
              <a:gd name="connsiteY9" fmla="*/ 1293224 h 1293224"/>
              <a:gd name="connsiteX10" fmla="*/ 21762 w 1297577"/>
              <a:gd name="connsiteY10" fmla="*/ 1287030 h 1293224"/>
              <a:gd name="connsiteX11" fmla="*/ 0 w 1297577"/>
              <a:gd name="connsiteY11" fmla="*/ 1071155 h 1293224"/>
              <a:gd name="connsiteX12" fmla="*/ 1071155 w 1297577"/>
              <a:gd name="connsiteY12" fmla="*/ 0 h 12932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97577" h="1293224">
                <a:moveTo>
                  <a:pt x="1071155" y="0"/>
                </a:moveTo>
                <a:cubicBezTo>
                  <a:pt x="1145103" y="0"/>
                  <a:pt x="1217301" y="7494"/>
                  <a:pt x="1287030" y="21762"/>
                </a:cubicBezTo>
                <a:lnTo>
                  <a:pt x="1297577" y="24474"/>
                </a:lnTo>
                <a:lnTo>
                  <a:pt x="1297577" y="587411"/>
                </a:lnTo>
                <a:lnTo>
                  <a:pt x="1279625" y="577667"/>
                </a:lnTo>
                <a:cubicBezTo>
                  <a:pt x="1215549" y="550565"/>
                  <a:pt x="1145102" y="535578"/>
                  <a:pt x="1071154" y="535578"/>
                </a:cubicBezTo>
                <a:cubicBezTo>
                  <a:pt x="775363" y="535578"/>
                  <a:pt x="535577" y="775364"/>
                  <a:pt x="535577" y="1071155"/>
                </a:cubicBezTo>
                <a:cubicBezTo>
                  <a:pt x="535577" y="1145103"/>
                  <a:pt x="550564" y="1215550"/>
                  <a:pt x="577665" y="1279626"/>
                </a:cubicBezTo>
                <a:lnTo>
                  <a:pt x="585046" y="1293224"/>
                </a:lnTo>
                <a:lnTo>
                  <a:pt x="23685" y="1293224"/>
                </a:lnTo>
                <a:lnTo>
                  <a:pt x="21762" y="1287030"/>
                </a:lnTo>
                <a:cubicBezTo>
                  <a:pt x="7493" y="1217301"/>
                  <a:pt x="0" y="1145103"/>
                  <a:pt x="0" y="1071155"/>
                </a:cubicBezTo>
                <a:cubicBezTo>
                  <a:pt x="0" y="479572"/>
                  <a:pt x="479572" y="0"/>
                  <a:pt x="1071155" y="0"/>
                </a:cubicBezTo>
                <a:close/>
              </a:path>
            </a:pathLst>
          </a:custGeom>
          <a:solidFill>
            <a:srgbClr val="00A0E9"/>
          </a:solidFill>
          <a:ln w="25400" cap="flat" cmpd="sng" algn="ctr">
            <a:noFill/>
            <a:prstDash val="solid"/>
            <a:miter lim="800000"/>
          </a:ln>
          <a:effectLst>
            <a:outerShdw blurRad="304800" dist="152400" dir="2700000" sx="96000" sy="96000" algn="tl" rotWithShape="0">
              <a:srgbClr val="3B8BF1">
                <a:alpha val="40000"/>
              </a:srgbClr>
            </a:outerShdw>
          </a:effectLst>
        </p:spPr>
        <p:txBody>
          <a:bodyPr wrap="square" lIns="0" tIns="0" rIns="0" bIns="0" rtlCol="0" anchor="ctr">
            <a:noAutofit/>
          </a:bodyPr>
          <a:lstStyle/>
          <a:p>
            <a:pPr algn="ctr"/>
            <a:endParaRPr lang="zh-CN" altLang="en-US" sz="11500" b="1" kern="0">
              <a:solidFill>
                <a:srgbClr val="FFFFFF"/>
              </a:solidFill>
              <a:latin typeface="思源黑体 CN Normal" pitchFamily="34" charset="-122"/>
              <a:ea typeface="思源黑体 CN Normal" pitchFamily="34" charset="-122"/>
              <a:cs typeface="黑体-简" panose="02000000000000000000" charset="-122"/>
            </a:endParaRPr>
          </a:p>
        </p:txBody>
      </p:sp>
      <p:sp>
        <p:nvSpPr>
          <p:cNvPr id="2" name="标题 1"/>
          <p:cNvSpPr>
            <a:spLocks noGrp="1"/>
          </p:cNvSpPr>
          <p:nvPr>
            <p:ph type="title" hasCustomPrompt="1"/>
          </p:nvPr>
        </p:nvSpPr>
        <p:spPr>
          <a:xfrm>
            <a:off x="3696970" y="2733040"/>
            <a:ext cx="4799330" cy="1136650"/>
          </a:xfrm>
        </p:spPr>
        <p:txBody>
          <a:bodyPr/>
          <a:lstStyle>
            <a:lvl1pPr algn="ctr">
              <a:defRPr>
                <a:solidFill>
                  <a:schemeClr val="bg1"/>
                </a:solidFill>
              </a:defRPr>
            </a:lvl1pPr>
          </a:lstStyle>
          <a:p>
            <a:r>
              <a:rPr lang="zh-CN" altLang="en-US" smtClean="0"/>
              <a:t>单击</a:t>
            </a:r>
            <a:r>
              <a:rPr lang="zh-CN" altLang="en-US" smtClean="0"/>
              <a:t>修改标题</a:t>
            </a:r>
            <a:endParaRPr lang="zh-CN" altLang="en-US"/>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
        <p:nvSpPr>
          <p:cNvPr id="7" name="副标题 6"/>
          <p:cNvSpPr>
            <a:spLocks noGrp="1"/>
          </p:cNvSpPr>
          <p:nvPr>
            <p:ph type="subTitle" idx="1"/>
            <p:custDataLst>
              <p:tags r:id="rId2"/>
            </p:custDataLst>
          </p:nvPr>
        </p:nvSpPr>
        <p:spPr>
          <a:xfrm>
            <a:off x="3696335" y="3958590"/>
            <a:ext cx="4798695" cy="1208405"/>
          </a:xfrm>
        </p:spPr>
        <p:txBody>
          <a:bodyPr lIns="90000" tIns="46800" rIns="90000" bIns="46800">
            <a:normAutofit/>
          </a:bodyPr>
          <a:lstStyle>
            <a:lvl1pPr marL="0" indent="0" algn="ctr">
              <a:lnSpc>
                <a:spcPct val="110000"/>
              </a:lnSpc>
              <a:buNone/>
              <a:defRPr sz="1600" spc="200">
                <a:solidFill>
                  <a:schemeClr val="bg1"/>
                </a:solidFill>
                <a:latin typeface="Source Han Sans SC Regular" charset="-122"/>
                <a:ea typeface="Source Han Sans SC Regular" charset="-12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zh-CN" alt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7" name="矩形 6"/>
          <p:cNvSpPr/>
          <p:nvPr userDrawn="1"/>
        </p:nvSpPr>
        <p:spPr>
          <a:xfrm>
            <a:off x="0" y="-635"/>
            <a:ext cx="12191365" cy="6859270"/>
          </a:xfrm>
          <a:prstGeom prst="rect">
            <a:avLst/>
          </a:prstGeom>
          <a:gradFill>
            <a:gsLst>
              <a:gs pos="0">
                <a:srgbClr val="9ED9F6">
                  <a:alpha val="20000"/>
                </a:srgbClr>
              </a:gs>
              <a:gs pos="100000">
                <a:srgbClr val="00A0E9"/>
              </a:gs>
            </a:gsLst>
            <a:lin ang="4140000" scaled="0"/>
          </a:gradFill>
          <a:ln w="25400" cap="flat" cmpd="sng" algn="ctr">
            <a:noFill/>
            <a:prstDash val="solid"/>
          </a:ln>
          <a:effectLst/>
        </p:spPr>
        <p:txBody>
          <a:bodyPr rtlCol="0" anchor="ctr"/>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黑体-简" panose="02000000000000000000" charset="-122"/>
              <a:ea typeface="黑体-简" panose="02000000000000000000" charset="-122"/>
              <a:cs typeface="黑体-简" panose="02000000000000000000" charset="-122"/>
            </a:endParaRPr>
          </a:p>
        </p:txBody>
      </p:sp>
      <p:sp>
        <p:nvSpPr>
          <p:cNvPr id="35" name="矩形 34"/>
          <p:cNvSpPr/>
          <p:nvPr userDrawn="1"/>
        </p:nvSpPr>
        <p:spPr>
          <a:xfrm>
            <a:off x="156210" y="153000"/>
            <a:ext cx="11880215" cy="6552000"/>
          </a:xfrm>
          <a:prstGeom prst="rect">
            <a:avLst/>
          </a:prstGeom>
          <a:solidFill>
            <a:srgbClr val="FFFFFF"/>
          </a:solidFill>
          <a:ln w="25400" cap="flat" cmpd="sng" algn="ctr">
            <a:noFill/>
            <a:prstDash val="solid"/>
          </a:ln>
          <a:effectLst/>
        </p:spPr>
        <p:txBody>
          <a:bodyPr rtlCol="0" anchor="ctr"/>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黑体-简" panose="02000000000000000000" charset="-122"/>
              <a:ea typeface="黑体-简" panose="02000000000000000000" charset="-122"/>
              <a:cs typeface="黑体-简" panose="02000000000000000000" charset="-122"/>
            </a:endParaRPr>
          </a:p>
        </p:txBody>
      </p:sp>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5" name="标题 4" descr="7b0a202020202262756c6c6574223a20227b5c2263617465676f727949645c223a5c225c222c5c2274656d706c61746549645c223a32303233313638347d220a7d0a"/>
          <p:cNvSpPr>
            <a:spLocks noGrp="1"/>
          </p:cNvSpPr>
          <p:nvPr>
            <p:ph type="title"/>
            <p:custDataLst>
              <p:tags r:id="rId5"/>
            </p:custDataLst>
          </p:nvPr>
        </p:nvSpPr>
        <p:spPr>
          <a:xfrm>
            <a:off x="0" y="0"/>
            <a:ext cx="11577320" cy="1158875"/>
          </a:xfrm>
        </p:spPr>
        <p:txBody>
          <a:bodyPr vert="horz" lIns="396240" tIns="46800" rIns="90000" bIns="46800" rtlCol="0" anchor="ctr" anchorCtr="0">
            <a:normAutofit/>
          </a:bodyPr>
          <a:lstStyle>
            <a:lvl1pPr marL="342900" marR="0" lvl="0" indent="-342900" algn="l" defTabSz="914400" rtl="0" eaLnBrk="1" fontAlgn="auto" latinLnBrk="0" hangingPunct="1">
              <a:lnSpc>
                <a:spcPct val="100000"/>
              </a:lnSpc>
              <a:spcBef>
                <a:spcPct val="0"/>
              </a:spcBef>
              <a:buClr>
                <a:srgbClr val="00A0E9"/>
              </a:buClr>
              <a:buSzTx/>
              <a:buFont typeface="Wingdings" panose="05000000000000000000" charset="0"/>
              <a:buChar char=""/>
              <a:defRPr kumimoji="0" lang="zh-CN" altLang="en-US" sz="2400" b="1" i="0" u="none" strike="noStrike" kern="1200" cap="none" spc="600" normalizeH="0" baseline="0" noProof="1" dirty="0">
                <a:solidFill>
                  <a:schemeClr val="tx1">
                    <a:lumMod val="65000"/>
                    <a:lumOff val="35000"/>
                  </a:schemeClr>
                </a:solidFill>
                <a:latin typeface="Heiti SC Medium" panose="02000000000000000000" charset="-122"/>
                <a:ea typeface="Heiti SC Medium" panose="02000000000000000000" charset="-122"/>
                <a:cs typeface="黑体-简" panose="02000000000000000000" charset="-122"/>
              </a:defRPr>
            </a:lvl1pPr>
          </a:lstStyle>
          <a:p>
            <a:pPr lvl="0"/>
            <a:r>
              <a:rPr lang="zh-CN" altLang="en-US" smtClean="0"/>
              <a:t>单击此处编辑母版标题样式</a:t>
            </a:r>
            <a:endParaRPr lang="zh-CN" altLang="en-US"/>
          </a:p>
        </p:txBody>
      </p:sp>
      <p:sp>
        <p:nvSpPr>
          <p:cNvPr id="8" name="矩形 7"/>
          <p:cNvSpPr/>
          <p:nvPr userDrawn="1"/>
        </p:nvSpPr>
        <p:spPr>
          <a:xfrm>
            <a:off x="1270" y="398780"/>
            <a:ext cx="654685" cy="332740"/>
          </a:xfrm>
          <a:prstGeom prst="rect">
            <a:avLst/>
          </a:prstGeom>
          <a:solidFill>
            <a:srgbClr val="00A0E9"/>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黑体-简" panose="02000000000000000000" charset="-122"/>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1_空白">
    <p:spTree>
      <p:nvGrpSpPr>
        <p:cNvPr id="1" name=""/>
        <p:cNvGrpSpPr/>
        <p:nvPr/>
      </p:nvGrpSpPr>
      <p:grpSpPr>
        <a:xfrm>
          <a:off x="0" y="0"/>
          <a:ext cx="0" cy="0"/>
          <a:chOff x="0" y="0"/>
          <a:chExt cx="0" cy="0"/>
        </a:xfrm>
      </p:grpSpPr>
      <p:sp>
        <p:nvSpPr>
          <p:cNvPr id="35" name="矩形 34"/>
          <p:cNvSpPr/>
          <p:nvPr userDrawn="1"/>
        </p:nvSpPr>
        <p:spPr>
          <a:xfrm>
            <a:off x="156210" y="153000"/>
            <a:ext cx="11880215" cy="6552000"/>
          </a:xfrm>
          <a:prstGeom prst="rect">
            <a:avLst/>
          </a:prstGeom>
          <a:solidFill>
            <a:srgbClr val="FFFFFF"/>
          </a:solidFill>
          <a:ln w="25400" cap="flat" cmpd="sng" algn="ctr">
            <a:noFill/>
            <a:prstDash val="solid"/>
          </a:ln>
          <a:effectLst/>
        </p:spPr>
        <p:txBody>
          <a:bodyPr rtlCol="0" anchor="ctr"/>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黑体-简" panose="02000000000000000000" charset="-122"/>
              <a:ea typeface="黑体-简" panose="02000000000000000000" charset="-122"/>
              <a:cs typeface="黑体-简" panose="02000000000000000000" charset="-122"/>
            </a:endParaRPr>
          </a:p>
        </p:txBody>
      </p:sp>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5" name="标题 4" descr="7b0a202020202262756c6c6574223a20227b5c2263617465676f727949645c223a5c225c222c5c2274656d706c61746549645c223a32303233313638347d220a7d0a"/>
          <p:cNvSpPr>
            <a:spLocks noGrp="1"/>
          </p:cNvSpPr>
          <p:nvPr>
            <p:ph type="title"/>
            <p:custDataLst>
              <p:tags r:id="rId5"/>
            </p:custDataLst>
          </p:nvPr>
        </p:nvSpPr>
        <p:spPr>
          <a:xfrm>
            <a:off x="0" y="0"/>
            <a:ext cx="11577320" cy="1158875"/>
          </a:xfrm>
        </p:spPr>
        <p:txBody>
          <a:bodyPr vert="horz" lIns="396240" tIns="46800" rIns="90000" bIns="46800" rtlCol="0" anchor="ctr" anchorCtr="0">
            <a:normAutofit/>
          </a:bodyPr>
          <a:lstStyle>
            <a:lvl1pPr marL="342900" marR="0" lvl="0" indent="-342900" algn="l" defTabSz="914400" rtl="0" eaLnBrk="1" fontAlgn="auto" latinLnBrk="0" hangingPunct="1">
              <a:lnSpc>
                <a:spcPct val="100000"/>
              </a:lnSpc>
              <a:spcBef>
                <a:spcPct val="0"/>
              </a:spcBef>
              <a:buClr>
                <a:srgbClr val="00A0E9"/>
              </a:buClr>
              <a:buSzTx/>
              <a:buFont typeface="Wingdings" panose="05000000000000000000" charset="0"/>
              <a:buChar char=""/>
              <a:defRPr kumimoji="0" lang="zh-CN" altLang="en-US" sz="2400" b="1" i="0" u="none" strike="noStrike" kern="1200" cap="none" spc="600" normalizeH="0" baseline="0" noProof="1" dirty="0">
                <a:solidFill>
                  <a:schemeClr val="tx1">
                    <a:lumMod val="65000"/>
                    <a:lumOff val="35000"/>
                  </a:schemeClr>
                </a:solidFill>
                <a:latin typeface="Source Han Sans SC Bold" charset="-122"/>
                <a:ea typeface="Source Han Sans SC Bold" charset="-122"/>
                <a:cs typeface="黑体-简" panose="02000000000000000000" charset="-122"/>
              </a:defRPr>
            </a:lvl1pPr>
          </a:lstStyle>
          <a:p>
            <a:pPr lvl="0"/>
            <a:r>
              <a:rPr lang="zh-CN" altLang="en-US" smtClean="0"/>
              <a:t>单击此处编辑母版标题样式</a:t>
            </a:r>
            <a:endParaRPr lang="zh-CN" altLang="en-US"/>
          </a:p>
        </p:txBody>
      </p:sp>
      <p:sp>
        <p:nvSpPr>
          <p:cNvPr id="8" name="矩形 7"/>
          <p:cNvSpPr/>
          <p:nvPr userDrawn="1"/>
        </p:nvSpPr>
        <p:spPr>
          <a:xfrm>
            <a:off x="1270" y="398780"/>
            <a:ext cx="654685" cy="332740"/>
          </a:xfrm>
          <a:prstGeom prst="rect">
            <a:avLst/>
          </a:prstGeom>
          <a:solidFill>
            <a:srgbClr val="00A0E9"/>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黑体-简" panose="02000000000000000000" charset="-122"/>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单击此处编辑母版标题样式</a:t>
            </a:r>
            <a:endParaRPr lang="zh-CN" altLang="en-US" dirty="0"/>
          </a:p>
        </p:txBody>
      </p:sp>
      <p:sp>
        <p:nvSpPr>
          <p:cNvPr id="3" name="副标题 2"/>
          <p:cNvSpPr>
            <a:spLocks noGrp="1"/>
          </p:cNvSpPr>
          <p:nvPr>
            <p:ph type="subTitle" idx="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p:txBody>
          <a:bodyPr wrap="square">
            <a:normAutofit/>
          </a:bodyPr>
          <a:lstStyle/>
          <a:p>
            <a:r>
              <a:rPr lang="zh-CN" altLang="en-US" dirty="0"/>
              <a:t>单击此处编辑母版标题样式</a:t>
            </a:r>
            <a:endParaRPr lang="zh-CN" altLang="en-US" dirty="0"/>
          </a:p>
        </p:txBody>
      </p:sp>
      <p:sp>
        <p:nvSpPr>
          <p:cNvPr id="3" name="日期占位符 2"/>
          <p:cNvSpPr>
            <a:spLocks noGrp="1"/>
          </p:cNvSpPr>
          <p:nvPr>
            <p:ph type="dt" sz="half" idx="10"/>
            <p:custDataLst>
              <p:tags r:id="rId3"/>
            </p:custDataLst>
          </p:nvPr>
        </p:nvSpPr>
        <p:spPr/>
        <p:txBody>
          <a:bodyPr wrap="square">
            <a:normAutofit/>
          </a:bodyPr>
          <a:lstStyle/>
          <a:p>
            <a:fld id="{5592522B-0F24-4480-B9DD-A9474A6880D6}"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wrap="square">
            <a:normAutofit/>
          </a:bodyPr>
          <a:lstStyle/>
          <a:p>
            <a:fld id="{BE5F26B5-172A-4DC2-B0B7-181CFC56B87C}" type="slidenum">
              <a:rPr lang="zh-CN" altLang="en-US" smtClean="0"/>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1_标题幻灯片">
    <p:spTree>
      <p:nvGrpSpPr>
        <p:cNvPr id="1" name=""/>
        <p:cNvGrpSpPr/>
        <p:nvPr/>
      </p:nvGrpSpPr>
      <p:grpSpPr>
        <a:xfrm>
          <a:off x="0" y="0"/>
          <a:ext cx="0" cy="0"/>
          <a:chOff x="0" y="0"/>
          <a:chExt cx="0" cy="0"/>
        </a:xfrm>
      </p:grpSpPr>
      <p:pic>
        <p:nvPicPr>
          <p:cNvPr id="35" name="图片 34" descr="图片1"/>
          <p:cNvPicPr>
            <a:picLocks noChangeAspect="1"/>
          </p:cNvPicPr>
          <p:nvPr userDrawn="1"/>
        </p:nvPicPr>
        <p:blipFill>
          <a:blip r:embed="rId2">
            <a:alphaModFix amt="40000"/>
          </a:blip>
          <a:stretch>
            <a:fillRect/>
          </a:stretch>
        </p:blipFill>
        <p:spPr>
          <a:xfrm>
            <a:off x="-1270" y="0"/>
            <a:ext cx="12192635" cy="6858635"/>
          </a:xfrm>
          <a:prstGeom prst="rect">
            <a:avLst/>
          </a:prstGeom>
        </p:spPr>
      </p:pic>
      <p:sp>
        <p:nvSpPr>
          <p:cNvPr id="65" name="矩形 64"/>
          <p:cNvSpPr/>
          <p:nvPr userDrawn="1"/>
        </p:nvSpPr>
        <p:spPr>
          <a:xfrm>
            <a:off x="-635" y="1328420"/>
            <a:ext cx="12192000" cy="3533775"/>
          </a:xfrm>
          <a:prstGeom prst="rect">
            <a:avLst/>
          </a:prstGeom>
          <a:solidFill>
            <a:srgbClr val="9ED9F6">
              <a:alpha val="30000"/>
            </a:srgbClr>
          </a:solidFill>
          <a:ln w="25400" cap="flat" cmpd="sng" algn="ctr">
            <a:noFill/>
            <a:prstDash val="solid"/>
          </a:ln>
          <a:effectLst/>
        </p:spPr>
        <p:txBody>
          <a:bodyPr rtlCol="0" anchor="ctr"/>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黑体-简" panose="02000000000000000000" charset="-122"/>
              <a:ea typeface="黑体-简" panose="02000000000000000000" charset="-122"/>
              <a:cs typeface="黑体-简" panose="02000000000000000000" charset="-122"/>
            </a:endParaRPr>
          </a:p>
        </p:txBody>
      </p:sp>
      <p:pic>
        <p:nvPicPr>
          <p:cNvPr id="39" name="图片 38" descr="图片1"/>
          <p:cNvPicPr>
            <a:picLocks noChangeAspect="1"/>
          </p:cNvPicPr>
          <p:nvPr userDrawn="1"/>
        </p:nvPicPr>
        <p:blipFill>
          <a:blip r:embed="rId2">
            <a:alphaModFix amt="5000"/>
          </a:blip>
          <a:stretch>
            <a:fillRect/>
          </a:stretch>
        </p:blipFill>
        <p:spPr>
          <a:xfrm>
            <a:off x="0" y="-635"/>
            <a:ext cx="12192635" cy="6858635"/>
          </a:xfrm>
          <a:prstGeom prst="rect">
            <a:avLst/>
          </a:prstGeom>
        </p:spPr>
      </p:pic>
      <p:sp>
        <p:nvSpPr>
          <p:cNvPr id="7" name="矩形 6"/>
          <p:cNvSpPr/>
          <p:nvPr userDrawn="1"/>
        </p:nvSpPr>
        <p:spPr>
          <a:xfrm>
            <a:off x="0" y="1614170"/>
            <a:ext cx="12192000" cy="2825115"/>
          </a:xfrm>
          <a:prstGeom prst="rect">
            <a:avLst/>
          </a:prstGeom>
          <a:solidFill>
            <a:srgbClr val="00A0E9"/>
          </a:solidFill>
          <a:ln w="25400" cap="flat" cmpd="sng" algn="ctr">
            <a:noFill/>
            <a:prstDash val="solid"/>
          </a:ln>
          <a:effectLst/>
        </p:spPr>
        <p:txBody>
          <a:bodyPr rtlCol="0" anchor="ctr"/>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黑体-简" panose="02000000000000000000" charset="-122"/>
              <a:ea typeface="黑体-简" panose="02000000000000000000" charset="-122"/>
              <a:cs typeface="黑体-简" panose="02000000000000000000" charset="-122"/>
            </a:endParaRPr>
          </a:p>
        </p:txBody>
      </p:sp>
      <p:sp>
        <p:nvSpPr>
          <p:cNvPr id="10" name="矩形 9"/>
          <p:cNvSpPr/>
          <p:nvPr userDrawn="1"/>
        </p:nvSpPr>
        <p:spPr>
          <a:xfrm>
            <a:off x="0" y="4431983"/>
            <a:ext cx="12192000" cy="177800"/>
          </a:xfrm>
          <a:prstGeom prst="rect">
            <a:avLst/>
          </a:prstGeom>
          <a:solidFill>
            <a:srgbClr val="39D4EE"/>
          </a:solidFill>
          <a:ln w="25400" cap="flat" cmpd="sng" algn="ctr">
            <a:noFill/>
            <a:prstDash val="solid"/>
          </a:ln>
          <a:effectLst/>
        </p:spPr>
        <p:txBody>
          <a:bodyPr rtlCol="0" anchor="ctr"/>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黑体-简" panose="02000000000000000000" charset="-122"/>
              <a:ea typeface="黑体-简" panose="02000000000000000000" charset="-122"/>
              <a:cs typeface="黑体-简" panose="02000000000000000000" charset="-122"/>
            </a:endParaRPr>
          </a:p>
        </p:txBody>
      </p:sp>
      <p:grpSp>
        <p:nvGrpSpPr>
          <p:cNvPr id="11" name="组合 10"/>
          <p:cNvGrpSpPr/>
          <p:nvPr userDrawn="1"/>
        </p:nvGrpSpPr>
        <p:grpSpPr>
          <a:xfrm>
            <a:off x="9261475" y="5299075"/>
            <a:ext cx="540385" cy="520700"/>
            <a:chOff x="2892684" y="1262808"/>
            <a:chExt cx="681980" cy="681980"/>
          </a:xfrm>
        </p:grpSpPr>
        <p:sp>
          <p:nvSpPr>
            <p:cNvPr id="12" name="椭圆 50"/>
            <p:cNvSpPr>
              <a:spLocks noChangeArrowheads="1"/>
            </p:cNvSpPr>
            <p:nvPr/>
          </p:nvSpPr>
          <p:spPr bwMode="auto">
            <a:xfrm>
              <a:off x="2892684" y="1262808"/>
              <a:ext cx="681980" cy="681980"/>
            </a:xfrm>
            <a:prstGeom prst="ellipse">
              <a:avLst/>
            </a:prstGeom>
            <a:solidFill>
              <a:srgbClr val="7F7F7F"/>
            </a:solidFill>
            <a:ln w="76200" cap="sq" cmpd="sng">
              <a:solidFill>
                <a:srgbClr val="C8C6BD"/>
              </a:solidFill>
              <a:round/>
            </a:ln>
          </p:spPr>
          <p:txBody>
            <a:bodyPr anchor="ctr"/>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zh-CN" sz="2400" b="0" i="0" u="none" strike="noStrike" kern="0" cap="none" spc="0" normalizeH="0" baseline="0" noProof="0">
                <a:ln>
                  <a:noFill/>
                </a:ln>
                <a:solidFill>
                  <a:srgbClr val="FFFFFF"/>
                </a:solidFill>
                <a:effectLst/>
                <a:uLnTx/>
                <a:uFillTx/>
                <a:latin typeface="黑体-简" panose="02000000000000000000" charset="-122"/>
                <a:cs typeface="黑体-简" panose="02000000000000000000" charset="-122"/>
                <a:sym typeface="黑体-简" panose="02000000000000000000" charset="-122"/>
              </a:endParaRPr>
            </a:p>
          </p:txBody>
        </p:sp>
        <p:sp>
          <p:nvSpPr>
            <p:cNvPr id="13" name="Freeform 11"/>
            <p:cNvSpPr>
              <a:spLocks noChangeAspect="1" noEditPoints="1"/>
            </p:cNvSpPr>
            <p:nvPr/>
          </p:nvSpPr>
          <p:spPr bwMode="auto">
            <a:xfrm>
              <a:off x="3019075" y="1434229"/>
              <a:ext cx="429197" cy="339138"/>
            </a:xfrm>
            <a:custGeom>
              <a:avLst/>
              <a:gdLst>
                <a:gd name="T0" fmla="*/ 392 w 1065"/>
                <a:gd name="T1" fmla="*/ 422 h 834"/>
                <a:gd name="T2" fmla="*/ 544 w 1065"/>
                <a:gd name="T3" fmla="*/ 344 h 834"/>
                <a:gd name="T4" fmla="*/ 828 w 1065"/>
                <a:gd name="T5" fmla="*/ 296 h 834"/>
                <a:gd name="T6" fmla="*/ 907 w 1065"/>
                <a:gd name="T7" fmla="*/ 179 h 834"/>
                <a:gd name="T8" fmla="*/ 792 w 1065"/>
                <a:gd name="T9" fmla="*/ 259 h 834"/>
                <a:gd name="T10" fmla="*/ 543 w 1065"/>
                <a:gd name="T11" fmla="*/ 271 h 834"/>
                <a:gd name="T12" fmla="*/ 1065 w 1065"/>
                <a:gd name="T13" fmla="*/ 111 h 834"/>
                <a:gd name="T14" fmla="*/ 647 w 1065"/>
                <a:gd name="T15" fmla="*/ 44 h 834"/>
                <a:gd name="T16" fmla="*/ 607 w 1065"/>
                <a:gd name="T17" fmla="*/ 0 h 834"/>
                <a:gd name="T18" fmla="*/ 214 w 1065"/>
                <a:gd name="T19" fmla="*/ 44 h 834"/>
                <a:gd name="T20" fmla="*/ 243 w 1065"/>
                <a:gd name="T21" fmla="*/ 111 h 834"/>
                <a:gd name="T22" fmla="*/ 300 w 1065"/>
                <a:gd name="T23" fmla="*/ 189 h 834"/>
                <a:gd name="T24" fmla="*/ 981 w 1065"/>
                <a:gd name="T25" fmla="*/ 111 h 834"/>
                <a:gd name="T26" fmla="*/ 493 w 1065"/>
                <a:gd name="T27" fmla="*/ 548 h 834"/>
                <a:gd name="T28" fmla="*/ 981 w 1065"/>
                <a:gd name="T29" fmla="*/ 570 h 834"/>
                <a:gd name="T30" fmla="*/ 501 w 1065"/>
                <a:gd name="T31" fmla="*/ 593 h 834"/>
                <a:gd name="T32" fmla="*/ 503 w 1065"/>
                <a:gd name="T33" fmla="*/ 664 h 834"/>
                <a:gd name="T34" fmla="*/ 607 w 1065"/>
                <a:gd name="T35" fmla="*/ 828 h 834"/>
                <a:gd name="T36" fmla="*/ 647 w 1065"/>
                <a:gd name="T37" fmla="*/ 664 h 834"/>
                <a:gd name="T38" fmla="*/ 839 w 1065"/>
                <a:gd name="T39" fmla="*/ 823 h 834"/>
                <a:gd name="T40" fmla="*/ 822 w 1065"/>
                <a:gd name="T41" fmla="*/ 664 h 834"/>
                <a:gd name="T42" fmla="*/ 1065 w 1065"/>
                <a:gd name="T43" fmla="*/ 593 h 834"/>
                <a:gd name="T44" fmla="*/ 1039 w 1065"/>
                <a:gd name="T45" fmla="*/ 111 h 834"/>
                <a:gd name="T46" fmla="*/ 223 w 1065"/>
                <a:gd name="T47" fmla="*/ 431 h 834"/>
                <a:gd name="T48" fmla="*/ 327 w 1065"/>
                <a:gd name="T49" fmla="*/ 328 h 834"/>
                <a:gd name="T50" fmla="*/ 120 w 1065"/>
                <a:gd name="T51" fmla="*/ 328 h 834"/>
                <a:gd name="T52" fmla="*/ 290 w 1065"/>
                <a:gd name="T53" fmla="*/ 453 h 834"/>
                <a:gd name="T54" fmla="*/ 251 w 1065"/>
                <a:gd name="T55" fmla="*/ 453 h 834"/>
                <a:gd name="T56" fmla="*/ 262 w 1065"/>
                <a:gd name="T57" fmla="*/ 472 h 834"/>
                <a:gd name="T58" fmla="*/ 273 w 1065"/>
                <a:gd name="T59" fmla="*/ 709 h 834"/>
                <a:gd name="T60" fmla="*/ 180 w 1065"/>
                <a:gd name="T61" fmla="*/ 709 h 834"/>
                <a:gd name="T62" fmla="*/ 191 w 1065"/>
                <a:gd name="T63" fmla="*/ 472 h 834"/>
                <a:gd name="T64" fmla="*/ 201 w 1065"/>
                <a:gd name="T65" fmla="*/ 453 h 834"/>
                <a:gd name="T66" fmla="*/ 0 w 1065"/>
                <a:gd name="T67" fmla="*/ 609 h 834"/>
                <a:gd name="T68" fmla="*/ 92 w 1065"/>
                <a:gd name="T69" fmla="*/ 834 h 834"/>
                <a:gd name="T70" fmla="*/ 124 w 1065"/>
                <a:gd name="T71" fmla="*/ 601 h 834"/>
                <a:gd name="T72" fmla="*/ 320 w 1065"/>
                <a:gd name="T73" fmla="*/ 834 h 834"/>
                <a:gd name="T74" fmla="*/ 352 w 1065"/>
                <a:gd name="T75" fmla="*/ 601 h 834"/>
                <a:gd name="T76" fmla="*/ 446 w 1065"/>
                <a:gd name="T77" fmla="*/ 834 h 834"/>
                <a:gd name="T78" fmla="*/ 290 w 1065"/>
                <a:gd name="T79" fmla="*/ 453 h 8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065" h="834">
                  <a:moveTo>
                    <a:pt x="543" y="271"/>
                  </a:moveTo>
                  <a:lnTo>
                    <a:pt x="392" y="422"/>
                  </a:lnTo>
                  <a:cubicBezTo>
                    <a:pt x="408" y="431"/>
                    <a:pt x="422" y="442"/>
                    <a:pt x="434" y="454"/>
                  </a:cubicBezTo>
                  <a:lnTo>
                    <a:pt x="544" y="344"/>
                  </a:lnTo>
                  <a:lnTo>
                    <a:pt x="662" y="463"/>
                  </a:lnTo>
                  <a:lnTo>
                    <a:pt x="828" y="296"/>
                  </a:lnTo>
                  <a:lnTo>
                    <a:pt x="854" y="361"/>
                  </a:lnTo>
                  <a:lnTo>
                    <a:pt x="907" y="179"/>
                  </a:lnTo>
                  <a:lnTo>
                    <a:pt x="725" y="232"/>
                  </a:lnTo>
                  <a:lnTo>
                    <a:pt x="792" y="259"/>
                  </a:lnTo>
                  <a:lnTo>
                    <a:pt x="662" y="389"/>
                  </a:lnTo>
                  <a:lnTo>
                    <a:pt x="543" y="271"/>
                  </a:lnTo>
                  <a:close/>
                  <a:moveTo>
                    <a:pt x="1065" y="111"/>
                  </a:moveTo>
                  <a:lnTo>
                    <a:pt x="1065" y="111"/>
                  </a:lnTo>
                  <a:lnTo>
                    <a:pt x="1065" y="44"/>
                  </a:lnTo>
                  <a:lnTo>
                    <a:pt x="647" y="44"/>
                  </a:lnTo>
                  <a:lnTo>
                    <a:pt x="647" y="0"/>
                  </a:lnTo>
                  <a:lnTo>
                    <a:pt x="607" y="0"/>
                  </a:lnTo>
                  <a:lnTo>
                    <a:pt x="607" y="44"/>
                  </a:lnTo>
                  <a:lnTo>
                    <a:pt x="214" y="44"/>
                  </a:lnTo>
                  <a:lnTo>
                    <a:pt x="214" y="111"/>
                  </a:lnTo>
                  <a:lnTo>
                    <a:pt x="243" y="111"/>
                  </a:lnTo>
                  <a:lnTo>
                    <a:pt x="243" y="170"/>
                  </a:lnTo>
                  <a:cubicBezTo>
                    <a:pt x="264" y="172"/>
                    <a:pt x="283" y="179"/>
                    <a:pt x="300" y="189"/>
                  </a:cubicBezTo>
                  <a:lnTo>
                    <a:pt x="300" y="111"/>
                  </a:lnTo>
                  <a:lnTo>
                    <a:pt x="981" y="111"/>
                  </a:lnTo>
                  <a:lnTo>
                    <a:pt x="981" y="548"/>
                  </a:lnTo>
                  <a:lnTo>
                    <a:pt x="493" y="548"/>
                  </a:lnTo>
                  <a:cubicBezTo>
                    <a:pt x="496" y="555"/>
                    <a:pt x="497" y="562"/>
                    <a:pt x="499" y="570"/>
                  </a:cubicBezTo>
                  <a:lnTo>
                    <a:pt x="981" y="570"/>
                  </a:lnTo>
                  <a:lnTo>
                    <a:pt x="981" y="593"/>
                  </a:lnTo>
                  <a:lnTo>
                    <a:pt x="501" y="593"/>
                  </a:lnTo>
                  <a:cubicBezTo>
                    <a:pt x="502" y="599"/>
                    <a:pt x="503" y="604"/>
                    <a:pt x="503" y="609"/>
                  </a:cubicBezTo>
                  <a:lnTo>
                    <a:pt x="503" y="664"/>
                  </a:lnTo>
                  <a:lnTo>
                    <a:pt x="607" y="664"/>
                  </a:lnTo>
                  <a:lnTo>
                    <a:pt x="607" y="828"/>
                  </a:lnTo>
                  <a:lnTo>
                    <a:pt x="647" y="828"/>
                  </a:lnTo>
                  <a:lnTo>
                    <a:pt x="647" y="664"/>
                  </a:lnTo>
                  <a:lnTo>
                    <a:pt x="779" y="664"/>
                  </a:lnTo>
                  <a:lnTo>
                    <a:pt x="839" y="823"/>
                  </a:lnTo>
                  <a:lnTo>
                    <a:pt x="878" y="813"/>
                  </a:lnTo>
                  <a:lnTo>
                    <a:pt x="822" y="664"/>
                  </a:lnTo>
                  <a:lnTo>
                    <a:pt x="1065" y="664"/>
                  </a:lnTo>
                  <a:lnTo>
                    <a:pt x="1065" y="593"/>
                  </a:lnTo>
                  <a:lnTo>
                    <a:pt x="1039" y="593"/>
                  </a:lnTo>
                  <a:lnTo>
                    <a:pt x="1039" y="111"/>
                  </a:lnTo>
                  <a:lnTo>
                    <a:pt x="1065" y="111"/>
                  </a:lnTo>
                  <a:close/>
                  <a:moveTo>
                    <a:pt x="223" y="431"/>
                  </a:moveTo>
                  <a:lnTo>
                    <a:pt x="223" y="431"/>
                  </a:lnTo>
                  <a:cubicBezTo>
                    <a:pt x="280" y="431"/>
                    <a:pt x="327" y="385"/>
                    <a:pt x="327" y="328"/>
                  </a:cubicBezTo>
                  <a:cubicBezTo>
                    <a:pt x="327" y="271"/>
                    <a:pt x="280" y="224"/>
                    <a:pt x="223" y="224"/>
                  </a:cubicBezTo>
                  <a:cubicBezTo>
                    <a:pt x="166" y="224"/>
                    <a:pt x="120" y="271"/>
                    <a:pt x="120" y="328"/>
                  </a:cubicBezTo>
                  <a:cubicBezTo>
                    <a:pt x="120" y="385"/>
                    <a:pt x="166" y="431"/>
                    <a:pt x="223" y="431"/>
                  </a:cubicBezTo>
                  <a:close/>
                  <a:moveTo>
                    <a:pt x="290" y="453"/>
                  </a:moveTo>
                  <a:lnTo>
                    <a:pt x="290" y="453"/>
                  </a:lnTo>
                  <a:lnTo>
                    <a:pt x="251" y="453"/>
                  </a:lnTo>
                  <a:lnTo>
                    <a:pt x="257" y="457"/>
                  </a:lnTo>
                  <a:cubicBezTo>
                    <a:pt x="262" y="460"/>
                    <a:pt x="264" y="467"/>
                    <a:pt x="262" y="472"/>
                  </a:cubicBezTo>
                  <a:lnTo>
                    <a:pt x="248" y="507"/>
                  </a:lnTo>
                  <a:lnTo>
                    <a:pt x="273" y="709"/>
                  </a:lnTo>
                  <a:lnTo>
                    <a:pt x="226" y="751"/>
                  </a:lnTo>
                  <a:lnTo>
                    <a:pt x="180" y="709"/>
                  </a:lnTo>
                  <a:lnTo>
                    <a:pt x="205" y="507"/>
                  </a:lnTo>
                  <a:lnTo>
                    <a:pt x="191" y="472"/>
                  </a:lnTo>
                  <a:cubicBezTo>
                    <a:pt x="188" y="467"/>
                    <a:pt x="191" y="460"/>
                    <a:pt x="195" y="457"/>
                  </a:cubicBezTo>
                  <a:lnTo>
                    <a:pt x="201" y="453"/>
                  </a:lnTo>
                  <a:lnTo>
                    <a:pt x="156" y="453"/>
                  </a:lnTo>
                  <a:cubicBezTo>
                    <a:pt x="70" y="453"/>
                    <a:pt x="0" y="523"/>
                    <a:pt x="0" y="609"/>
                  </a:cubicBezTo>
                  <a:lnTo>
                    <a:pt x="0" y="834"/>
                  </a:lnTo>
                  <a:lnTo>
                    <a:pt x="92" y="834"/>
                  </a:lnTo>
                  <a:lnTo>
                    <a:pt x="92" y="601"/>
                  </a:lnTo>
                  <a:lnTo>
                    <a:pt x="124" y="601"/>
                  </a:lnTo>
                  <a:lnTo>
                    <a:pt x="124" y="834"/>
                  </a:lnTo>
                  <a:lnTo>
                    <a:pt x="320" y="834"/>
                  </a:lnTo>
                  <a:lnTo>
                    <a:pt x="320" y="601"/>
                  </a:lnTo>
                  <a:lnTo>
                    <a:pt x="352" y="601"/>
                  </a:lnTo>
                  <a:lnTo>
                    <a:pt x="352" y="834"/>
                  </a:lnTo>
                  <a:lnTo>
                    <a:pt x="446" y="834"/>
                  </a:lnTo>
                  <a:lnTo>
                    <a:pt x="446" y="609"/>
                  </a:lnTo>
                  <a:cubicBezTo>
                    <a:pt x="446" y="523"/>
                    <a:pt x="376" y="453"/>
                    <a:pt x="290" y="453"/>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cs typeface="黑体-简" panose="02000000000000000000" charset="-122"/>
              </a:endParaRPr>
            </a:p>
          </p:txBody>
        </p:sp>
      </p:grpSp>
      <p:grpSp>
        <p:nvGrpSpPr>
          <p:cNvPr id="14" name="组合 13"/>
          <p:cNvGrpSpPr/>
          <p:nvPr userDrawn="1"/>
        </p:nvGrpSpPr>
        <p:grpSpPr>
          <a:xfrm>
            <a:off x="11071225" y="5304155"/>
            <a:ext cx="540385" cy="521970"/>
            <a:chOff x="4453834" y="4980930"/>
            <a:chExt cx="681980" cy="681980"/>
          </a:xfrm>
        </p:grpSpPr>
        <p:sp>
          <p:nvSpPr>
            <p:cNvPr id="15" name="椭圆 14"/>
            <p:cNvSpPr>
              <a:spLocks noChangeArrowheads="1"/>
            </p:cNvSpPr>
            <p:nvPr/>
          </p:nvSpPr>
          <p:spPr bwMode="auto">
            <a:xfrm>
              <a:off x="4453834" y="4980930"/>
              <a:ext cx="681980" cy="681980"/>
            </a:xfrm>
            <a:prstGeom prst="ellipse">
              <a:avLst/>
            </a:prstGeom>
            <a:solidFill>
              <a:srgbClr val="7F7F7F"/>
            </a:solidFill>
            <a:ln w="76200" cap="sq" cmpd="sng">
              <a:solidFill>
                <a:srgbClr val="C8C6BD"/>
              </a:solidFill>
              <a:round/>
            </a:ln>
          </p:spPr>
          <p:txBody>
            <a:bodyPr anchor="ctr"/>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zh-CN" sz="2400" b="0" i="0" u="none" strike="noStrike" kern="0" cap="none" spc="0" normalizeH="0" baseline="0" noProof="0">
                <a:ln>
                  <a:noFill/>
                </a:ln>
                <a:solidFill>
                  <a:srgbClr val="FFFFFF"/>
                </a:solidFill>
                <a:effectLst/>
                <a:uLnTx/>
                <a:uFillTx/>
                <a:latin typeface="黑体-简" panose="02000000000000000000" charset="-122"/>
                <a:cs typeface="黑体-简" panose="02000000000000000000" charset="-122"/>
                <a:sym typeface="黑体-简" panose="02000000000000000000" charset="-122"/>
              </a:endParaRPr>
            </a:p>
          </p:txBody>
        </p:sp>
        <p:sp>
          <p:nvSpPr>
            <p:cNvPr id="19" name="Freeform 5"/>
            <p:cNvSpPr>
              <a:spLocks noChangeAspect="1" noEditPoints="1"/>
            </p:cNvSpPr>
            <p:nvPr/>
          </p:nvSpPr>
          <p:spPr bwMode="auto">
            <a:xfrm>
              <a:off x="4621081" y="5153506"/>
              <a:ext cx="396000" cy="351791"/>
            </a:xfrm>
            <a:custGeom>
              <a:avLst/>
              <a:gdLst>
                <a:gd name="T0" fmla="*/ 746 w 1802"/>
                <a:gd name="T1" fmla="*/ 524 h 1618"/>
                <a:gd name="T2" fmla="*/ 223 w 1802"/>
                <a:gd name="T3" fmla="*/ 599 h 1618"/>
                <a:gd name="T4" fmla="*/ 223 w 1802"/>
                <a:gd name="T5" fmla="*/ 383 h 1618"/>
                <a:gd name="T6" fmla="*/ 1059 w 1802"/>
                <a:gd name="T7" fmla="*/ 458 h 1618"/>
                <a:gd name="T8" fmla="*/ 223 w 1802"/>
                <a:gd name="T9" fmla="*/ 383 h 1618"/>
                <a:gd name="T10" fmla="*/ 1059 w 1802"/>
                <a:gd name="T11" fmla="*/ 241 h 1618"/>
                <a:gd name="T12" fmla="*/ 223 w 1802"/>
                <a:gd name="T13" fmla="*/ 317 h 1618"/>
                <a:gd name="T14" fmla="*/ 0 w 1802"/>
                <a:gd name="T15" fmla="*/ 1182 h 1618"/>
                <a:gd name="T16" fmla="*/ 202 w 1802"/>
                <a:gd name="T17" fmla="*/ 1455 h 1618"/>
                <a:gd name="T18" fmla="*/ 1283 w 1802"/>
                <a:gd name="T19" fmla="*/ 1548 h 1618"/>
                <a:gd name="T20" fmla="*/ 1198 w 1802"/>
                <a:gd name="T21" fmla="*/ 1219 h 1618"/>
                <a:gd name="T22" fmla="*/ 382 w 1802"/>
                <a:gd name="T23" fmla="*/ 1228 h 1618"/>
                <a:gd name="T24" fmla="*/ 298 w 1802"/>
                <a:gd name="T25" fmla="*/ 1320 h 1618"/>
                <a:gd name="T26" fmla="*/ 84 w 1802"/>
                <a:gd name="T27" fmla="*/ 1164 h 1618"/>
                <a:gd name="T28" fmla="*/ 1198 w 1802"/>
                <a:gd name="T29" fmla="*/ 85 h 1618"/>
                <a:gd name="T30" fmla="*/ 1283 w 1802"/>
                <a:gd name="T31" fmla="*/ 840 h 1618"/>
                <a:gd name="T32" fmla="*/ 0 w 1802"/>
                <a:gd name="T33" fmla="*/ 0 h 1618"/>
                <a:gd name="T34" fmla="*/ 302 w 1802"/>
                <a:gd name="T35" fmla="*/ 1398 h 1618"/>
                <a:gd name="T36" fmla="*/ 972 w 1802"/>
                <a:gd name="T37" fmla="*/ 1492 h 1618"/>
                <a:gd name="T38" fmla="*/ 302 w 1802"/>
                <a:gd name="T39" fmla="*/ 1398 h 1618"/>
                <a:gd name="T40" fmla="*/ 1442 w 1802"/>
                <a:gd name="T41" fmla="*/ 1062 h 1618"/>
                <a:gd name="T42" fmla="*/ 993 w 1802"/>
                <a:gd name="T43" fmla="*/ 851 h 1618"/>
                <a:gd name="T44" fmla="*/ 1783 w 1802"/>
                <a:gd name="T45" fmla="*/ 1547 h 1618"/>
                <a:gd name="T46" fmla="*/ 1604 w 1802"/>
                <a:gd name="T47" fmla="*/ 1057 h 1618"/>
                <a:gd name="T48" fmla="*/ 1387 w 1802"/>
                <a:gd name="T49" fmla="*/ 940 h 1618"/>
                <a:gd name="T50" fmla="*/ 1393 w 1802"/>
                <a:gd name="T51" fmla="*/ 863 h 1618"/>
                <a:gd name="T52" fmla="*/ 1333 w 1802"/>
                <a:gd name="T53" fmla="*/ 914 h 1618"/>
                <a:gd name="T54" fmla="*/ 1360 w 1802"/>
                <a:gd name="T55" fmla="*/ 951 h 1618"/>
                <a:gd name="T56" fmla="*/ 1549 w 1802"/>
                <a:gd name="T57" fmla="*/ 1082 h 1618"/>
                <a:gd name="T58" fmla="*/ 1681 w 1802"/>
                <a:gd name="T59" fmla="*/ 1321 h 1618"/>
                <a:gd name="T60" fmla="*/ 1572 w 1802"/>
                <a:gd name="T61" fmla="*/ 1171 h 1618"/>
                <a:gd name="T62" fmla="*/ 1270 w 1802"/>
                <a:gd name="T63" fmla="*/ 1253 h 1618"/>
                <a:gd name="T64" fmla="*/ 1696 w 1802"/>
                <a:gd name="T65" fmla="*/ 1610 h 1618"/>
                <a:gd name="T66" fmla="*/ 1069 w 1802"/>
                <a:gd name="T67" fmla="*/ 618 h 1618"/>
                <a:gd name="T68" fmla="*/ 823 w 1802"/>
                <a:gd name="T69" fmla="*/ 496 h 1618"/>
                <a:gd name="T70" fmla="*/ 1007 w 1802"/>
                <a:gd name="T71" fmla="*/ 661 h 1618"/>
                <a:gd name="T72" fmla="*/ 941 w 1802"/>
                <a:gd name="T73" fmla="*/ 716 h 1618"/>
                <a:gd name="T74" fmla="*/ 810 w 1802"/>
                <a:gd name="T75" fmla="*/ 507 h 1618"/>
                <a:gd name="T76" fmla="*/ 889 w 1802"/>
                <a:gd name="T77" fmla="*/ 770 h 1618"/>
                <a:gd name="T78" fmla="*/ 1111 w 1802"/>
                <a:gd name="T79" fmla="*/ 712 h 16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802" h="1618">
                  <a:moveTo>
                    <a:pt x="223" y="524"/>
                  </a:moveTo>
                  <a:lnTo>
                    <a:pt x="746" y="524"/>
                  </a:lnTo>
                  <a:lnTo>
                    <a:pt x="746" y="599"/>
                  </a:lnTo>
                  <a:lnTo>
                    <a:pt x="223" y="599"/>
                  </a:lnTo>
                  <a:lnTo>
                    <a:pt x="223" y="524"/>
                  </a:lnTo>
                  <a:close/>
                  <a:moveTo>
                    <a:pt x="223" y="383"/>
                  </a:moveTo>
                  <a:lnTo>
                    <a:pt x="1059" y="383"/>
                  </a:lnTo>
                  <a:lnTo>
                    <a:pt x="1059" y="458"/>
                  </a:lnTo>
                  <a:lnTo>
                    <a:pt x="223" y="458"/>
                  </a:lnTo>
                  <a:lnTo>
                    <a:pt x="223" y="383"/>
                  </a:lnTo>
                  <a:close/>
                  <a:moveTo>
                    <a:pt x="223" y="241"/>
                  </a:moveTo>
                  <a:lnTo>
                    <a:pt x="1059" y="241"/>
                  </a:lnTo>
                  <a:lnTo>
                    <a:pt x="1059" y="317"/>
                  </a:lnTo>
                  <a:lnTo>
                    <a:pt x="223" y="317"/>
                  </a:lnTo>
                  <a:lnTo>
                    <a:pt x="223" y="241"/>
                  </a:lnTo>
                  <a:close/>
                  <a:moveTo>
                    <a:pt x="0" y="1182"/>
                  </a:moveTo>
                  <a:cubicBezTo>
                    <a:pt x="0" y="1254"/>
                    <a:pt x="9" y="1311"/>
                    <a:pt x="54" y="1369"/>
                  </a:cubicBezTo>
                  <a:cubicBezTo>
                    <a:pt x="92" y="1419"/>
                    <a:pt x="140" y="1446"/>
                    <a:pt x="202" y="1455"/>
                  </a:cubicBezTo>
                  <a:lnTo>
                    <a:pt x="1206" y="1612"/>
                  </a:lnTo>
                  <a:cubicBezTo>
                    <a:pt x="1248" y="1618"/>
                    <a:pt x="1283" y="1590"/>
                    <a:pt x="1283" y="1548"/>
                  </a:cubicBezTo>
                  <a:lnTo>
                    <a:pt x="1283" y="1335"/>
                  </a:lnTo>
                  <a:cubicBezTo>
                    <a:pt x="1254" y="1299"/>
                    <a:pt x="1226" y="1259"/>
                    <a:pt x="1198" y="1219"/>
                  </a:cubicBezTo>
                  <a:lnTo>
                    <a:pt x="1198" y="1490"/>
                  </a:lnTo>
                  <a:lnTo>
                    <a:pt x="382" y="1228"/>
                  </a:lnTo>
                  <a:cubicBezTo>
                    <a:pt x="372" y="1225"/>
                    <a:pt x="361" y="1229"/>
                    <a:pt x="356" y="1239"/>
                  </a:cubicBezTo>
                  <a:cubicBezTo>
                    <a:pt x="339" y="1273"/>
                    <a:pt x="319" y="1304"/>
                    <a:pt x="298" y="1320"/>
                  </a:cubicBezTo>
                  <a:cubicBezTo>
                    <a:pt x="239" y="1366"/>
                    <a:pt x="166" y="1357"/>
                    <a:pt x="121" y="1299"/>
                  </a:cubicBezTo>
                  <a:cubicBezTo>
                    <a:pt x="88" y="1256"/>
                    <a:pt x="84" y="1215"/>
                    <a:pt x="84" y="1164"/>
                  </a:cubicBezTo>
                  <a:lnTo>
                    <a:pt x="84" y="85"/>
                  </a:lnTo>
                  <a:lnTo>
                    <a:pt x="1198" y="85"/>
                  </a:lnTo>
                  <a:lnTo>
                    <a:pt x="1198" y="751"/>
                  </a:lnTo>
                  <a:lnTo>
                    <a:pt x="1283" y="840"/>
                  </a:lnTo>
                  <a:lnTo>
                    <a:pt x="1283" y="0"/>
                  </a:lnTo>
                  <a:lnTo>
                    <a:pt x="0" y="0"/>
                  </a:lnTo>
                  <a:lnTo>
                    <a:pt x="0" y="1182"/>
                  </a:lnTo>
                  <a:close/>
                  <a:moveTo>
                    <a:pt x="302" y="1398"/>
                  </a:moveTo>
                  <a:lnTo>
                    <a:pt x="970" y="1503"/>
                  </a:lnTo>
                  <a:cubicBezTo>
                    <a:pt x="977" y="1504"/>
                    <a:pt x="980" y="1494"/>
                    <a:pt x="972" y="1492"/>
                  </a:cubicBezTo>
                  <a:lnTo>
                    <a:pt x="390" y="1305"/>
                  </a:lnTo>
                  <a:cubicBezTo>
                    <a:pt x="364" y="1349"/>
                    <a:pt x="344" y="1371"/>
                    <a:pt x="302" y="1398"/>
                  </a:cubicBezTo>
                  <a:close/>
                  <a:moveTo>
                    <a:pt x="1131" y="735"/>
                  </a:moveTo>
                  <a:lnTo>
                    <a:pt x="1442" y="1062"/>
                  </a:lnTo>
                  <a:lnTo>
                    <a:pt x="1264" y="1213"/>
                  </a:lnTo>
                  <a:lnTo>
                    <a:pt x="993" y="851"/>
                  </a:lnTo>
                  <a:lnTo>
                    <a:pt x="1131" y="735"/>
                  </a:lnTo>
                  <a:close/>
                  <a:moveTo>
                    <a:pt x="1783" y="1547"/>
                  </a:moveTo>
                  <a:cubicBezTo>
                    <a:pt x="1788" y="1530"/>
                    <a:pt x="1791" y="1511"/>
                    <a:pt x="1793" y="1489"/>
                  </a:cubicBezTo>
                  <a:cubicBezTo>
                    <a:pt x="1802" y="1343"/>
                    <a:pt x="1781" y="1146"/>
                    <a:pt x="1604" y="1057"/>
                  </a:cubicBezTo>
                  <a:cubicBezTo>
                    <a:pt x="1550" y="1030"/>
                    <a:pt x="1446" y="989"/>
                    <a:pt x="1408" y="959"/>
                  </a:cubicBezTo>
                  <a:cubicBezTo>
                    <a:pt x="1399" y="952"/>
                    <a:pt x="1392" y="946"/>
                    <a:pt x="1387" y="940"/>
                  </a:cubicBezTo>
                  <a:cubicBezTo>
                    <a:pt x="1392" y="939"/>
                    <a:pt x="1397" y="937"/>
                    <a:pt x="1401" y="933"/>
                  </a:cubicBezTo>
                  <a:cubicBezTo>
                    <a:pt x="1418" y="919"/>
                    <a:pt x="1414" y="888"/>
                    <a:pt x="1393" y="863"/>
                  </a:cubicBezTo>
                  <a:cubicBezTo>
                    <a:pt x="1373" y="838"/>
                    <a:pt x="1342" y="830"/>
                    <a:pt x="1325" y="844"/>
                  </a:cubicBezTo>
                  <a:cubicBezTo>
                    <a:pt x="1309" y="858"/>
                    <a:pt x="1312" y="890"/>
                    <a:pt x="1333" y="914"/>
                  </a:cubicBezTo>
                  <a:cubicBezTo>
                    <a:pt x="1338" y="920"/>
                    <a:pt x="1343" y="925"/>
                    <a:pt x="1349" y="929"/>
                  </a:cubicBezTo>
                  <a:cubicBezTo>
                    <a:pt x="1351" y="937"/>
                    <a:pt x="1355" y="944"/>
                    <a:pt x="1360" y="951"/>
                  </a:cubicBezTo>
                  <a:cubicBezTo>
                    <a:pt x="1367" y="963"/>
                    <a:pt x="1379" y="975"/>
                    <a:pt x="1394" y="986"/>
                  </a:cubicBezTo>
                  <a:cubicBezTo>
                    <a:pt x="1436" y="1019"/>
                    <a:pt x="1494" y="1051"/>
                    <a:pt x="1549" y="1082"/>
                  </a:cubicBezTo>
                  <a:cubicBezTo>
                    <a:pt x="1666" y="1148"/>
                    <a:pt x="1695" y="1231"/>
                    <a:pt x="1700" y="1321"/>
                  </a:cubicBezTo>
                  <a:cubicBezTo>
                    <a:pt x="1701" y="1334"/>
                    <a:pt x="1694" y="1341"/>
                    <a:pt x="1681" y="1321"/>
                  </a:cubicBezTo>
                  <a:cubicBezTo>
                    <a:pt x="1677" y="1316"/>
                    <a:pt x="1673" y="1310"/>
                    <a:pt x="1670" y="1305"/>
                  </a:cubicBezTo>
                  <a:cubicBezTo>
                    <a:pt x="1643" y="1261"/>
                    <a:pt x="1610" y="1216"/>
                    <a:pt x="1572" y="1171"/>
                  </a:cubicBezTo>
                  <a:cubicBezTo>
                    <a:pt x="1542" y="1136"/>
                    <a:pt x="1512" y="1104"/>
                    <a:pt x="1481" y="1075"/>
                  </a:cubicBezTo>
                  <a:lnTo>
                    <a:pt x="1270" y="1253"/>
                  </a:lnTo>
                  <a:cubicBezTo>
                    <a:pt x="1293" y="1288"/>
                    <a:pt x="1320" y="1324"/>
                    <a:pt x="1350" y="1359"/>
                  </a:cubicBezTo>
                  <a:cubicBezTo>
                    <a:pt x="1476" y="1508"/>
                    <a:pt x="1615" y="1606"/>
                    <a:pt x="1696" y="1610"/>
                  </a:cubicBezTo>
                  <a:cubicBezTo>
                    <a:pt x="1739" y="1613"/>
                    <a:pt x="1770" y="1585"/>
                    <a:pt x="1783" y="1547"/>
                  </a:cubicBezTo>
                  <a:close/>
                  <a:moveTo>
                    <a:pt x="1069" y="618"/>
                  </a:moveTo>
                  <a:lnTo>
                    <a:pt x="835" y="486"/>
                  </a:lnTo>
                  <a:lnTo>
                    <a:pt x="823" y="496"/>
                  </a:lnTo>
                  <a:lnTo>
                    <a:pt x="953" y="651"/>
                  </a:lnTo>
                  <a:cubicBezTo>
                    <a:pt x="971" y="641"/>
                    <a:pt x="993" y="645"/>
                    <a:pt x="1007" y="661"/>
                  </a:cubicBezTo>
                  <a:cubicBezTo>
                    <a:pt x="1022" y="679"/>
                    <a:pt x="1020" y="706"/>
                    <a:pt x="1002" y="722"/>
                  </a:cubicBezTo>
                  <a:cubicBezTo>
                    <a:pt x="984" y="737"/>
                    <a:pt x="957" y="734"/>
                    <a:pt x="941" y="716"/>
                  </a:cubicBezTo>
                  <a:cubicBezTo>
                    <a:pt x="928" y="700"/>
                    <a:pt x="928" y="677"/>
                    <a:pt x="940" y="662"/>
                  </a:cubicBezTo>
                  <a:lnTo>
                    <a:pt x="810" y="507"/>
                  </a:lnTo>
                  <a:lnTo>
                    <a:pt x="797" y="518"/>
                  </a:lnTo>
                  <a:lnTo>
                    <a:pt x="889" y="770"/>
                  </a:lnTo>
                  <a:lnTo>
                    <a:pt x="974" y="828"/>
                  </a:lnTo>
                  <a:lnTo>
                    <a:pt x="1111" y="712"/>
                  </a:lnTo>
                  <a:lnTo>
                    <a:pt x="1069" y="618"/>
                  </a:lnTo>
                  <a:close/>
                </a:path>
              </a:pathLst>
            </a:custGeom>
            <a:solidFill>
              <a:srgbClr val="FFFFFF"/>
            </a:solidFill>
            <a:ln>
              <a:noFill/>
            </a:ln>
          </p:spPr>
          <p:txBody>
            <a:bodyPr vert="horz" wrap="square" lIns="91440" tIns="45720" rIns="91440" bIns="45720" numCol="1" anchor="t" anchorCtr="0" compatLnSpc="1"/>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C4261D"/>
                </a:solidFill>
                <a:effectLst/>
                <a:uLnTx/>
                <a:uFillTx/>
                <a:cs typeface="黑体-简" panose="02000000000000000000" charset="-122"/>
              </a:endParaRPr>
            </a:p>
          </p:txBody>
        </p:sp>
      </p:grpSp>
      <p:grpSp>
        <p:nvGrpSpPr>
          <p:cNvPr id="20" name="组合 19"/>
          <p:cNvGrpSpPr/>
          <p:nvPr userDrawn="1"/>
        </p:nvGrpSpPr>
        <p:grpSpPr>
          <a:xfrm>
            <a:off x="10166350" y="5299075"/>
            <a:ext cx="540385" cy="520700"/>
            <a:chOff x="4670606" y="4037909"/>
            <a:chExt cx="681980" cy="681980"/>
          </a:xfrm>
        </p:grpSpPr>
        <p:sp>
          <p:nvSpPr>
            <p:cNvPr id="21" name="椭圆 20"/>
            <p:cNvSpPr>
              <a:spLocks noChangeArrowheads="1"/>
            </p:cNvSpPr>
            <p:nvPr/>
          </p:nvSpPr>
          <p:spPr bwMode="auto">
            <a:xfrm>
              <a:off x="4670606" y="4037909"/>
              <a:ext cx="681980" cy="681980"/>
            </a:xfrm>
            <a:prstGeom prst="ellipse">
              <a:avLst/>
            </a:prstGeom>
            <a:solidFill>
              <a:srgbClr val="7F7F7F"/>
            </a:solidFill>
            <a:ln w="76200" cap="sq" cmpd="sng">
              <a:solidFill>
                <a:srgbClr val="C8C6BD"/>
              </a:solidFill>
              <a:round/>
            </a:ln>
          </p:spPr>
          <p:txBody>
            <a:bodyPr anchor="ctr"/>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zh-CN" sz="2400" b="0" i="0" u="none" strike="noStrike" kern="0" cap="none" spc="0" normalizeH="0" baseline="0" noProof="0">
                <a:ln>
                  <a:noFill/>
                </a:ln>
                <a:solidFill>
                  <a:srgbClr val="FFFFFF"/>
                </a:solidFill>
                <a:effectLst/>
                <a:uLnTx/>
                <a:uFillTx/>
                <a:latin typeface="黑体-简" panose="02000000000000000000" charset="-122"/>
                <a:cs typeface="黑体-简" panose="02000000000000000000" charset="-122"/>
                <a:sym typeface="黑体-简" panose="02000000000000000000" charset="-122"/>
              </a:endParaRPr>
            </a:p>
          </p:txBody>
        </p:sp>
        <p:sp>
          <p:nvSpPr>
            <p:cNvPr id="22" name="Freeform 14"/>
            <p:cNvSpPr>
              <a:spLocks noEditPoints="1"/>
            </p:cNvSpPr>
            <p:nvPr/>
          </p:nvSpPr>
          <p:spPr bwMode="auto">
            <a:xfrm>
              <a:off x="4795447" y="4168006"/>
              <a:ext cx="432298" cy="432297"/>
            </a:xfrm>
            <a:custGeom>
              <a:avLst/>
              <a:gdLst>
                <a:gd name="T0" fmla="*/ 785115 w 1145"/>
                <a:gd name="T1" fmla="*/ 436260 h 1145"/>
                <a:gd name="T2" fmla="*/ 877887 w 1145"/>
                <a:gd name="T3" fmla="*/ 436260 h 1145"/>
                <a:gd name="T4" fmla="*/ 631772 w 1145"/>
                <a:gd name="T5" fmla="*/ 584236 h 1145"/>
                <a:gd name="T6" fmla="*/ 631772 w 1145"/>
                <a:gd name="T7" fmla="*/ 677009 h 1145"/>
                <a:gd name="T8" fmla="*/ 631772 w 1145"/>
                <a:gd name="T9" fmla="*/ 584236 h 1145"/>
                <a:gd name="T10" fmla="*/ 274483 w 1145"/>
                <a:gd name="T11" fmla="*/ 228481 h 1145"/>
                <a:gd name="T12" fmla="*/ 417859 w 1145"/>
                <a:gd name="T13" fmla="*/ 90472 h 1145"/>
                <a:gd name="T14" fmla="*/ 417859 w 1145"/>
                <a:gd name="T15" fmla="*/ 787416 h 1145"/>
                <a:gd name="T16" fmla="*/ 272950 w 1145"/>
                <a:gd name="T17" fmla="*/ 646340 h 1145"/>
                <a:gd name="T18" fmla="*/ 417859 w 1145"/>
                <a:gd name="T19" fmla="*/ 787416 h 1145"/>
                <a:gd name="T20" fmla="*/ 233848 w 1145"/>
                <a:gd name="T21" fmla="*/ 658608 h 1145"/>
                <a:gd name="T22" fmla="*/ 185545 w 1145"/>
                <a:gd name="T23" fmla="*/ 679309 h 1145"/>
                <a:gd name="T24" fmla="*/ 716877 w 1145"/>
                <a:gd name="T25" fmla="*/ 647874 h 1145"/>
                <a:gd name="T26" fmla="*/ 650173 w 1145"/>
                <a:gd name="T27" fmla="*/ 715345 h 1145"/>
                <a:gd name="T28" fmla="*/ 617204 w 1145"/>
                <a:gd name="T29" fmla="*/ 715345 h 1145"/>
                <a:gd name="T30" fmla="*/ 520598 w 1145"/>
                <a:gd name="T31" fmla="*/ 777448 h 1145"/>
                <a:gd name="T32" fmla="*/ 457728 w 1145"/>
                <a:gd name="T33" fmla="*/ 625639 h 1145"/>
                <a:gd name="T34" fmla="*/ 545900 w 1145"/>
                <a:gd name="T35" fmla="*/ 630239 h 1145"/>
                <a:gd name="T36" fmla="*/ 457728 w 1145"/>
                <a:gd name="T37" fmla="*/ 585770 h 1145"/>
                <a:gd name="T38" fmla="*/ 637139 w 1145"/>
                <a:gd name="T39" fmla="*/ 458495 h 1145"/>
                <a:gd name="T40" fmla="*/ 631772 w 1145"/>
                <a:gd name="T41" fmla="*/ 543601 h 1145"/>
                <a:gd name="T42" fmla="*/ 677008 w 1145"/>
                <a:gd name="T43" fmla="*/ 458495 h 1145"/>
                <a:gd name="T44" fmla="*/ 744479 w 1145"/>
                <a:gd name="T45" fmla="*/ 436260 h 1145"/>
                <a:gd name="T46" fmla="*/ 677008 w 1145"/>
                <a:gd name="T47" fmla="*/ 418626 h 1145"/>
                <a:gd name="T48" fmla="*/ 627938 w 1145"/>
                <a:gd name="T49" fmla="*/ 325854 h 1145"/>
                <a:gd name="T50" fmla="*/ 637139 w 1145"/>
                <a:gd name="T51" fmla="*/ 418626 h 1145"/>
                <a:gd name="T52" fmla="*/ 457728 w 1145"/>
                <a:gd name="T53" fmla="*/ 289051 h 1145"/>
                <a:gd name="T54" fmla="*/ 541300 w 1145"/>
                <a:gd name="T55" fmla="*/ 240748 h 1145"/>
                <a:gd name="T56" fmla="*/ 457728 w 1145"/>
                <a:gd name="T57" fmla="*/ 90472 h 1145"/>
                <a:gd name="T58" fmla="*/ 575802 w 1145"/>
                <a:gd name="T59" fmla="*/ 170977 h 1145"/>
                <a:gd name="T60" fmla="*/ 598803 w 1145"/>
                <a:gd name="T61" fmla="*/ 129575 h 1145"/>
                <a:gd name="T62" fmla="*/ 713810 w 1145"/>
                <a:gd name="T63" fmla="*/ 228481 h 1145"/>
                <a:gd name="T64" fmla="*/ 778981 w 1145"/>
                <a:gd name="T65" fmla="*/ 368023 h 1145"/>
                <a:gd name="T66" fmla="*/ 868686 w 1145"/>
                <a:gd name="T67" fmla="*/ 358822 h 1145"/>
                <a:gd name="T68" fmla="*/ 157176 w 1145"/>
                <a:gd name="T69" fmla="*/ 101973 h 1145"/>
                <a:gd name="T70" fmla="*/ 277550 w 1145"/>
                <a:gd name="T71" fmla="*/ 129575 h 1145"/>
                <a:gd name="T72" fmla="*/ 220047 w 1145"/>
                <a:gd name="T73" fmla="*/ 210846 h 1145"/>
                <a:gd name="T74" fmla="*/ 223114 w 1145"/>
                <a:gd name="T75" fmla="*/ 254549 h 1145"/>
                <a:gd name="T76" fmla="*/ 219280 w 1145"/>
                <a:gd name="T77" fmla="*/ 351922 h 1145"/>
                <a:gd name="T78" fmla="*/ 262216 w 1145"/>
                <a:gd name="T79" fmla="*/ 266817 h 1145"/>
                <a:gd name="T80" fmla="*/ 417859 w 1145"/>
                <a:gd name="T81" fmla="*/ 418626 h 1145"/>
                <a:gd name="T82" fmla="*/ 305152 w 1145"/>
                <a:gd name="T83" fmla="*/ 438561 h 1145"/>
                <a:gd name="T84" fmla="*/ 417859 w 1145"/>
                <a:gd name="T85" fmla="*/ 458495 h 1145"/>
                <a:gd name="T86" fmla="*/ 261449 w 1145"/>
                <a:gd name="T87" fmla="*/ 608005 h 1145"/>
                <a:gd name="T88" fmla="*/ 219280 w 1145"/>
                <a:gd name="T89" fmla="*/ 525199 h 1145"/>
                <a:gd name="T90" fmla="*/ 222347 w 1145"/>
                <a:gd name="T91" fmla="*/ 620272 h 1145"/>
                <a:gd name="T92" fmla="*/ 90472 w 1145"/>
                <a:gd name="T93" fmla="*/ 458495 h 1145"/>
                <a:gd name="T94" fmla="*/ 132641 w 1145"/>
                <a:gd name="T95" fmla="*/ 438561 h 1145"/>
                <a:gd name="T96" fmla="*/ 90472 w 1145"/>
                <a:gd name="T97" fmla="*/ 418626 h 1145"/>
                <a:gd name="T98" fmla="*/ 58270 w 1145"/>
                <a:gd name="T99" fmla="*/ 220814 h 1145"/>
                <a:gd name="T100" fmla="*/ 437793 w 1145"/>
                <a:gd name="T101" fmla="*/ 877888 h 1145"/>
                <a:gd name="T102" fmla="*/ 831117 w 1145"/>
                <a:gd name="T103" fmla="*/ 522899 h 1145"/>
                <a:gd name="T104" fmla="*/ 581169 w 1145"/>
                <a:gd name="T105" fmla="*/ 239215 h 1145"/>
                <a:gd name="T106" fmla="*/ 673941 w 1145"/>
                <a:gd name="T107" fmla="*/ 239215 h 1145"/>
                <a:gd name="T108" fmla="*/ 581169 w 1145"/>
                <a:gd name="T109" fmla="*/ 239215 h 1145"/>
                <a:gd name="T110" fmla="*/ 184011 w 1145"/>
                <a:gd name="T111" fmla="*/ 186312 h 1145"/>
                <a:gd name="T112" fmla="*/ 91239 w 1145"/>
                <a:gd name="T113" fmla="*/ 186312 h 1145"/>
                <a:gd name="T114" fmla="*/ 219280 w 1145"/>
                <a:gd name="T115" fmla="*/ 485330 h 1145"/>
                <a:gd name="T116" fmla="*/ 219280 w 1145"/>
                <a:gd name="T117" fmla="*/ 392558 h 1145"/>
                <a:gd name="T118" fmla="*/ 219280 w 1145"/>
                <a:gd name="T119" fmla="*/ 485330 h 1145"/>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0" t="0" r="r" b="b"/>
              <a:pathLst>
                <a:path w="1145" h="1145">
                  <a:moveTo>
                    <a:pt x="1084" y="509"/>
                  </a:moveTo>
                  <a:cubicBezTo>
                    <a:pt x="1051" y="509"/>
                    <a:pt x="1024" y="536"/>
                    <a:pt x="1024" y="569"/>
                  </a:cubicBezTo>
                  <a:cubicBezTo>
                    <a:pt x="1024" y="603"/>
                    <a:pt x="1051" y="630"/>
                    <a:pt x="1084" y="630"/>
                  </a:cubicBezTo>
                  <a:cubicBezTo>
                    <a:pt x="1117" y="630"/>
                    <a:pt x="1145" y="603"/>
                    <a:pt x="1145" y="569"/>
                  </a:cubicBezTo>
                  <a:cubicBezTo>
                    <a:pt x="1145" y="536"/>
                    <a:pt x="1117" y="509"/>
                    <a:pt x="1084" y="509"/>
                  </a:cubicBezTo>
                  <a:close/>
                  <a:moveTo>
                    <a:pt x="824" y="762"/>
                  </a:moveTo>
                  <a:cubicBezTo>
                    <a:pt x="791" y="762"/>
                    <a:pt x="764" y="789"/>
                    <a:pt x="764" y="822"/>
                  </a:cubicBezTo>
                  <a:cubicBezTo>
                    <a:pt x="764" y="856"/>
                    <a:pt x="791" y="883"/>
                    <a:pt x="824" y="883"/>
                  </a:cubicBezTo>
                  <a:cubicBezTo>
                    <a:pt x="858" y="883"/>
                    <a:pt x="885" y="856"/>
                    <a:pt x="885" y="822"/>
                  </a:cubicBezTo>
                  <a:cubicBezTo>
                    <a:pt x="885" y="789"/>
                    <a:pt x="858" y="762"/>
                    <a:pt x="824" y="762"/>
                  </a:cubicBezTo>
                  <a:close/>
                  <a:moveTo>
                    <a:pt x="545" y="325"/>
                  </a:moveTo>
                  <a:cubicBezTo>
                    <a:pt x="479" y="323"/>
                    <a:pt x="416" y="314"/>
                    <a:pt x="358" y="298"/>
                  </a:cubicBezTo>
                  <a:cubicBezTo>
                    <a:pt x="384" y="226"/>
                    <a:pt x="421" y="168"/>
                    <a:pt x="463" y="130"/>
                  </a:cubicBezTo>
                  <a:cubicBezTo>
                    <a:pt x="490" y="124"/>
                    <a:pt x="517" y="120"/>
                    <a:pt x="545" y="118"/>
                  </a:cubicBezTo>
                  <a:lnTo>
                    <a:pt x="545" y="325"/>
                  </a:lnTo>
                  <a:close/>
                  <a:moveTo>
                    <a:pt x="545" y="1027"/>
                  </a:moveTo>
                  <a:cubicBezTo>
                    <a:pt x="517" y="1025"/>
                    <a:pt x="490" y="1021"/>
                    <a:pt x="463" y="1014"/>
                  </a:cubicBezTo>
                  <a:cubicBezTo>
                    <a:pt x="420" y="976"/>
                    <a:pt x="383" y="917"/>
                    <a:pt x="356" y="843"/>
                  </a:cubicBezTo>
                  <a:cubicBezTo>
                    <a:pt x="415" y="827"/>
                    <a:pt x="479" y="818"/>
                    <a:pt x="545" y="816"/>
                  </a:cubicBezTo>
                  <a:lnTo>
                    <a:pt x="545" y="1027"/>
                  </a:lnTo>
                  <a:close/>
                  <a:moveTo>
                    <a:pt x="242" y="886"/>
                  </a:moveTo>
                  <a:cubicBezTo>
                    <a:pt x="262" y="876"/>
                    <a:pt x="283" y="867"/>
                    <a:pt x="305" y="859"/>
                  </a:cubicBezTo>
                  <a:cubicBezTo>
                    <a:pt x="321" y="903"/>
                    <a:pt x="340" y="942"/>
                    <a:pt x="362" y="976"/>
                  </a:cubicBezTo>
                  <a:cubicBezTo>
                    <a:pt x="317" y="953"/>
                    <a:pt x="277" y="922"/>
                    <a:pt x="242" y="886"/>
                  </a:cubicBezTo>
                  <a:close/>
                  <a:moveTo>
                    <a:pt x="1017" y="660"/>
                  </a:moveTo>
                  <a:cubicBezTo>
                    <a:pt x="1004" y="728"/>
                    <a:pt x="975" y="791"/>
                    <a:pt x="935" y="845"/>
                  </a:cubicBezTo>
                  <a:cubicBezTo>
                    <a:pt x="935" y="845"/>
                    <a:pt x="935" y="845"/>
                    <a:pt x="935" y="845"/>
                  </a:cubicBezTo>
                  <a:cubicBezTo>
                    <a:pt x="926" y="888"/>
                    <a:pt x="892" y="923"/>
                    <a:pt x="848" y="933"/>
                  </a:cubicBezTo>
                  <a:cubicBezTo>
                    <a:pt x="827" y="949"/>
                    <a:pt x="805" y="963"/>
                    <a:pt x="781" y="976"/>
                  </a:cubicBezTo>
                  <a:cubicBezTo>
                    <a:pt x="789" y="963"/>
                    <a:pt x="797" y="948"/>
                    <a:pt x="805" y="933"/>
                  </a:cubicBezTo>
                  <a:cubicBezTo>
                    <a:pt x="787" y="930"/>
                    <a:pt x="770" y="923"/>
                    <a:pt x="756" y="912"/>
                  </a:cubicBezTo>
                  <a:cubicBezTo>
                    <a:pt x="734" y="954"/>
                    <a:pt x="708" y="989"/>
                    <a:pt x="679" y="1014"/>
                  </a:cubicBezTo>
                  <a:cubicBezTo>
                    <a:pt x="653" y="1021"/>
                    <a:pt x="625" y="1025"/>
                    <a:pt x="597" y="1027"/>
                  </a:cubicBezTo>
                  <a:lnTo>
                    <a:pt x="597" y="816"/>
                  </a:lnTo>
                  <a:cubicBezTo>
                    <a:pt x="637" y="817"/>
                    <a:pt x="675" y="821"/>
                    <a:pt x="712" y="827"/>
                  </a:cubicBezTo>
                  <a:cubicBezTo>
                    <a:pt x="712" y="826"/>
                    <a:pt x="712" y="824"/>
                    <a:pt x="712" y="822"/>
                  </a:cubicBezTo>
                  <a:cubicBezTo>
                    <a:pt x="712" y="806"/>
                    <a:pt x="715" y="790"/>
                    <a:pt x="722" y="776"/>
                  </a:cubicBezTo>
                  <a:cubicBezTo>
                    <a:pt x="682" y="769"/>
                    <a:pt x="640" y="765"/>
                    <a:pt x="597" y="764"/>
                  </a:cubicBezTo>
                  <a:lnTo>
                    <a:pt x="597" y="598"/>
                  </a:lnTo>
                  <a:lnTo>
                    <a:pt x="831" y="598"/>
                  </a:lnTo>
                  <a:cubicBezTo>
                    <a:pt x="830" y="637"/>
                    <a:pt x="826" y="674"/>
                    <a:pt x="820" y="710"/>
                  </a:cubicBezTo>
                  <a:cubicBezTo>
                    <a:pt x="822" y="710"/>
                    <a:pt x="823" y="709"/>
                    <a:pt x="824" y="709"/>
                  </a:cubicBezTo>
                  <a:cubicBezTo>
                    <a:pt x="842" y="709"/>
                    <a:pt x="858" y="713"/>
                    <a:pt x="872" y="720"/>
                  </a:cubicBezTo>
                  <a:cubicBezTo>
                    <a:pt x="878" y="681"/>
                    <a:pt x="882" y="641"/>
                    <a:pt x="883" y="598"/>
                  </a:cubicBezTo>
                  <a:lnTo>
                    <a:pt x="975" y="598"/>
                  </a:lnTo>
                  <a:cubicBezTo>
                    <a:pt x="973" y="589"/>
                    <a:pt x="971" y="579"/>
                    <a:pt x="971" y="569"/>
                  </a:cubicBezTo>
                  <a:cubicBezTo>
                    <a:pt x="971" y="561"/>
                    <a:pt x="972" y="554"/>
                    <a:pt x="974" y="546"/>
                  </a:cubicBezTo>
                  <a:lnTo>
                    <a:pt x="883" y="546"/>
                  </a:lnTo>
                  <a:cubicBezTo>
                    <a:pt x="882" y="500"/>
                    <a:pt x="878" y="455"/>
                    <a:pt x="870" y="413"/>
                  </a:cubicBezTo>
                  <a:cubicBezTo>
                    <a:pt x="855" y="421"/>
                    <a:pt x="837" y="425"/>
                    <a:pt x="819" y="425"/>
                  </a:cubicBezTo>
                  <a:cubicBezTo>
                    <a:pt x="826" y="464"/>
                    <a:pt x="830" y="504"/>
                    <a:pt x="831" y="546"/>
                  </a:cubicBezTo>
                  <a:lnTo>
                    <a:pt x="597" y="546"/>
                  </a:lnTo>
                  <a:lnTo>
                    <a:pt x="597" y="377"/>
                  </a:lnTo>
                  <a:cubicBezTo>
                    <a:pt x="639" y="376"/>
                    <a:pt x="680" y="372"/>
                    <a:pt x="719" y="365"/>
                  </a:cubicBezTo>
                  <a:cubicBezTo>
                    <a:pt x="711" y="350"/>
                    <a:pt x="707" y="333"/>
                    <a:pt x="706" y="314"/>
                  </a:cubicBezTo>
                  <a:cubicBezTo>
                    <a:pt x="671" y="320"/>
                    <a:pt x="635" y="323"/>
                    <a:pt x="597" y="325"/>
                  </a:cubicBezTo>
                  <a:lnTo>
                    <a:pt x="597" y="118"/>
                  </a:lnTo>
                  <a:cubicBezTo>
                    <a:pt x="625" y="120"/>
                    <a:pt x="653" y="124"/>
                    <a:pt x="679" y="130"/>
                  </a:cubicBezTo>
                  <a:cubicBezTo>
                    <a:pt x="706" y="154"/>
                    <a:pt x="730" y="185"/>
                    <a:pt x="751" y="223"/>
                  </a:cubicBezTo>
                  <a:cubicBezTo>
                    <a:pt x="765" y="212"/>
                    <a:pt x="782" y="204"/>
                    <a:pt x="800" y="201"/>
                  </a:cubicBezTo>
                  <a:cubicBezTo>
                    <a:pt x="794" y="190"/>
                    <a:pt x="787" y="179"/>
                    <a:pt x="781" y="169"/>
                  </a:cubicBezTo>
                  <a:cubicBezTo>
                    <a:pt x="799" y="178"/>
                    <a:pt x="816" y="189"/>
                    <a:pt x="832" y="200"/>
                  </a:cubicBezTo>
                  <a:cubicBezTo>
                    <a:pt x="883" y="206"/>
                    <a:pt x="924" y="247"/>
                    <a:pt x="931" y="298"/>
                  </a:cubicBezTo>
                  <a:cubicBezTo>
                    <a:pt x="931" y="298"/>
                    <a:pt x="932" y="298"/>
                    <a:pt x="933" y="297"/>
                  </a:cubicBezTo>
                  <a:cubicBezTo>
                    <a:pt x="973" y="350"/>
                    <a:pt x="1002" y="412"/>
                    <a:pt x="1016" y="480"/>
                  </a:cubicBezTo>
                  <a:cubicBezTo>
                    <a:pt x="1035" y="465"/>
                    <a:pt x="1059" y="456"/>
                    <a:pt x="1084" y="456"/>
                  </a:cubicBezTo>
                  <a:cubicBezTo>
                    <a:pt x="1102" y="456"/>
                    <a:pt x="1118" y="461"/>
                    <a:pt x="1133" y="468"/>
                  </a:cubicBezTo>
                  <a:cubicBezTo>
                    <a:pt x="1084" y="202"/>
                    <a:pt x="851" y="0"/>
                    <a:pt x="571" y="0"/>
                  </a:cubicBezTo>
                  <a:cubicBezTo>
                    <a:pt x="432" y="0"/>
                    <a:pt x="304" y="50"/>
                    <a:pt x="205" y="133"/>
                  </a:cubicBezTo>
                  <a:cubicBezTo>
                    <a:pt x="246" y="143"/>
                    <a:pt x="279" y="176"/>
                    <a:pt x="289" y="217"/>
                  </a:cubicBezTo>
                  <a:cubicBezTo>
                    <a:pt x="311" y="199"/>
                    <a:pt x="336" y="182"/>
                    <a:pt x="362" y="169"/>
                  </a:cubicBezTo>
                  <a:cubicBezTo>
                    <a:pt x="341" y="202"/>
                    <a:pt x="322" y="240"/>
                    <a:pt x="307" y="282"/>
                  </a:cubicBezTo>
                  <a:cubicBezTo>
                    <a:pt x="300" y="280"/>
                    <a:pt x="294" y="277"/>
                    <a:pt x="287" y="275"/>
                  </a:cubicBezTo>
                  <a:cubicBezTo>
                    <a:pt x="282" y="292"/>
                    <a:pt x="273" y="308"/>
                    <a:pt x="261" y="320"/>
                  </a:cubicBezTo>
                  <a:cubicBezTo>
                    <a:pt x="271" y="324"/>
                    <a:pt x="280" y="328"/>
                    <a:pt x="291" y="332"/>
                  </a:cubicBezTo>
                  <a:cubicBezTo>
                    <a:pt x="279" y="372"/>
                    <a:pt x="271" y="416"/>
                    <a:pt x="265" y="461"/>
                  </a:cubicBezTo>
                  <a:cubicBezTo>
                    <a:pt x="272" y="460"/>
                    <a:pt x="279" y="459"/>
                    <a:pt x="286" y="459"/>
                  </a:cubicBezTo>
                  <a:cubicBezTo>
                    <a:pt x="297" y="459"/>
                    <a:pt x="308" y="461"/>
                    <a:pt x="318" y="464"/>
                  </a:cubicBezTo>
                  <a:cubicBezTo>
                    <a:pt x="323" y="423"/>
                    <a:pt x="331" y="384"/>
                    <a:pt x="342" y="348"/>
                  </a:cubicBezTo>
                  <a:cubicBezTo>
                    <a:pt x="405" y="365"/>
                    <a:pt x="474" y="375"/>
                    <a:pt x="545" y="377"/>
                  </a:cubicBezTo>
                  <a:lnTo>
                    <a:pt x="545" y="546"/>
                  </a:lnTo>
                  <a:lnTo>
                    <a:pt x="395" y="546"/>
                  </a:lnTo>
                  <a:cubicBezTo>
                    <a:pt x="397" y="555"/>
                    <a:pt x="398" y="563"/>
                    <a:pt x="398" y="572"/>
                  </a:cubicBezTo>
                  <a:cubicBezTo>
                    <a:pt x="398" y="581"/>
                    <a:pt x="397" y="590"/>
                    <a:pt x="395" y="598"/>
                  </a:cubicBezTo>
                  <a:lnTo>
                    <a:pt x="545" y="598"/>
                  </a:lnTo>
                  <a:lnTo>
                    <a:pt x="545" y="764"/>
                  </a:lnTo>
                  <a:cubicBezTo>
                    <a:pt x="474" y="766"/>
                    <a:pt x="404" y="776"/>
                    <a:pt x="341" y="793"/>
                  </a:cubicBezTo>
                  <a:cubicBezTo>
                    <a:pt x="331" y="758"/>
                    <a:pt x="323" y="720"/>
                    <a:pt x="318" y="680"/>
                  </a:cubicBezTo>
                  <a:cubicBezTo>
                    <a:pt x="308" y="683"/>
                    <a:pt x="297" y="685"/>
                    <a:pt x="286" y="685"/>
                  </a:cubicBezTo>
                  <a:cubicBezTo>
                    <a:pt x="279" y="685"/>
                    <a:pt x="272" y="684"/>
                    <a:pt x="265" y="683"/>
                  </a:cubicBezTo>
                  <a:cubicBezTo>
                    <a:pt x="271" y="727"/>
                    <a:pt x="279" y="770"/>
                    <a:pt x="290" y="809"/>
                  </a:cubicBezTo>
                  <a:cubicBezTo>
                    <a:pt x="261" y="819"/>
                    <a:pt x="233" y="831"/>
                    <a:pt x="208" y="845"/>
                  </a:cubicBezTo>
                  <a:cubicBezTo>
                    <a:pt x="156" y="775"/>
                    <a:pt x="123" y="690"/>
                    <a:pt x="118" y="598"/>
                  </a:cubicBezTo>
                  <a:lnTo>
                    <a:pt x="176" y="598"/>
                  </a:lnTo>
                  <a:cubicBezTo>
                    <a:pt x="174" y="590"/>
                    <a:pt x="173" y="581"/>
                    <a:pt x="173" y="572"/>
                  </a:cubicBezTo>
                  <a:cubicBezTo>
                    <a:pt x="173" y="563"/>
                    <a:pt x="174" y="555"/>
                    <a:pt x="176" y="546"/>
                  </a:cubicBezTo>
                  <a:lnTo>
                    <a:pt x="118" y="546"/>
                  </a:lnTo>
                  <a:cubicBezTo>
                    <a:pt x="122" y="478"/>
                    <a:pt x="141" y="413"/>
                    <a:pt x="172" y="356"/>
                  </a:cubicBezTo>
                  <a:cubicBezTo>
                    <a:pt x="129" y="353"/>
                    <a:pt x="92" y="326"/>
                    <a:pt x="76" y="288"/>
                  </a:cubicBezTo>
                  <a:cubicBezTo>
                    <a:pt x="27" y="372"/>
                    <a:pt x="0" y="469"/>
                    <a:pt x="0" y="572"/>
                  </a:cubicBezTo>
                  <a:cubicBezTo>
                    <a:pt x="0" y="888"/>
                    <a:pt x="256" y="1145"/>
                    <a:pt x="571" y="1145"/>
                  </a:cubicBezTo>
                  <a:cubicBezTo>
                    <a:pt x="853" y="1145"/>
                    <a:pt x="1088" y="939"/>
                    <a:pt x="1135" y="670"/>
                  </a:cubicBezTo>
                  <a:cubicBezTo>
                    <a:pt x="1119" y="678"/>
                    <a:pt x="1102" y="682"/>
                    <a:pt x="1084" y="682"/>
                  </a:cubicBezTo>
                  <a:cubicBezTo>
                    <a:pt x="1059" y="682"/>
                    <a:pt x="1036" y="674"/>
                    <a:pt x="1017" y="660"/>
                  </a:cubicBezTo>
                  <a:close/>
                  <a:moveTo>
                    <a:pt x="758" y="312"/>
                  </a:moveTo>
                  <a:cubicBezTo>
                    <a:pt x="758" y="346"/>
                    <a:pt x="785" y="373"/>
                    <a:pt x="819" y="373"/>
                  </a:cubicBezTo>
                  <a:cubicBezTo>
                    <a:pt x="852" y="373"/>
                    <a:pt x="879" y="346"/>
                    <a:pt x="879" y="312"/>
                  </a:cubicBezTo>
                  <a:cubicBezTo>
                    <a:pt x="879" y="279"/>
                    <a:pt x="852" y="252"/>
                    <a:pt x="819" y="252"/>
                  </a:cubicBezTo>
                  <a:cubicBezTo>
                    <a:pt x="785" y="252"/>
                    <a:pt x="758" y="279"/>
                    <a:pt x="758" y="312"/>
                  </a:cubicBezTo>
                  <a:close/>
                  <a:moveTo>
                    <a:pt x="179" y="304"/>
                  </a:moveTo>
                  <a:cubicBezTo>
                    <a:pt x="213" y="304"/>
                    <a:pt x="240" y="277"/>
                    <a:pt x="240" y="243"/>
                  </a:cubicBezTo>
                  <a:cubicBezTo>
                    <a:pt x="240" y="210"/>
                    <a:pt x="213" y="183"/>
                    <a:pt x="179" y="183"/>
                  </a:cubicBezTo>
                  <a:cubicBezTo>
                    <a:pt x="146" y="183"/>
                    <a:pt x="119" y="210"/>
                    <a:pt x="119" y="243"/>
                  </a:cubicBezTo>
                  <a:cubicBezTo>
                    <a:pt x="119" y="277"/>
                    <a:pt x="146" y="304"/>
                    <a:pt x="179" y="304"/>
                  </a:cubicBezTo>
                  <a:close/>
                  <a:moveTo>
                    <a:pt x="286" y="633"/>
                  </a:moveTo>
                  <a:cubicBezTo>
                    <a:pt x="319" y="633"/>
                    <a:pt x="346" y="606"/>
                    <a:pt x="346" y="572"/>
                  </a:cubicBezTo>
                  <a:cubicBezTo>
                    <a:pt x="346" y="539"/>
                    <a:pt x="319" y="512"/>
                    <a:pt x="286" y="512"/>
                  </a:cubicBezTo>
                  <a:cubicBezTo>
                    <a:pt x="252" y="512"/>
                    <a:pt x="225" y="539"/>
                    <a:pt x="225" y="572"/>
                  </a:cubicBezTo>
                  <a:cubicBezTo>
                    <a:pt x="225" y="606"/>
                    <a:pt x="252" y="633"/>
                    <a:pt x="286" y="633"/>
                  </a:cubicBezTo>
                  <a:close/>
                </a:path>
              </a:pathLst>
            </a:custGeom>
            <a:solidFill>
              <a:srgbClr val="FFFFFF"/>
            </a:solidFill>
            <a:ln>
              <a:noFill/>
            </a:ln>
          </p:spPr>
          <p:txBody>
            <a:bodyPr/>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cs typeface="黑体-简" panose="02000000000000000000" charset="-122"/>
              </a:endParaRPr>
            </a:p>
          </p:txBody>
        </p:sp>
      </p:grpSp>
      <p:grpSp>
        <p:nvGrpSpPr>
          <p:cNvPr id="23" name="组合 22"/>
          <p:cNvGrpSpPr/>
          <p:nvPr userDrawn="1"/>
        </p:nvGrpSpPr>
        <p:grpSpPr>
          <a:xfrm>
            <a:off x="8356600" y="5299075"/>
            <a:ext cx="540385" cy="520700"/>
            <a:chOff x="4595344" y="2109904"/>
            <a:chExt cx="681980" cy="681980"/>
          </a:xfrm>
        </p:grpSpPr>
        <p:sp>
          <p:nvSpPr>
            <p:cNvPr id="25" name="椭圆 50"/>
            <p:cNvSpPr>
              <a:spLocks noChangeArrowheads="1"/>
            </p:cNvSpPr>
            <p:nvPr/>
          </p:nvSpPr>
          <p:spPr bwMode="auto">
            <a:xfrm>
              <a:off x="4595344" y="2109904"/>
              <a:ext cx="681980" cy="681980"/>
            </a:xfrm>
            <a:prstGeom prst="ellipse">
              <a:avLst/>
            </a:prstGeom>
            <a:solidFill>
              <a:srgbClr val="7F7F7F"/>
            </a:solidFill>
            <a:ln w="76200" cap="sq" cmpd="sng">
              <a:solidFill>
                <a:srgbClr val="C8C6BD"/>
              </a:solidFill>
              <a:round/>
            </a:ln>
          </p:spPr>
          <p:txBody>
            <a:bodyPr anchor="ctr"/>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zh-CN" sz="2400" b="0" i="0" u="none" strike="noStrike" kern="0" cap="none" spc="0" normalizeH="0" baseline="0" noProof="0">
                <a:ln>
                  <a:noFill/>
                </a:ln>
                <a:solidFill>
                  <a:srgbClr val="FFFFFF"/>
                </a:solidFill>
                <a:effectLst/>
                <a:uLnTx/>
                <a:uFillTx/>
                <a:latin typeface="黑体-简" panose="02000000000000000000" charset="-122"/>
                <a:cs typeface="黑体-简" panose="02000000000000000000" charset="-122"/>
                <a:sym typeface="黑体-简" panose="02000000000000000000" charset="-122"/>
              </a:endParaRPr>
            </a:p>
          </p:txBody>
        </p:sp>
        <p:sp>
          <p:nvSpPr>
            <p:cNvPr id="26" name="Freeform 16"/>
            <p:cNvSpPr>
              <a:spLocks noEditPoints="1"/>
            </p:cNvSpPr>
            <p:nvPr/>
          </p:nvSpPr>
          <p:spPr bwMode="auto">
            <a:xfrm>
              <a:off x="4728105" y="2245698"/>
              <a:ext cx="436662" cy="410396"/>
            </a:xfrm>
            <a:custGeom>
              <a:avLst/>
              <a:gdLst>
                <a:gd name="T0" fmla="*/ 21 w 643"/>
                <a:gd name="T1" fmla="*/ 478 h 603"/>
                <a:gd name="T2" fmla="*/ 459 w 643"/>
                <a:gd name="T3" fmla="*/ 359 h 603"/>
                <a:gd name="T4" fmla="*/ 420 w 643"/>
                <a:gd name="T5" fmla="*/ 494 h 603"/>
                <a:gd name="T6" fmla="*/ 407 w 643"/>
                <a:gd name="T7" fmla="*/ 377 h 603"/>
                <a:gd name="T8" fmla="*/ 408 w 643"/>
                <a:gd name="T9" fmla="*/ 272 h 603"/>
                <a:gd name="T10" fmla="*/ 397 w 643"/>
                <a:gd name="T11" fmla="*/ 276 h 603"/>
                <a:gd name="T12" fmla="*/ 405 w 643"/>
                <a:gd name="T13" fmla="*/ 292 h 603"/>
                <a:gd name="T14" fmla="*/ 415 w 643"/>
                <a:gd name="T15" fmla="*/ 288 h 603"/>
                <a:gd name="T16" fmla="*/ 356 w 643"/>
                <a:gd name="T17" fmla="*/ 302 h 603"/>
                <a:gd name="T18" fmla="*/ 360 w 643"/>
                <a:gd name="T19" fmla="*/ 322 h 603"/>
                <a:gd name="T20" fmla="*/ 368 w 643"/>
                <a:gd name="T21" fmla="*/ 315 h 603"/>
                <a:gd name="T22" fmla="*/ 324 w 643"/>
                <a:gd name="T23" fmla="*/ 341 h 603"/>
                <a:gd name="T24" fmla="*/ 319 w 643"/>
                <a:gd name="T25" fmla="*/ 351 h 603"/>
                <a:gd name="T26" fmla="*/ 335 w 643"/>
                <a:gd name="T27" fmla="*/ 359 h 603"/>
                <a:gd name="T28" fmla="*/ 340 w 643"/>
                <a:gd name="T29" fmla="*/ 349 h 603"/>
                <a:gd name="T30" fmla="*/ 305 w 643"/>
                <a:gd name="T31" fmla="*/ 399 h 603"/>
                <a:gd name="T32" fmla="*/ 322 w 643"/>
                <a:gd name="T33" fmla="*/ 411 h 603"/>
                <a:gd name="T34" fmla="*/ 323 w 643"/>
                <a:gd name="T35" fmla="*/ 400 h 603"/>
                <a:gd name="T36" fmla="*/ 308 w 643"/>
                <a:gd name="T37" fmla="*/ 450 h 603"/>
                <a:gd name="T38" fmla="*/ 311 w 643"/>
                <a:gd name="T39" fmla="*/ 461 h 603"/>
                <a:gd name="T40" fmla="*/ 327 w 643"/>
                <a:gd name="T41" fmla="*/ 455 h 603"/>
                <a:gd name="T42" fmla="*/ 324 w 643"/>
                <a:gd name="T43" fmla="*/ 444 h 603"/>
                <a:gd name="T44" fmla="*/ 332 w 643"/>
                <a:gd name="T45" fmla="*/ 506 h 603"/>
                <a:gd name="T46" fmla="*/ 353 w 643"/>
                <a:gd name="T47" fmla="*/ 503 h 603"/>
                <a:gd name="T48" fmla="*/ 346 w 643"/>
                <a:gd name="T49" fmla="*/ 495 h 603"/>
                <a:gd name="T50" fmla="*/ 367 w 643"/>
                <a:gd name="T51" fmla="*/ 541 h 603"/>
                <a:gd name="T52" fmla="*/ 377 w 643"/>
                <a:gd name="T53" fmla="*/ 547 h 603"/>
                <a:gd name="T54" fmla="*/ 386 w 643"/>
                <a:gd name="T55" fmla="*/ 532 h 603"/>
                <a:gd name="T56" fmla="*/ 377 w 643"/>
                <a:gd name="T57" fmla="*/ 526 h 603"/>
                <a:gd name="T58" fmla="*/ 423 w 643"/>
                <a:gd name="T59" fmla="*/ 566 h 603"/>
                <a:gd name="T60" fmla="*/ 434 w 643"/>
                <a:gd name="T61" fmla="*/ 568 h 603"/>
                <a:gd name="T62" fmla="*/ 427 w 643"/>
                <a:gd name="T63" fmla="*/ 549 h 603"/>
                <a:gd name="T64" fmla="*/ 472 w 643"/>
                <a:gd name="T65" fmla="*/ 569 h 603"/>
                <a:gd name="T66" fmla="*/ 484 w 643"/>
                <a:gd name="T67" fmla="*/ 568 h 603"/>
                <a:gd name="T68" fmla="*/ 483 w 643"/>
                <a:gd name="T69" fmla="*/ 550 h 603"/>
                <a:gd name="T70" fmla="*/ 472 w 643"/>
                <a:gd name="T71" fmla="*/ 552 h 603"/>
                <a:gd name="T72" fmla="*/ 530 w 643"/>
                <a:gd name="T73" fmla="*/ 552 h 603"/>
                <a:gd name="T74" fmla="*/ 540 w 643"/>
                <a:gd name="T75" fmla="*/ 545 h 603"/>
                <a:gd name="T76" fmla="*/ 524 w 643"/>
                <a:gd name="T77" fmla="*/ 535 h 603"/>
                <a:gd name="T78" fmla="*/ 570 w 643"/>
                <a:gd name="T79" fmla="*/ 521 h 603"/>
                <a:gd name="T80" fmla="*/ 577 w 643"/>
                <a:gd name="T81" fmla="*/ 512 h 603"/>
                <a:gd name="T82" fmla="*/ 565 w 643"/>
                <a:gd name="T83" fmla="*/ 499 h 603"/>
                <a:gd name="T84" fmla="*/ 559 w 643"/>
                <a:gd name="T85" fmla="*/ 507 h 603"/>
                <a:gd name="T86" fmla="*/ 601 w 643"/>
                <a:gd name="T87" fmla="*/ 469 h 603"/>
                <a:gd name="T88" fmla="*/ 605 w 643"/>
                <a:gd name="T89" fmla="*/ 457 h 603"/>
                <a:gd name="T90" fmla="*/ 586 w 643"/>
                <a:gd name="T91" fmla="*/ 459 h 603"/>
                <a:gd name="T92" fmla="*/ 610 w 643"/>
                <a:gd name="T93" fmla="*/ 419 h 603"/>
                <a:gd name="T94" fmla="*/ 610 w 643"/>
                <a:gd name="T95" fmla="*/ 408 h 603"/>
                <a:gd name="T96" fmla="*/ 592 w 643"/>
                <a:gd name="T97" fmla="*/ 406 h 603"/>
                <a:gd name="T98" fmla="*/ 593 w 643"/>
                <a:gd name="T99" fmla="*/ 417 h 603"/>
                <a:gd name="T100" fmla="*/ 599 w 643"/>
                <a:gd name="T101" fmla="*/ 358 h 603"/>
                <a:gd name="T102" fmla="*/ 594 w 643"/>
                <a:gd name="T103" fmla="*/ 347 h 603"/>
                <a:gd name="T104" fmla="*/ 581 w 643"/>
                <a:gd name="T105" fmla="*/ 363 h 603"/>
                <a:gd name="T106" fmla="*/ 573 w 643"/>
                <a:gd name="T107" fmla="*/ 316 h 603"/>
                <a:gd name="T108" fmla="*/ 565 w 643"/>
                <a:gd name="T109" fmla="*/ 308 h 603"/>
                <a:gd name="T110" fmla="*/ 550 w 643"/>
                <a:gd name="T111" fmla="*/ 318 h 603"/>
                <a:gd name="T112" fmla="*/ 557 w 643"/>
                <a:gd name="T113" fmla="*/ 326 h 603"/>
                <a:gd name="T114" fmla="*/ 524 w 643"/>
                <a:gd name="T115" fmla="*/ 279 h 603"/>
                <a:gd name="T116" fmla="*/ 513 w 643"/>
                <a:gd name="T117" fmla="*/ 274 h 603"/>
                <a:gd name="T118" fmla="*/ 513 w 643"/>
                <a:gd name="T119" fmla="*/ 293 h 603"/>
                <a:gd name="T120" fmla="*/ 457 w 643"/>
                <a:gd name="T121" fmla="*/ 231 h 603"/>
                <a:gd name="T122" fmla="*/ 358 w 643"/>
                <a:gd name="T123" fmla="*/ 9 h 603"/>
                <a:gd name="T124" fmla="*/ 30 w 643"/>
                <a:gd name="T125" fmla="*/ 153 h 6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643" h="603">
                  <a:moveTo>
                    <a:pt x="51" y="448"/>
                  </a:moveTo>
                  <a:cubicBezTo>
                    <a:pt x="83" y="445"/>
                    <a:pt x="115" y="443"/>
                    <a:pt x="147" y="442"/>
                  </a:cubicBezTo>
                  <a:cubicBezTo>
                    <a:pt x="127" y="440"/>
                    <a:pt x="108" y="439"/>
                    <a:pt x="88" y="437"/>
                  </a:cubicBezTo>
                  <a:cubicBezTo>
                    <a:pt x="72" y="435"/>
                    <a:pt x="59" y="423"/>
                    <a:pt x="59" y="407"/>
                  </a:cubicBezTo>
                  <a:cubicBezTo>
                    <a:pt x="59" y="383"/>
                    <a:pt x="59" y="359"/>
                    <a:pt x="59" y="335"/>
                  </a:cubicBezTo>
                  <a:cubicBezTo>
                    <a:pt x="59" y="318"/>
                    <a:pt x="72" y="306"/>
                    <a:pt x="88" y="305"/>
                  </a:cubicBezTo>
                  <a:cubicBezTo>
                    <a:pt x="148" y="299"/>
                    <a:pt x="207" y="297"/>
                    <a:pt x="267" y="298"/>
                  </a:cubicBezTo>
                  <a:cubicBezTo>
                    <a:pt x="245" y="333"/>
                    <a:pt x="233" y="373"/>
                    <a:pt x="233" y="417"/>
                  </a:cubicBezTo>
                  <a:cubicBezTo>
                    <a:pt x="233" y="479"/>
                    <a:pt x="258" y="535"/>
                    <a:pt x="299" y="575"/>
                  </a:cubicBezTo>
                  <a:cubicBezTo>
                    <a:pt x="301" y="578"/>
                    <a:pt x="304" y="581"/>
                    <a:pt x="306" y="583"/>
                  </a:cubicBezTo>
                  <a:cubicBezTo>
                    <a:pt x="221" y="590"/>
                    <a:pt x="136" y="589"/>
                    <a:pt x="51" y="579"/>
                  </a:cubicBezTo>
                  <a:cubicBezTo>
                    <a:pt x="35" y="578"/>
                    <a:pt x="21" y="566"/>
                    <a:pt x="21" y="550"/>
                  </a:cubicBezTo>
                  <a:cubicBezTo>
                    <a:pt x="21" y="526"/>
                    <a:pt x="21" y="502"/>
                    <a:pt x="21" y="478"/>
                  </a:cubicBezTo>
                  <a:cubicBezTo>
                    <a:pt x="21" y="461"/>
                    <a:pt x="35" y="449"/>
                    <a:pt x="51" y="448"/>
                  </a:cubicBezTo>
                  <a:close/>
                  <a:moveTo>
                    <a:pt x="442" y="265"/>
                  </a:moveTo>
                  <a:lnTo>
                    <a:pt x="442" y="265"/>
                  </a:lnTo>
                  <a:cubicBezTo>
                    <a:pt x="454" y="263"/>
                    <a:pt x="467" y="262"/>
                    <a:pt x="479" y="265"/>
                  </a:cubicBezTo>
                  <a:cubicBezTo>
                    <a:pt x="478" y="271"/>
                    <a:pt x="478" y="278"/>
                    <a:pt x="477" y="284"/>
                  </a:cubicBezTo>
                  <a:cubicBezTo>
                    <a:pt x="466" y="283"/>
                    <a:pt x="455" y="283"/>
                    <a:pt x="444" y="284"/>
                  </a:cubicBezTo>
                  <a:cubicBezTo>
                    <a:pt x="443" y="278"/>
                    <a:pt x="443" y="271"/>
                    <a:pt x="442" y="265"/>
                  </a:cubicBezTo>
                  <a:close/>
                  <a:moveTo>
                    <a:pt x="510" y="384"/>
                  </a:moveTo>
                  <a:lnTo>
                    <a:pt x="510" y="384"/>
                  </a:lnTo>
                  <a:lnTo>
                    <a:pt x="467" y="384"/>
                  </a:lnTo>
                  <a:lnTo>
                    <a:pt x="467" y="377"/>
                  </a:lnTo>
                  <a:cubicBezTo>
                    <a:pt x="467" y="369"/>
                    <a:pt x="466" y="364"/>
                    <a:pt x="465" y="362"/>
                  </a:cubicBezTo>
                  <a:cubicBezTo>
                    <a:pt x="464" y="360"/>
                    <a:pt x="462" y="359"/>
                    <a:pt x="459" y="359"/>
                  </a:cubicBezTo>
                  <a:cubicBezTo>
                    <a:pt x="456" y="359"/>
                    <a:pt x="454" y="360"/>
                    <a:pt x="453" y="362"/>
                  </a:cubicBezTo>
                  <a:cubicBezTo>
                    <a:pt x="452" y="364"/>
                    <a:pt x="451" y="367"/>
                    <a:pt x="451" y="371"/>
                  </a:cubicBezTo>
                  <a:cubicBezTo>
                    <a:pt x="451" y="378"/>
                    <a:pt x="452" y="382"/>
                    <a:pt x="455" y="385"/>
                  </a:cubicBezTo>
                  <a:cubicBezTo>
                    <a:pt x="458" y="388"/>
                    <a:pt x="466" y="393"/>
                    <a:pt x="478" y="401"/>
                  </a:cubicBezTo>
                  <a:cubicBezTo>
                    <a:pt x="489" y="407"/>
                    <a:pt x="497" y="413"/>
                    <a:pt x="501" y="416"/>
                  </a:cubicBezTo>
                  <a:cubicBezTo>
                    <a:pt x="505" y="420"/>
                    <a:pt x="508" y="425"/>
                    <a:pt x="511" y="431"/>
                  </a:cubicBezTo>
                  <a:cubicBezTo>
                    <a:pt x="514" y="438"/>
                    <a:pt x="515" y="446"/>
                    <a:pt x="515" y="455"/>
                  </a:cubicBezTo>
                  <a:cubicBezTo>
                    <a:pt x="515" y="471"/>
                    <a:pt x="511" y="483"/>
                    <a:pt x="504" y="491"/>
                  </a:cubicBezTo>
                  <a:cubicBezTo>
                    <a:pt x="497" y="500"/>
                    <a:pt x="485" y="506"/>
                    <a:pt x="471" y="508"/>
                  </a:cubicBezTo>
                  <a:lnTo>
                    <a:pt x="471" y="524"/>
                  </a:lnTo>
                  <a:lnTo>
                    <a:pt x="451" y="524"/>
                  </a:lnTo>
                  <a:lnTo>
                    <a:pt x="451" y="507"/>
                  </a:lnTo>
                  <a:cubicBezTo>
                    <a:pt x="439" y="506"/>
                    <a:pt x="429" y="502"/>
                    <a:pt x="420" y="494"/>
                  </a:cubicBezTo>
                  <a:cubicBezTo>
                    <a:pt x="412" y="486"/>
                    <a:pt x="407" y="473"/>
                    <a:pt x="407" y="453"/>
                  </a:cubicBezTo>
                  <a:lnTo>
                    <a:pt x="407" y="445"/>
                  </a:lnTo>
                  <a:lnTo>
                    <a:pt x="451" y="445"/>
                  </a:lnTo>
                  <a:lnTo>
                    <a:pt x="451" y="456"/>
                  </a:lnTo>
                  <a:cubicBezTo>
                    <a:pt x="451" y="467"/>
                    <a:pt x="451" y="474"/>
                    <a:pt x="452" y="477"/>
                  </a:cubicBezTo>
                  <a:cubicBezTo>
                    <a:pt x="453" y="480"/>
                    <a:pt x="455" y="481"/>
                    <a:pt x="458" y="481"/>
                  </a:cubicBezTo>
                  <a:cubicBezTo>
                    <a:pt x="461" y="481"/>
                    <a:pt x="464" y="480"/>
                    <a:pt x="465" y="479"/>
                  </a:cubicBezTo>
                  <a:cubicBezTo>
                    <a:pt x="466" y="477"/>
                    <a:pt x="467" y="474"/>
                    <a:pt x="467" y="470"/>
                  </a:cubicBezTo>
                  <a:cubicBezTo>
                    <a:pt x="467" y="460"/>
                    <a:pt x="466" y="453"/>
                    <a:pt x="465" y="449"/>
                  </a:cubicBezTo>
                  <a:cubicBezTo>
                    <a:pt x="464" y="445"/>
                    <a:pt x="459" y="440"/>
                    <a:pt x="451" y="435"/>
                  </a:cubicBezTo>
                  <a:cubicBezTo>
                    <a:pt x="438" y="427"/>
                    <a:pt x="429" y="421"/>
                    <a:pt x="424" y="417"/>
                  </a:cubicBezTo>
                  <a:cubicBezTo>
                    <a:pt x="420" y="413"/>
                    <a:pt x="415" y="408"/>
                    <a:pt x="412" y="401"/>
                  </a:cubicBezTo>
                  <a:cubicBezTo>
                    <a:pt x="408" y="394"/>
                    <a:pt x="407" y="386"/>
                    <a:pt x="407" y="377"/>
                  </a:cubicBezTo>
                  <a:cubicBezTo>
                    <a:pt x="407" y="364"/>
                    <a:pt x="410" y="354"/>
                    <a:pt x="418" y="346"/>
                  </a:cubicBezTo>
                  <a:cubicBezTo>
                    <a:pt x="425" y="339"/>
                    <a:pt x="436" y="334"/>
                    <a:pt x="451" y="333"/>
                  </a:cubicBezTo>
                  <a:lnTo>
                    <a:pt x="451" y="319"/>
                  </a:lnTo>
                  <a:lnTo>
                    <a:pt x="471" y="319"/>
                  </a:lnTo>
                  <a:lnTo>
                    <a:pt x="471" y="333"/>
                  </a:lnTo>
                  <a:cubicBezTo>
                    <a:pt x="484" y="334"/>
                    <a:pt x="494" y="339"/>
                    <a:pt x="501" y="346"/>
                  </a:cubicBezTo>
                  <a:cubicBezTo>
                    <a:pt x="507" y="353"/>
                    <a:pt x="511" y="363"/>
                    <a:pt x="511" y="376"/>
                  </a:cubicBezTo>
                  <a:cubicBezTo>
                    <a:pt x="511" y="378"/>
                    <a:pt x="510" y="381"/>
                    <a:pt x="510" y="384"/>
                  </a:cubicBezTo>
                  <a:close/>
                  <a:moveTo>
                    <a:pt x="411" y="271"/>
                  </a:moveTo>
                  <a:lnTo>
                    <a:pt x="411" y="271"/>
                  </a:lnTo>
                  <a:lnTo>
                    <a:pt x="410" y="271"/>
                  </a:lnTo>
                  <a:lnTo>
                    <a:pt x="409" y="272"/>
                  </a:lnTo>
                  <a:lnTo>
                    <a:pt x="408" y="272"/>
                  </a:lnTo>
                  <a:lnTo>
                    <a:pt x="407" y="272"/>
                  </a:lnTo>
                  <a:lnTo>
                    <a:pt x="406" y="272"/>
                  </a:lnTo>
                  <a:lnTo>
                    <a:pt x="405" y="273"/>
                  </a:lnTo>
                  <a:lnTo>
                    <a:pt x="404" y="273"/>
                  </a:lnTo>
                  <a:lnTo>
                    <a:pt x="404" y="273"/>
                  </a:lnTo>
                  <a:lnTo>
                    <a:pt x="403" y="274"/>
                  </a:lnTo>
                  <a:lnTo>
                    <a:pt x="402" y="274"/>
                  </a:lnTo>
                  <a:lnTo>
                    <a:pt x="401" y="274"/>
                  </a:lnTo>
                  <a:lnTo>
                    <a:pt x="400" y="275"/>
                  </a:lnTo>
                  <a:lnTo>
                    <a:pt x="399" y="275"/>
                  </a:lnTo>
                  <a:lnTo>
                    <a:pt x="398" y="275"/>
                  </a:lnTo>
                  <a:lnTo>
                    <a:pt x="398" y="276"/>
                  </a:lnTo>
                  <a:lnTo>
                    <a:pt x="397" y="276"/>
                  </a:lnTo>
                  <a:lnTo>
                    <a:pt x="396" y="277"/>
                  </a:lnTo>
                  <a:lnTo>
                    <a:pt x="395" y="277"/>
                  </a:lnTo>
                  <a:lnTo>
                    <a:pt x="394" y="277"/>
                  </a:lnTo>
                  <a:lnTo>
                    <a:pt x="393" y="278"/>
                  </a:lnTo>
                  <a:lnTo>
                    <a:pt x="393" y="278"/>
                  </a:lnTo>
                  <a:lnTo>
                    <a:pt x="401" y="294"/>
                  </a:lnTo>
                  <a:lnTo>
                    <a:pt x="401" y="294"/>
                  </a:lnTo>
                  <a:lnTo>
                    <a:pt x="401" y="293"/>
                  </a:lnTo>
                  <a:lnTo>
                    <a:pt x="402" y="293"/>
                  </a:lnTo>
                  <a:lnTo>
                    <a:pt x="403" y="293"/>
                  </a:lnTo>
                  <a:lnTo>
                    <a:pt x="404" y="292"/>
                  </a:lnTo>
                  <a:lnTo>
                    <a:pt x="404" y="292"/>
                  </a:lnTo>
                  <a:lnTo>
                    <a:pt x="405" y="292"/>
                  </a:lnTo>
                  <a:lnTo>
                    <a:pt x="406" y="291"/>
                  </a:lnTo>
                  <a:lnTo>
                    <a:pt x="407" y="291"/>
                  </a:lnTo>
                  <a:lnTo>
                    <a:pt x="407" y="291"/>
                  </a:lnTo>
                  <a:lnTo>
                    <a:pt x="408" y="290"/>
                  </a:lnTo>
                  <a:lnTo>
                    <a:pt x="409" y="290"/>
                  </a:lnTo>
                  <a:lnTo>
                    <a:pt x="410" y="290"/>
                  </a:lnTo>
                  <a:lnTo>
                    <a:pt x="411" y="290"/>
                  </a:lnTo>
                  <a:lnTo>
                    <a:pt x="411" y="289"/>
                  </a:lnTo>
                  <a:lnTo>
                    <a:pt x="412" y="289"/>
                  </a:lnTo>
                  <a:lnTo>
                    <a:pt x="413" y="289"/>
                  </a:lnTo>
                  <a:lnTo>
                    <a:pt x="414" y="289"/>
                  </a:lnTo>
                  <a:lnTo>
                    <a:pt x="414" y="288"/>
                  </a:lnTo>
                  <a:lnTo>
                    <a:pt x="415" y="288"/>
                  </a:lnTo>
                  <a:lnTo>
                    <a:pt x="416" y="288"/>
                  </a:lnTo>
                  <a:lnTo>
                    <a:pt x="411" y="271"/>
                  </a:lnTo>
                  <a:close/>
                  <a:moveTo>
                    <a:pt x="361" y="297"/>
                  </a:moveTo>
                  <a:lnTo>
                    <a:pt x="361" y="297"/>
                  </a:lnTo>
                  <a:lnTo>
                    <a:pt x="361" y="298"/>
                  </a:lnTo>
                  <a:lnTo>
                    <a:pt x="360" y="298"/>
                  </a:lnTo>
                  <a:lnTo>
                    <a:pt x="360" y="299"/>
                  </a:lnTo>
                  <a:lnTo>
                    <a:pt x="359" y="299"/>
                  </a:lnTo>
                  <a:lnTo>
                    <a:pt x="358" y="300"/>
                  </a:lnTo>
                  <a:lnTo>
                    <a:pt x="358" y="301"/>
                  </a:lnTo>
                  <a:lnTo>
                    <a:pt x="357" y="301"/>
                  </a:lnTo>
                  <a:lnTo>
                    <a:pt x="356" y="302"/>
                  </a:lnTo>
                  <a:lnTo>
                    <a:pt x="356" y="302"/>
                  </a:lnTo>
                  <a:lnTo>
                    <a:pt x="355" y="303"/>
                  </a:lnTo>
                  <a:lnTo>
                    <a:pt x="354" y="304"/>
                  </a:lnTo>
                  <a:lnTo>
                    <a:pt x="354" y="304"/>
                  </a:lnTo>
                  <a:lnTo>
                    <a:pt x="353" y="305"/>
                  </a:lnTo>
                  <a:lnTo>
                    <a:pt x="352" y="305"/>
                  </a:lnTo>
                  <a:lnTo>
                    <a:pt x="352" y="306"/>
                  </a:lnTo>
                  <a:lnTo>
                    <a:pt x="351" y="307"/>
                  </a:lnTo>
                  <a:lnTo>
                    <a:pt x="350" y="307"/>
                  </a:lnTo>
                  <a:lnTo>
                    <a:pt x="350" y="308"/>
                  </a:lnTo>
                  <a:lnTo>
                    <a:pt x="349" y="309"/>
                  </a:lnTo>
                  <a:lnTo>
                    <a:pt x="348" y="309"/>
                  </a:lnTo>
                  <a:lnTo>
                    <a:pt x="348" y="310"/>
                  </a:lnTo>
                  <a:lnTo>
                    <a:pt x="360" y="322"/>
                  </a:lnTo>
                  <a:lnTo>
                    <a:pt x="361" y="322"/>
                  </a:lnTo>
                  <a:lnTo>
                    <a:pt x="361" y="321"/>
                  </a:lnTo>
                  <a:lnTo>
                    <a:pt x="362" y="320"/>
                  </a:lnTo>
                  <a:lnTo>
                    <a:pt x="362" y="320"/>
                  </a:lnTo>
                  <a:lnTo>
                    <a:pt x="363" y="319"/>
                  </a:lnTo>
                  <a:lnTo>
                    <a:pt x="364" y="319"/>
                  </a:lnTo>
                  <a:lnTo>
                    <a:pt x="364" y="318"/>
                  </a:lnTo>
                  <a:lnTo>
                    <a:pt x="365" y="318"/>
                  </a:lnTo>
                  <a:lnTo>
                    <a:pt x="365" y="317"/>
                  </a:lnTo>
                  <a:lnTo>
                    <a:pt x="366" y="317"/>
                  </a:lnTo>
                  <a:lnTo>
                    <a:pt x="367" y="316"/>
                  </a:lnTo>
                  <a:lnTo>
                    <a:pt x="367" y="316"/>
                  </a:lnTo>
                  <a:lnTo>
                    <a:pt x="368" y="315"/>
                  </a:lnTo>
                  <a:lnTo>
                    <a:pt x="368" y="314"/>
                  </a:lnTo>
                  <a:lnTo>
                    <a:pt x="369" y="314"/>
                  </a:lnTo>
                  <a:lnTo>
                    <a:pt x="370" y="313"/>
                  </a:lnTo>
                  <a:lnTo>
                    <a:pt x="370" y="313"/>
                  </a:lnTo>
                  <a:lnTo>
                    <a:pt x="371" y="312"/>
                  </a:lnTo>
                  <a:lnTo>
                    <a:pt x="372" y="312"/>
                  </a:lnTo>
                  <a:lnTo>
                    <a:pt x="372" y="311"/>
                  </a:lnTo>
                  <a:lnTo>
                    <a:pt x="373" y="311"/>
                  </a:lnTo>
                  <a:lnTo>
                    <a:pt x="361" y="297"/>
                  </a:lnTo>
                  <a:close/>
                  <a:moveTo>
                    <a:pt x="325" y="339"/>
                  </a:moveTo>
                  <a:lnTo>
                    <a:pt x="325" y="339"/>
                  </a:lnTo>
                  <a:lnTo>
                    <a:pt x="325" y="340"/>
                  </a:lnTo>
                  <a:lnTo>
                    <a:pt x="324" y="341"/>
                  </a:lnTo>
                  <a:lnTo>
                    <a:pt x="324" y="341"/>
                  </a:lnTo>
                  <a:lnTo>
                    <a:pt x="323" y="342"/>
                  </a:lnTo>
                  <a:lnTo>
                    <a:pt x="323" y="343"/>
                  </a:lnTo>
                  <a:lnTo>
                    <a:pt x="323" y="344"/>
                  </a:lnTo>
                  <a:lnTo>
                    <a:pt x="322" y="345"/>
                  </a:lnTo>
                  <a:lnTo>
                    <a:pt x="322" y="346"/>
                  </a:lnTo>
                  <a:lnTo>
                    <a:pt x="321" y="346"/>
                  </a:lnTo>
                  <a:lnTo>
                    <a:pt x="321" y="347"/>
                  </a:lnTo>
                  <a:lnTo>
                    <a:pt x="320" y="348"/>
                  </a:lnTo>
                  <a:lnTo>
                    <a:pt x="320" y="349"/>
                  </a:lnTo>
                  <a:lnTo>
                    <a:pt x="320" y="350"/>
                  </a:lnTo>
                  <a:lnTo>
                    <a:pt x="319" y="350"/>
                  </a:lnTo>
                  <a:lnTo>
                    <a:pt x="319" y="351"/>
                  </a:lnTo>
                  <a:lnTo>
                    <a:pt x="318" y="352"/>
                  </a:lnTo>
                  <a:lnTo>
                    <a:pt x="318" y="353"/>
                  </a:lnTo>
                  <a:lnTo>
                    <a:pt x="318" y="354"/>
                  </a:lnTo>
                  <a:lnTo>
                    <a:pt x="317" y="355"/>
                  </a:lnTo>
                  <a:lnTo>
                    <a:pt x="317" y="356"/>
                  </a:lnTo>
                  <a:lnTo>
                    <a:pt x="317" y="356"/>
                  </a:lnTo>
                  <a:lnTo>
                    <a:pt x="333" y="363"/>
                  </a:lnTo>
                  <a:lnTo>
                    <a:pt x="333" y="363"/>
                  </a:lnTo>
                  <a:lnTo>
                    <a:pt x="333" y="362"/>
                  </a:lnTo>
                  <a:lnTo>
                    <a:pt x="334" y="361"/>
                  </a:lnTo>
                  <a:lnTo>
                    <a:pt x="334" y="360"/>
                  </a:lnTo>
                  <a:lnTo>
                    <a:pt x="334" y="360"/>
                  </a:lnTo>
                  <a:lnTo>
                    <a:pt x="335" y="359"/>
                  </a:lnTo>
                  <a:lnTo>
                    <a:pt x="335" y="358"/>
                  </a:lnTo>
                  <a:lnTo>
                    <a:pt x="335" y="357"/>
                  </a:lnTo>
                  <a:lnTo>
                    <a:pt x="336" y="357"/>
                  </a:lnTo>
                  <a:lnTo>
                    <a:pt x="336" y="356"/>
                  </a:lnTo>
                  <a:lnTo>
                    <a:pt x="336" y="355"/>
                  </a:lnTo>
                  <a:lnTo>
                    <a:pt x="337" y="354"/>
                  </a:lnTo>
                  <a:lnTo>
                    <a:pt x="337" y="354"/>
                  </a:lnTo>
                  <a:lnTo>
                    <a:pt x="338" y="353"/>
                  </a:lnTo>
                  <a:lnTo>
                    <a:pt x="338" y="352"/>
                  </a:lnTo>
                  <a:lnTo>
                    <a:pt x="338" y="352"/>
                  </a:lnTo>
                  <a:lnTo>
                    <a:pt x="339" y="351"/>
                  </a:lnTo>
                  <a:lnTo>
                    <a:pt x="339" y="350"/>
                  </a:lnTo>
                  <a:lnTo>
                    <a:pt x="340" y="349"/>
                  </a:lnTo>
                  <a:lnTo>
                    <a:pt x="340" y="349"/>
                  </a:lnTo>
                  <a:lnTo>
                    <a:pt x="340" y="348"/>
                  </a:lnTo>
                  <a:lnTo>
                    <a:pt x="325" y="339"/>
                  </a:lnTo>
                  <a:close/>
                  <a:moveTo>
                    <a:pt x="306" y="392"/>
                  </a:moveTo>
                  <a:lnTo>
                    <a:pt x="306" y="392"/>
                  </a:lnTo>
                  <a:lnTo>
                    <a:pt x="306" y="393"/>
                  </a:lnTo>
                  <a:lnTo>
                    <a:pt x="306" y="394"/>
                  </a:lnTo>
                  <a:lnTo>
                    <a:pt x="306" y="395"/>
                  </a:lnTo>
                  <a:lnTo>
                    <a:pt x="306" y="396"/>
                  </a:lnTo>
                  <a:lnTo>
                    <a:pt x="305" y="396"/>
                  </a:lnTo>
                  <a:lnTo>
                    <a:pt x="305" y="397"/>
                  </a:lnTo>
                  <a:lnTo>
                    <a:pt x="305" y="398"/>
                  </a:lnTo>
                  <a:lnTo>
                    <a:pt x="305" y="399"/>
                  </a:lnTo>
                  <a:lnTo>
                    <a:pt x="305" y="400"/>
                  </a:lnTo>
                  <a:lnTo>
                    <a:pt x="305" y="401"/>
                  </a:lnTo>
                  <a:lnTo>
                    <a:pt x="305" y="402"/>
                  </a:lnTo>
                  <a:lnTo>
                    <a:pt x="305" y="403"/>
                  </a:lnTo>
                  <a:lnTo>
                    <a:pt x="305" y="404"/>
                  </a:lnTo>
                  <a:lnTo>
                    <a:pt x="304" y="405"/>
                  </a:lnTo>
                  <a:lnTo>
                    <a:pt x="304" y="406"/>
                  </a:lnTo>
                  <a:lnTo>
                    <a:pt x="304" y="407"/>
                  </a:lnTo>
                  <a:lnTo>
                    <a:pt x="304" y="408"/>
                  </a:lnTo>
                  <a:lnTo>
                    <a:pt x="304" y="409"/>
                  </a:lnTo>
                  <a:lnTo>
                    <a:pt x="304" y="410"/>
                  </a:lnTo>
                  <a:lnTo>
                    <a:pt x="304" y="410"/>
                  </a:lnTo>
                  <a:lnTo>
                    <a:pt x="322" y="411"/>
                  </a:lnTo>
                  <a:lnTo>
                    <a:pt x="322" y="411"/>
                  </a:lnTo>
                  <a:lnTo>
                    <a:pt x="322" y="410"/>
                  </a:lnTo>
                  <a:lnTo>
                    <a:pt x="322" y="409"/>
                  </a:lnTo>
                  <a:lnTo>
                    <a:pt x="322" y="408"/>
                  </a:lnTo>
                  <a:lnTo>
                    <a:pt x="322" y="407"/>
                  </a:lnTo>
                  <a:lnTo>
                    <a:pt x="322" y="406"/>
                  </a:lnTo>
                  <a:lnTo>
                    <a:pt x="322" y="406"/>
                  </a:lnTo>
                  <a:lnTo>
                    <a:pt x="322" y="405"/>
                  </a:lnTo>
                  <a:lnTo>
                    <a:pt x="322" y="404"/>
                  </a:lnTo>
                  <a:lnTo>
                    <a:pt x="322" y="403"/>
                  </a:lnTo>
                  <a:lnTo>
                    <a:pt x="322" y="402"/>
                  </a:lnTo>
                  <a:lnTo>
                    <a:pt x="323" y="401"/>
                  </a:lnTo>
                  <a:lnTo>
                    <a:pt x="323" y="400"/>
                  </a:lnTo>
                  <a:lnTo>
                    <a:pt x="323" y="400"/>
                  </a:lnTo>
                  <a:lnTo>
                    <a:pt x="323" y="399"/>
                  </a:lnTo>
                  <a:lnTo>
                    <a:pt x="323" y="398"/>
                  </a:lnTo>
                  <a:lnTo>
                    <a:pt x="323" y="397"/>
                  </a:lnTo>
                  <a:lnTo>
                    <a:pt x="323" y="396"/>
                  </a:lnTo>
                  <a:lnTo>
                    <a:pt x="323" y="395"/>
                  </a:lnTo>
                  <a:lnTo>
                    <a:pt x="323" y="395"/>
                  </a:lnTo>
                  <a:lnTo>
                    <a:pt x="306" y="392"/>
                  </a:lnTo>
                  <a:close/>
                  <a:moveTo>
                    <a:pt x="307" y="447"/>
                  </a:moveTo>
                  <a:lnTo>
                    <a:pt x="307" y="447"/>
                  </a:lnTo>
                  <a:lnTo>
                    <a:pt x="307" y="448"/>
                  </a:lnTo>
                  <a:lnTo>
                    <a:pt x="307" y="449"/>
                  </a:lnTo>
                  <a:lnTo>
                    <a:pt x="308" y="450"/>
                  </a:lnTo>
                  <a:lnTo>
                    <a:pt x="308" y="451"/>
                  </a:lnTo>
                  <a:lnTo>
                    <a:pt x="308" y="451"/>
                  </a:lnTo>
                  <a:lnTo>
                    <a:pt x="308" y="452"/>
                  </a:lnTo>
                  <a:lnTo>
                    <a:pt x="308" y="453"/>
                  </a:lnTo>
                  <a:lnTo>
                    <a:pt x="309" y="454"/>
                  </a:lnTo>
                  <a:lnTo>
                    <a:pt x="309" y="455"/>
                  </a:lnTo>
                  <a:lnTo>
                    <a:pt x="309" y="456"/>
                  </a:lnTo>
                  <a:lnTo>
                    <a:pt x="309" y="457"/>
                  </a:lnTo>
                  <a:lnTo>
                    <a:pt x="310" y="458"/>
                  </a:lnTo>
                  <a:lnTo>
                    <a:pt x="310" y="459"/>
                  </a:lnTo>
                  <a:lnTo>
                    <a:pt x="310" y="460"/>
                  </a:lnTo>
                  <a:lnTo>
                    <a:pt x="310" y="461"/>
                  </a:lnTo>
                  <a:lnTo>
                    <a:pt x="311" y="461"/>
                  </a:lnTo>
                  <a:lnTo>
                    <a:pt x="311" y="462"/>
                  </a:lnTo>
                  <a:lnTo>
                    <a:pt x="311" y="463"/>
                  </a:lnTo>
                  <a:lnTo>
                    <a:pt x="311" y="464"/>
                  </a:lnTo>
                  <a:lnTo>
                    <a:pt x="312" y="465"/>
                  </a:lnTo>
                  <a:lnTo>
                    <a:pt x="312" y="466"/>
                  </a:lnTo>
                  <a:lnTo>
                    <a:pt x="329" y="460"/>
                  </a:lnTo>
                  <a:lnTo>
                    <a:pt x="328" y="460"/>
                  </a:lnTo>
                  <a:lnTo>
                    <a:pt x="328" y="459"/>
                  </a:lnTo>
                  <a:lnTo>
                    <a:pt x="328" y="458"/>
                  </a:lnTo>
                  <a:lnTo>
                    <a:pt x="328" y="457"/>
                  </a:lnTo>
                  <a:lnTo>
                    <a:pt x="327" y="456"/>
                  </a:lnTo>
                  <a:lnTo>
                    <a:pt x="327" y="456"/>
                  </a:lnTo>
                  <a:lnTo>
                    <a:pt x="327" y="455"/>
                  </a:lnTo>
                  <a:lnTo>
                    <a:pt x="327" y="454"/>
                  </a:lnTo>
                  <a:lnTo>
                    <a:pt x="327" y="453"/>
                  </a:lnTo>
                  <a:lnTo>
                    <a:pt x="326" y="452"/>
                  </a:lnTo>
                  <a:lnTo>
                    <a:pt x="326" y="452"/>
                  </a:lnTo>
                  <a:lnTo>
                    <a:pt x="326" y="451"/>
                  </a:lnTo>
                  <a:lnTo>
                    <a:pt x="326" y="450"/>
                  </a:lnTo>
                  <a:lnTo>
                    <a:pt x="325" y="449"/>
                  </a:lnTo>
                  <a:lnTo>
                    <a:pt x="325" y="448"/>
                  </a:lnTo>
                  <a:lnTo>
                    <a:pt x="325" y="447"/>
                  </a:lnTo>
                  <a:lnTo>
                    <a:pt x="325" y="447"/>
                  </a:lnTo>
                  <a:lnTo>
                    <a:pt x="325" y="446"/>
                  </a:lnTo>
                  <a:lnTo>
                    <a:pt x="325" y="445"/>
                  </a:lnTo>
                  <a:lnTo>
                    <a:pt x="324" y="444"/>
                  </a:lnTo>
                  <a:lnTo>
                    <a:pt x="324" y="444"/>
                  </a:lnTo>
                  <a:lnTo>
                    <a:pt x="307" y="447"/>
                  </a:lnTo>
                  <a:close/>
                  <a:moveTo>
                    <a:pt x="328" y="499"/>
                  </a:moveTo>
                  <a:lnTo>
                    <a:pt x="328" y="499"/>
                  </a:lnTo>
                  <a:lnTo>
                    <a:pt x="328" y="499"/>
                  </a:lnTo>
                  <a:lnTo>
                    <a:pt x="329" y="500"/>
                  </a:lnTo>
                  <a:lnTo>
                    <a:pt x="329" y="501"/>
                  </a:lnTo>
                  <a:lnTo>
                    <a:pt x="330" y="502"/>
                  </a:lnTo>
                  <a:lnTo>
                    <a:pt x="330" y="503"/>
                  </a:lnTo>
                  <a:lnTo>
                    <a:pt x="331" y="503"/>
                  </a:lnTo>
                  <a:lnTo>
                    <a:pt x="331" y="504"/>
                  </a:lnTo>
                  <a:lnTo>
                    <a:pt x="332" y="505"/>
                  </a:lnTo>
                  <a:lnTo>
                    <a:pt x="332" y="506"/>
                  </a:lnTo>
                  <a:lnTo>
                    <a:pt x="333" y="506"/>
                  </a:lnTo>
                  <a:lnTo>
                    <a:pt x="333" y="507"/>
                  </a:lnTo>
                  <a:lnTo>
                    <a:pt x="334" y="508"/>
                  </a:lnTo>
                  <a:lnTo>
                    <a:pt x="334" y="509"/>
                  </a:lnTo>
                  <a:lnTo>
                    <a:pt x="335" y="509"/>
                  </a:lnTo>
                  <a:lnTo>
                    <a:pt x="336" y="510"/>
                  </a:lnTo>
                  <a:lnTo>
                    <a:pt x="336" y="511"/>
                  </a:lnTo>
                  <a:lnTo>
                    <a:pt x="337" y="511"/>
                  </a:lnTo>
                  <a:lnTo>
                    <a:pt x="337" y="512"/>
                  </a:lnTo>
                  <a:lnTo>
                    <a:pt x="338" y="513"/>
                  </a:lnTo>
                  <a:lnTo>
                    <a:pt x="338" y="514"/>
                  </a:lnTo>
                  <a:lnTo>
                    <a:pt x="339" y="514"/>
                  </a:lnTo>
                  <a:lnTo>
                    <a:pt x="353" y="503"/>
                  </a:lnTo>
                  <a:lnTo>
                    <a:pt x="352" y="502"/>
                  </a:lnTo>
                  <a:lnTo>
                    <a:pt x="352" y="502"/>
                  </a:lnTo>
                  <a:lnTo>
                    <a:pt x="351" y="501"/>
                  </a:lnTo>
                  <a:lnTo>
                    <a:pt x="351" y="501"/>
                  </a:lnTo>
                  <a:lnTo>
                    <a:pt x="350" y="500"/>
                  </a:lnTo>
                  <a:lnTo>
                    <a:pt x="350" y="499"/>
                  </a:lnTo>
                  <a:lnTo>
                    <a:pt x="349" y="499"/>
                  </a:lnTo>
                  <a:lnTo>
                    <a:pt x="349" y="498"/>
                  </a:lnTo>
                  <a:lnTo>
                    <a:pt x="348" y="497"/>
                  </a:lnTo>
                  <a:lnTo>
                    <a:pt x="348" y="497"/>
                  </a:lnTo>
                  <a:lnTo>
                    <a:pt x="347" y="496"/>
                  </a:lnTo>
                  <a:lnTo>
                    <a:pt x="347" y="495"/>
                  </a:lnTo>
                  <a:lnTo>
                    <a:pt x="346" y="495"/>
                  </a:lnTo>
                  <a:lnTo>
                    <a:pt x="346" y="494"/>
                  </a:lnTo>
                  <a:lnTo>
                    <a:pt x="345" y="493"/>
                  </a:lnTo>
                  <a:lnTo>
                    <a:pt x="345" y="493"/>
                  </a:lnTo>
                  <a:lnTo>
                    <a:pt x="344" y="492"/>
                  </a:lnTo>
                  <a:lnTo>
                    <a:pt x="344" y="491"/>
                  </a:lnTo>
                  <a:lnTo>
                    <a:pt x="343" y="491"/>
                  </a:lnTo>
                  <a:lnTo>
                    <a:pt x="343" y="490"/>
                  </a:lnTo>
                  <a:lnTo>
                    <a:pt x="343" y="490"/>
                  </a:lnTo>
                  <a:lnTo>
                    <a:pt x="328" y="499"/>
                  </a:lnTo>
                  <a:close/>
                  <a:moveTo>
                    <a:pt x="366" y="540"/>
                  </a:moveTo>
                  <a:lnTo>
                    <a:pt x="366" y="540"/>
                  </a:lnTo>
                  <a:lnTo>
                    <a:pt x="366" y="540"/>
                  </a:lnTo>
                  <a:lnTo>
                    <a:pt x="367" y="541"/>
                  </a:lnTo>
                  <a:lnTo>
                    <a:pt x="368" y="541"/>
                  </a:lnTo>
                  <a:lnTo>
                    <a:pt x="369" y="542"/>
                  </a:lnTo>
                  <a:lnTo>
                    <a:pt x="369" y="542"/>
                  </a:lnTo>
                  <a:lnTo>
                    <a:pt x="370" y="543"/>
                  </a:lnTo>
                  <a:lnTo>
                    <a:pt x="371" y="543"/>
                  </a:lnTo>
                  <a:lnTo>
                    <a:pt x="372" y="544"/>
                  </a:lnTo>
                  <a:lnTo>
                    <a:pt x="372" y="544"/>
                  </a:lnTo>
                  <a:lnTo>
                    <a:pt x="373" y="545"/>
                  </a:lnTo>
                  <a:lnTo>
                    <a:pt x="374" y="545"/>
                  </a:lnTo>
                  <a:lnTo>
                    <a:pt x="375" y="546"/>
                  </a:lnTo>
                  <a:lnTo>
                    <a:pt x="375" y="546"/>
                  </a:lnTo>
                  <a:lnTo>
                    <a:pt x="376" y="547"/>
                  </a:lnTo>
                  <a:lnTo>
                    <a:pt x="377" y="547"/>
                  </a:lnTo>
                  <a:lnTo>
                    <a:pt x="378" y="548"/>
                  </a:lnTo>
                  <a:lnTo>
                    <a:pt x="379" y="548"/>
                  </a:lnTo>
                  <a:lnTo>
                    <a:pt x="379" y="549"/>
                  </a:lnTo>
                  <a:lnTo>
                    <a:pt x="380" y="549"/>
                  </a:lnTo>
                  <a:lnTo>
                    <a:pt x="381" y="550"/>
                  </a:lnTo>
                  <a:lnTo>
                    <a:pt x="382" y="550"/>
                  </a:lnTo>
                  <a:lnTo>
                    <a:pt x="390" y="535"/>
                  </a:lnTo>
                  <a:lnTo>
                    <a:pt x="390" y="534"/>
                  </a:lnTo>
                  <a:lnTo>
                    <a:pt x="389" y="534"/>
                  </a:lnTo>
                  <a:lnTo>
                    <a:pt x="388" y="534"/>
                  </a:lnTo>
                  <a:lnTo>
                    <a:pt x="388" y="533"/>
                  </a:lnTo>
                  <a:lnTo>
                    <a:pt x="387" y="533"/>
                  </a:lnTo>
                  <a:lnTo>
                    <a:pt x="386" y="532"/>
                  </a:lnTo>
                  <a:lnTo>
                    <a:pt x="385" y="532"/>
                  </a:lnTo>
                  <a:lnTo>
                    <a:pt x="385" y="531"/>
                  </a:lnTo>
                  <a:lnTo>
                    <a:pt x="384" y="531"/>
                  </a:lnTo>
                  <a:lnTo>
                    <a:pt x="383" y="531"/>
                  </a:lnTo>
                  <a:lnTo>
                    <a:pt x="383" y="530"/>
                  </a:lnTo>
                  <a:lnTo>
                    <a:pt x="382" y="530"/>
                  </a:lnTo>
                  <a:lnTo>
                    <a:pt x="381" y="529"/>
                  </a:lnTo>
                  <a:lnTo>
                    <a:pt x="381" y="529"/>
                  </a:lnTo>
                  <a:lnTo>
                    <a:pt x="380" y="528"/>
                  </a:lnTo>
                  <a:lnTo>
                    <a:pt x="379" y="528"/>
                  </a:lnTo>
                  <a:lnTo>
                    <a:pt x="379" y="527"/>
                  </a:lnTo>
                  <a:lnTo>
                    <a:pt x="378" y="527"/>
                  </a:lnTo>
                  <a:lnTo>
                    <a:pt x="377" y="526"/>
                  </a:lnTo>
                  <a:lnTo>
                    <a:pt x="377" y="526"/>
                  </a:lnTo>
                  <a:lnTo>
                    <a:pt x="376" y="526"/>
                  </a:lnTo>
                  <a:lnTo>
                    <a:pt x="366" y="540"/>
                  </a:lnTo>
                  <a:close/>
                  <a:moveTo>
                    <a:pt x="416" y="564"/>
                  </a:moveTo>
                  <a:lnTo>
                    <a:pt x="416" y="564"/>
                  </a:lnTo>
                  <a:lnTo>
                    <a:pt x="416" y="564"/>
                  </a:lnTo>
                  <a:lnTo>
                    <a:pt x="417" y="565"/>
                  </a:lnTo>
                  <a:lnTo>
                    <a:pt x="418" y="565"/>
                  </a:lnTo>
                  <a:lnTo>
                    <a:pt x="419" y="565"/>
                  </a:lnTo>
                  <a:lnTo>
                    <a:pt x="420" y="565"/>
                  </a:lnTo>
                  <a:lnTo>
                    <a:pt x="421" y="566"/>
                  </a:lnTo>
                  <a:lnTo>
                    <a:pt x="422" y="566"/>
                  </a:lnTo>
                  <a:lnTo>
                    <a:pt x="423" y="566"/>
                  </a:lnTo>
                  <a:lnTo>
                    <a:pt x="424" y="566"/>
                  </a:lnTo>
                  <a:lnTo>
                    <a:pt x="424" y="567"/>
                  </a:lnTo>
                  <a:lnTo>
                    <a:pt x="425" y="567"/>
                  </a:lnTo>
                  <a:lnTo>
                    <a:pt x="426" y="567"/>
                  </a:lnTo>
                  <a:lnTo>
                    <a:pt x="427" y="567"/>
                  </a:lnTo>
                  <a:lnTo>
                    <a:pt x="428" y="567"/>
                  </a:lnTo>
                  <a:lnTo>
                    <a:pt x="429" y="567"/>
                  </a:lnTo>
                  <a:lnTo>
                    <a:pt x="430" y="568"/>
                  </a:lnTo>
                  <a:lnTo>
                    <a:pt x="431" y="568"/>
                  </a:lnTo>
                  <a:lnTo>
                    <a:pt x="432" y="568"/>
                  </a:lnTo>
                  <a:lnTo>
                    <a:pt x="433" y="568"/>
                  </a:lnTo>
                  <a:lnTo>
                    <a:pt x="434" y="568"/>
                  </a:lnTo>
                  <a:lnTo>
                    <a:pt x="434" y="568"/>
                  </a:lnTo>
                  <a:lnTo>
                    <a:pt x="437" y="551"/>
                  </a:lnTo>
                  <a:lnTo>
                    <a:pt x="437" y="551"/>
                  </a:lnTo>
                  <a:lnTo>
                    <a:pt x="436" y="551"/>
                  </a:lnTo>
                  <a:lnTo>
                    <a:pt x="435" y="551"/>
                  </a:lnTo>
                  <a:lnTo>
                    <a:pt x="434" y="550"/>
                  </a:lnTo>
                  <a:lnTo>
                    <a:pt x="433" y="550"/>
                  </a:lnTo>
                  <a:lnTo>
                    <a:pt x="432" y="550"/>
                  </a:lnTo>
                  <a:lnTo>
                    <a:pt x="431" y="550"/>
                  </a:lnTo>
                  <a:lnTo>
                    <a:pt x="431" y="550"/>
                  </a:lnTo>
                  <a:lnTo>
                    <a:pt x="430" y="550"/>
                  </a:lnTo>
                  <a:lnTo>
                    <a:pt x="429" y="549"/>
                  </a:lnTo>
                  <a:lnTo>
                    <a:pt x="428" y="549"/>
                  </a:lnTo>
                  <a:lnTo>
                    <a:pt x="427" y="549"/>
                  </a:lnTo>
                  <a:lnTo>
                    <a:pt x="427" y="549"/>
                  </a:lnTo>
                  <a:lnTo>
                    <a:pt x="426" y="549"/>
                  </a:lnTo>
                  <a:lnTo>
                    <a:pt x="425" y="549"/>
                  </a:lnTo>
                  <a:lnTo>
                    <a:pt x="424" y="548"/>
                  </a:lnTo>
                  <a:lnTo>
                    <a:pt x="423" y="548"/>
                  </a:lnTo>
                  <a:lnTo>
                    <a:pt x="422" y="548"/>
                  </a:lnTo>
                  <a:lnTo>
                    <a:pt x="422" y="548"/>
                  </a:lnTo>
                  <a:lnTo>
                    <a:pt x="421" y="548"/>
                  </a:lnTo>
                  <a:lnTo>
                    <a:pt x="421" y="547"/>
                  </a:lnTo>
                  <a:lnTo>
                    <a:pt x="416" y="564"/>
                  </a:lnTo>
                  <a:close/>
                  <a:moveTo>
                    <a:pt x="471" y="569"/>
                  </a:moveTo>
                  <a:lnTo>
                    <a:pt x="471" y="569"/>
                  </a:lnTo>
                  <a:lnTo>
                    <a:pt x="472" y="569"/>
                  </a:lnTo>
                  <a:lnTo>
                    <a:pt x="473" y="569"/>
                  </a:lnTo>
                  <a:lnTo>
                    <a:pt x="474" y="569"/>
                  </a:lnTo>
                  <a:lnTo>
                    <a:pt x="475" y="569"/>
                  </a:lnTo>
                  <a:lnTo>
                    <a:pt x="476" y="569"/>
                  </a:lnTo>
                  <a:lnTo>
                    <a:pt x="477" y="569"/>
                  </a:lnTo>
                  <a:lnTo>
                    <a:pt x="478" y="569"/>
                  </a:lnTo>
                  <a:lnTo>
                    <a:pt x="479" y="569"/>
                  </a:lnTo>
                  <a:lnTo>
                    <a:pt x="480" y="568"/>
                  </a:lnTo>
                  <a:lnTo>
                    <a:pt x="480" y="568"/>
                  </a:lnTo>
                  <a:lnTo>
                    <a:pt x="481" y="568"/>
                  </a:lnTo>
                  <a:lnTo>
                    <a:pt x="482" y="568"/>
                  </a:lnTo>
                  <a:lnTo>
                    <a:pt x="483" y="568"/>
                  </a:lnTo>
                  <a:lnTo>
                    <a:pt x="484" y="568"/>
                  </a:lnTo>
                  <a:lnTo>
                    <a:pt x="485" y="567"/>
                  </a:lnTo>
                  <a:lnTo>
                    <a:pt x="486" y="567"/>
                  </a:lnTo>
                  <a:lnTo>
                    <a:pt x="487" y="567"/>
                  </a:lnTo>
                  <a:lnTo>
                    <a:pt x="488" y="567"/>
                  </a:lnTo>
                  <a:lnTo>
                    <a:pt x="489" y="567"/>
                  </a:lnTo>
                  <a:lnTo>
                    <a:pt x="490" y="567"/>
                  </a:lnTo>
                  <a:lnTo>
                    <a:pt x="490" y="567"/>
                  </a:lnTo>
                  <a:lnTo>
                    <a:pt x="486" y="549"/>
                  </a:lnTo>
                  <a:lnTo>
                    <a:pt x="486" y="549"/>
                  </a:lnTo>
                  <a:lnTo>
                    <a:pt x="485" y="549"/>
                  </a:lnTo>
                  <a:lnTo>
                    <a:pt x="484" y="550"/>
                  </a:lnTo>
                  <a:lnTo>
                    <a:pt x="484" y="550"/>
                  </a:lnTo>
                  <a:lnTo>
                    <a:pt x="483" y="550"/>
                  </a:lnTo>
                  <a:lnTo>
                    <a:pt x="482" y="550"/>
                  </a:lnTo>
                  <a:lnTo>
                    <a:pt x="481" y="550"/>
                  </a:lnTo>
                  <a:lnTo>
                    <a:pt x="480" y="550"/>
                  </a:lnTo>
                  <a:lnTo>
                    <a:pt x="479" y="551"/>
                  </a:lnTo>
                  <a:lnTo>
                    <a:pt x="479" y="551"/>
                  </a:lnTo>
                  <a:lnTo>
                    <a:pt x="478" y="551"/>
                  </a:lnTo>
                  <a:lnTo>
                    <a:pt x="477" y="551"/>
                  </a:lnTo>
                  <a:lnTo>
                    <a:pt x="476" y="551"/>
                  </a:lnTo>
                  <a:lnTo>
                    <a:pt x="475" y="551"/>
                  </a:lnTo>
                  <a:lnTo>
                    <a:pt x="474" y="551"/>
                  </a:lnTo>
                  <a:lnTo>
                    <a:pt x="474" y="551"/>
                  </a:lnTo>
                  <a:lnTo>
                    <a:pt x="473" y="552"/>
                  </a:lnTo>
                  <a:lnTo>
                    <a:pt x="472" y="552"/>
                  </a:lnTo>
                  <a:lnTo>
                    <a:pt x="471" y="552"/>
                  </a:lnTo>
                  <a:lnTo>
                    <a:pt x="470" y="552"/>
                  </a:lnTo>
                  <a:lnTo>
                    <a:pt x="470" y="552"/>
                  </a:lnTo>
                  <a:lnTo>
                    <a:pt x="471" y="569"/>
                  </a:lnTo>
                  <a:close/>
                  <a:moveTo>
                    <a:pt x="525" y="554"/>
                  </a:moveTo>
                  <a:lnTo>
                    <a:pt x="525" y="554"/>
                  </a:lnTo>
                  <a:lnTo>
                    <a:pt x="525" y="554"/>
                  </a:lnTo>
                  <a:lnTo>
                    <a:pt x="526" y="554"/>
                  </a:lnTo>
                  <a:lnTo>
                    <a:pt x="527" y="553"/>
                  </a:lnTo>
                  <a:lnTo>
                    <a:pt x="528" y="553"/>
                  </a:lnTo>
                  <a:lnTo>
                    <a:pt x="528" y="552"/>
                  </a:lnTo>
                  <a:lnTo>
                    <a:pt x="529" y="552"/>
                  </a:lnTo>
                  <a:lnTo>
                    <a:pt x="530" y="552"/>
                  </a:lnTo>
                  <a:lnTo>
                    <a:pt x="531" y="551"/>
                  </a:lnTo>
                  <a:lnTo>
                    <a:pt x="532" y="551"/>
                  </a:lnTo>
                  <a:lnTo>
                    <a:pt x="533" y="550"/>
                  </a:lnTo>
                  <a:lnTo>
                    <a:pt x="533" y="550"/>
                  </a:lnTo>
                  <a:lnTo>
                    <a:pt x="534" y="549"/>
                  </a:lnTo>
                  <a:lnTo>
                    <a:pt x="535" y="549"/>
                  </a:lnTo>
                  <a:lnTo>
                    <a:pt x="536" y="548"/>
                  </a:lnTo>
                  <a:lnTo>
                    <a:pt x="537" y="548"/>
                  </a:lnTo>
                  <a:lnTo>
                    <a:pt x="537" y="547"/>
                  </a:lnTo>
                  <a:lnTo>
                    <a:pt x="538" y="547"/>
                  </a:lnTo>
                  <a:lnTo>
                    <a:pt x="539" y="546"/>
                  </a:lnTo>
                  <a:lnTo>
                    <a:pt x="540" y="546"/>
                  </a:lnTo>
                  <a:lnTo>
                    <a:pt x="540" y="545"/>
                  </a:lnTo>
                  <a:lnTo>
                    <a:pt x="541" y="545"/>
                  </a:lnTo>
                  <a:lnTo>
                    <a:pt x="532" y="530"/>
                  </a:lnTo>
                  <a:lnTo>
                    <a:pt x="531" y="531"/>
                  </a:lnTo>
                  <a:lnTo>
                    <a:pt x="530" y="531"/>
                  </a:lnTo>
                  <a:lnTo>
                    <a:pt x="529" y="531"/>
                  </a:lnTo>
                  <a:lnTo>
                    <a:pt x="529" y="532"/>
                  </a:lnTo>
                  <a:lnTo>
                    <a:pt x="528" y="532"/>
                  </a:lnTo>
                  <a:lnTo>
                    <a:pt x="527" y="533"/>
                  </a:lnTo>
                  <a:lnTo>
                    <a:pt x="527" y="533"/>
                  </a:lnTo>
                  <a:lnTo>
                    <a:pt x="526" y="534"/>
                  </a:lnTo>
                  <a:lnTo>
                    <a:pt x="525" y="534"/>
                  </a:lnTo>
                  <a:lnTo>
                    <a:pt x="525" y="534"/>
                  </a:lnTo>
                  <a:lnTo>
                    <a:pt x="524" y="535"/>
                  </a:lnTo>
                  <a:lnTo>
                    <a:pt x="523" y="535"/>
                  </a:lnTo>
                  <a:lnTo>
                    <a:pt x="522" y="536"/>
                  </a:lnTo>
                  <a:lnTo>
                    <a:pt x="522" y="536"/>
                  </a:lnTo>
                  <a:lnTo>
                    <a:pt x="521" y="536"/>
                  </a:lnTo>
                  <a:lnTo>
                    <a:pt x="520" y="537"/>
                  </a:lnTo>
                  <a:lnTo>
                    <a:pt x="520" y="537"/>
                  </a:lnTo>
                  <a:lnTo>
                    <a:pt x="519" y="538"/>
                  </a:lnTo>
                  <a:lnTo>
                    <a:pt x="518" y="538"/>
                  </a:lnTo>
                  <a:lnTo>
                    <a:pt x="517" y="538"/>
                  </a:lnTo>
                  <a:lnTo>
                    <a:pt x="517" y="538"/>
                  </a:lnTo>
                  <a:lnTo>
                    <a:pt x="525" y="554"/>
                  </a:lnTo>
                  <a:close/>
                  <a:moveTo>
                    <a:pt x="570" y="521"/>
                  </a:moveTo>
                  <a:lnTo>
                    <a:pt x="570" y="521"/>
                  </a:lnTo>
                  <a:lnTo>
                    <a:pt x="570" y="521"/>
                  </a:lnTo>
                  <a:lnTo>
                    <a:pt x="570" y="520"/>
                  </a:lnTo>
                  <a:lnTo>
                    <a:pt x="571" y="519"/>
                  </a:lnTo>
                  <a:lnTo>
                    <a:pt x="572" y="518"/>
                  </a:lnTo>
                  <a:lnTo>
                    <a:pt x="572" y="518"/>
                  </a:lnTo>
                  <a:lnTo>
                    <a:pt x="573" y="517"/>
                  </a:lnTo>
                  <a:lnTo>
                    <a:pt x="574" y="516"/>
                  </a:lnTo>
                  <a:lnTo>
                    <a:pt x="574" y="516"/>
                  </a:lnTo>
                  <a:lnTo>
                    <a:pt x="575" y="515"/>
                  </a:lnTo>
                  <a:lnTo>
                    <a:pt x="575" y="514"/>
                  </a:lnTo>
                  <a:lnTo>
                    <a:pt x="576" y="514"/>
                  </a:lnTo>
                  <a:lnTo>
                    <a:pt x="576" y="513"/>
                  </a:lnTo>
                  <a:lnTo>
                    <a:pt x="577" y="512"/>
                  </a:lnTo>
                  <a:lnTo>
                    <a:pt x="578" y="511"/>
                  </a:lnTo>
                  <a:lnTo>
                    <a:pt x="578" y="511"/>
                  </a:lnTo>
                  <a:lnTo>
                    <a:pt x="579" y="510"/>
                  </a:lnTo>
                  <a:lnTo>
                    <a:pt x="579" y="509"/>
                  </a:lnTo>
                  <a:lnTo>
                    <a:pt x="580" y="509"/>
                  </a:lnTo>
                  <a:lnTo>
                    <a:pt x="580" y="508"/>
                  </a:lnTo>
                  <a:lnTo>
                    <a:pt x="581" y="507"/>
                  </a:lnTo>
                  <a:lnTo>
                    <a:pt x="581" y="506"/>
                  </a:lnTo>
                  <a:lnTo>
                    <a:pt x="567" y="496"/>
                  </a:lnTo>
                  <a:lnTo>
                    <a:pt x="567" y="497"/>
                  </a:lnTo>
                  <a:lnTo>
                    <a:pt x="566" y="497"/>
                  </a:lnTo>
                  <a:lnTo>
                    <a:pt x="566" y="498"/>
                  </a:lnTo>
                  <a:lnTo>
                    <a:pt x="565" y="499"/>
                  </a:lnTo>
                  <a:lnTo>
                    <a:pt x="565" y="499"/>
                  </a:lnTo>
                  <a:lnTo>
                    <a:pt x="564" y="500"/>
                  </a:lnTo>
                  <a:lnTo>
                    <a:pt x="564" y="501"/>
                  </a:lnTo>
                  <a:lnTo>
                    <a:pt x="563" y="501"/>
                  </a:lnTo>
                  <a:lnTo>
                    <a:pt x="563" y="502"/>
                  </a:lnTo>
                  <a:lnTo>
                    <a:pt x="562" y="502"/>
                  </a:lnTo>
                  <a:lnTo>
                    <a:pt x="562" y="503"/>
                  </a:lnTo>
                  <a:lnTo>
                    <a:pt x="561" y="504"/>
                  </a:lnTo>
                  <a:lnTo>
                    <a:pt x="561" y="504"/>
                  </a:lnTo>
                  <a:lnTo>
                    <a:pt x="560" y="505"/>
                  </a:lnTo>
                  <a:lnTo>
                    <a:pt x="560" y="506"/>
                  </a:lnTo>
                  <a:lnTo>
                    <a:pt x="559" y="506"/>
                  </a:lnTo>
                  <a:lnTo>
                    <a:pt x="559" y="507"/>
                  </a:lnTo>
                  <a:lnTo>
                    <a:pt x="558" y="507"/>
                  </a:lnTo>
                  <a:lnTo>
                    <a:pt x="557" y="508"/>
                  </a:lnTo>
                  <a:lnTo>
                    <a:pt x="557" y="509"/>
                  </a:lnTo>
                  <a:lnTo>
                    <a:pt x="557" y="509"/>
                  </a:lnTo>
                  <a:lnTo>
                    <a:pt x="570" y="521"/>
                  </a:lnTo>
                  <a:close/>
                  <a:moveTo>
                    <a:pt x="599" y="474"/>
                  </a:moveTo>
                  <a:lnTo>
                    <a:pt x="599" y="474"/>
                  </a:lnTo>
                  <a:lnTo>
                    <a:pt x="600" y="473"/>
                  </a:lnTo>
                  <a:lnTo>
                    <a:pt x="600" y="472"/>
                  </a:lnTo>
                  <a:lnTo>
                    <a:pt x="600" y="471"/>
                  </a:lnTo>
                  <a:lnTo>
                    <a:pt x="601" y="470"/>
                  </a:lnTo>
                  <a:lnTo>
                    <a:pt x="601" y="470"/>
                  </a:lnTo>
                  <a:lnTo>
                    <a:pt x="601" y="469"/>
                  </a:lnTo>
                  <a:lnTo>
                    <a:pt x="602" y="468"/>
                  </a:lnTo>
                  <a:lnTo>
                    <a:pt x="602" y="467"/>
                  </a:lnTo>
                  <a:lnTo>
                    <a:pt x="602" y="466"/>
                  </a:lnTo>
                  <a:lnTo>
                    <a:pt x="603" y="465"/>
                  </a:lnTo>
                  <a:lnTo>
                    <a:pt x="603" y="464"/>
                  </a:lnTo>
                  <a:lnTo>
                    <a:pt x="603" y="463"/>
                  </a:lnTo>
                  <a:lnTo>
                    <a:pt x="603" y="462"/>
                  </a:lnTo>
                  <a:lnTo>
                    <a:pt x="604" y="461"/>
                  </a:lnTo>
                  <a:lnTo>
                    <a:pt x="604" y="461"/>
                  </a:lnTo>
                  <a:lnTo>
                    <a:pt x="604" y="460"/>
                  </a:lnTo>
                  <a:lnTo>
                    <a:pt x="604" y="459"/>
                  </a:lnTo>
                  <a:lnTo>
                    <a:pt x="605" y="458"/>
                  </a:lnTo>
                  <a:lnTo>
                    <a:pt x="605" y="457"/>
                  </a:lnTo>
                  <a:lnTo>
                    <a:pt x="605" y="456"/>
                  </a:lnTo>
                  <a:lnTo>
                    <a:pt x="605" y="456"/>
                  </a:lnTo>
                  <a:lnTo>
                    <a:pt x="588" y="452"/>
                  </a:lnTo>
                  <a:lnTo>
                    <a:pt x="588" y="452"/>
                  </a:lnTo>
                  <a:lnTo>
                    <a:pt x="588" y="452"/>
                  </a:lnTo>
                  <a:lnTo>
                    <a:pt x="588" y="453"/>
                  </a:lnTo>
                  <a:lnTo>
                    <a:pt x="588" y="454"/>
                  </a:lnTo>
                  <a:lnTo>
                    <a:pt x="587" y="455"/>
                  </a:lnTo>
                  <a:lnTo>
                    <a:pt x="587" y="456"/>
                  </a:lnTo>
                  <a:lnTo>
                    <a:pt x="587" y="456"/>
                  </a:lnTo>
                  <a:lnTo>
                    <a:pt x="587" y="457"/>
                  </a:lnTo>
                  <a:lnTo>
                    <a:pt x="586" y="458"/>
                  </a:lnTo>
                  <a:lnTo>
                    <a:pt x="586" y="459"/>
                  </a:lnTo>
                  <a:lnTo>
                    <a:pt x="586" y="460"/>
                  </a:lnTo>
                  <a:lnTo>
                    <a:pt x="586" y="460"/>
                  </a:lnTo>
                  <a:lnTo>
                    <a:pt x="585" y="461"/>
                  </a:lnTo>
                  <a:lnTo>
                    <a:pt x="585" y="462"/>
                  </a:lnTo>
                  <a:lnTo>
                    <a:pt x="585" y="463"/>
                  </a:lnTo>
                  <a:lnTo>
                    <a:pt x="584" y="463"/>
                  </a:lnTo>
                  <a:lnTo>
                    <a:pt x="584" y="464"/>
                  </a:lnTo>
                  <a:lnTo>
                    <a:pt x="584" y="465"/>
                  </a:lnTo>
                  <a:lnTo>
                    <a:pt x="584" y="466"/>
                  </a:lnTo>
                  <a:lnTo>
                    <a:pt x="583" y="467"/>
                  </a:lnTo>
                  <a:lnTo>
                    <a:pt x="583" y="467"/>
                  </a:lnTo>
                  <a:lnTo>
                    <a:pt x="599" y="474"/>
                  </a:lnTo>
                  <a:close/>
                  <a:moveTo>
                    <a:pt x="610" y="419"/>
                  </a:moveTo>
                  <a:lnTo>
                    <a:pt x="610" y="419"/>
                  </a:lnTo>
                  <a:lnTo>
                    <a:pt x="610" y="419"/>
                  </a:lnTo>
                  <a:lnTo>
                    <a:pt x="610" y="418"/>
                  </a:lnTo>
                  <a:lnTo>
                    <a:pt x="610" y="417"/>
                  </a:lnTo>
                  <a:lnTo>
                    <a:pt x="610" y="416"/>
                  </a:lnTo>
                  <a:lnTo>
                    <a:pt x="610" y="415"/>
                  </a:lnTo>
                  <a:lnTo>
                    <a:pt x="610" y="414"/>
                  </a:lnTo>
                  <a:lnTo>
                    <a:pt x="610" y="413"/>
                  </a:lnTo>
                  <a:lnTo>
                    <a:pt x="610" y="412"/>
                  </a:lnTo>
                  <a:lnTo>
                    <a:pt x="610" y="411"/>
                  </a:lnTo>
                  <a:lnTo>
                    <a:pt x="610" y="410"/>
                  </a:lnTo>
                  <a:lnTo>
                    <a:pt x="610" y="409"/>
                  </a:lnTo>
                  <a:lnTo>
                    <a:pt x="610" y="408"/>
                  </a:lnTo>
                  <a:lnTo>
                    <a:pt x="610" y="407"/>
                  </a:lnTo>
                  <a:lnTo>
                    <a:pt x="610" y="406"/>
                  </a:lnTo>
                  <a:lnTo>
                    <a:pt x="610" y="405"/>
                  </a:lnTo>
                  <a:lnTo>
                    <a:pt x="610" y="404"/>
                  </a:lnTo>
                  <a:lnTo>
                    <a:pt x="610" y="403"/>
                  </a:lnTo>
                  <a:lnTo>
                    <a:pt x="610" y="402"/>
                  </a:lnTo>
                  <a:lnTo>
                    <a:pt x="609" y="401"/>
                  </a:lnTo>
                  <a:lnTo>
                    <a:pt x="609" y="400"/>
                  </a:lnTo>
                  <a:lnTo>
                    <a:pt x="592" y="402"/>
                  </a:lnTo>
                  <a:lnTo>
                    <a:pt x="592" y="403"/>
                  </a:lnTo>
                  <a:lnTo>
                    <a:pt x="592" y="404"/>
                  </a:lnTo>
                  <a:lnTo>
                    <a:pt x="592" y="405"/>
                  </a:lnTo>
                  <a:lnTo>
                    <a:pt x="592" y="406"/>
                  </a:lnTo>
                  <a:lnTo>
                    <a:pt x="592" y="406"/>
                  </a:lnTo>
                  <a:lnTo>
                    <a:pt x="592" y="407"/>
                  </a:lnTo>
                  <a:lnTo>
                    <a:pt x="592" y="408"/>
                  </a:lnTo>
                  <a:lnTo>
                    <a:pt x="592" y="409"/>
                  </a:lnTo>
                  <a:lnTo>
                    <a:pt x="592" y="410"/>
                  </a:lnTo>
                  <a:lnTo>
                    <a:pt x="593" y="411"/>
                  </a:lnTo>
                  <a:lnTo>
                    <a:pt x="593" y="412"/>
                  </a:lnTo>
                  <a:lnTo>
                    <a:pt x="593" y="413"/>
                  </a:lnTo>
                  <a:lnTo>
                    <a:pt x="593" y="413"/>
                  </a:lnTo>
                  <a:lnTo>
                    <a:pt x="593" y="414"/>
                  </a:lnTo>
                  <a:lnTo>
                    <a:pt x="593" y="415"/>
                  </a:lnTo>
                  <a:lnTo>
                    <a:pt x="593" y="416"/>
                  </a:lnTo>
                  <a:lnTo>
                    <a:pt x="593" y="417"/>
                  </a:lnTo>
                  <a:lnTo>
                    <a:pt x="593" y="418"/>
                  </a:lnTo>
                  <a:lnTo>
                    <a:pt x="593" y="419"/>
                  </a:lnTo>
                  <a:lnTo>
                    <a:pt x="593" y="419"/>
                  </a:lnTo>
                  <a:lnTo>
                    <a:pt x="610" y="419"/>
                  </a:lnTo>
                  <a:close/>
                  <a:moveTo>
                    <a:pt x="601" y="364"/>
                  </a:moveTo>
                  <a:lnTo>
                    <a:pt x="601" y="364"/>
                  </a:lnTo>
                  <a:lnTo>
                    <a:pt x="601" y="363"/>
                  </a:lnTo>
                  <a:lnTo>
                    <a:pt x="600" y="363"/>
                  </a:lnTo>
                  <a:lnTo>
                    <a:pt x="600" y="362"/>
                  </a:lnTo>
                  <a:lnTo>
                    <a:pt x="600" y="361"/>
                  </a:lnTo>
                  <a:lnTo>
                    <a:pt x="599" y="360"/>
                  </a:lnTo>
                  <a:lnTo>
                    <a:pt x="599" y="359"/>
                  </a:lnTo>
                  <a:lnTo>
                    <a:pt x="599" y="358"/>
                  </a:lnTo>
                  <a:lnTo>
                    <a:pt x="598" y="357"/>
                  </a:lnTo>
                  <a:lnTo>
                    <a:pt x="598" y="356"/>
                  </a:lnTo>
                  <a:lnTo>
                    <a:pt x="598" y="356"/>
                  </a:lnTo>
                  <a:lnTo>
                    <a:pt x="597" y="355"/>
                  </a:lnTo>
                  <a:lnTo>
                    <a:pt x="597" y="354"/>
                  </a:lnTo>
                  <a:lnTo>
                    <a:pt x="596" y="353"/>
                  </a:lnTo>
                  <a:lnTo>
                    <a:pt x="596" y="352"/>
                  </a:lnTo>
                  <a:lnTo>
                    <a:pt x="596" y="351"/>
                  </a:lnTo>
                  <a:lnTo>
                    <a:pt x="595" y="350"/>
                  </a:lnTo>
                  <a:lnTo>
                    <a:pt x="595" y="350"/>
                  </a:lnTo>
                  <a:lnTo>
                    <a:pt x="594" y="349"/>
                  </a:lnTo>
                  <a:lnTo>
                    <a:pt x="594" y="348"/>
                  </a:lnTo>
                  <a:lnTo>
                    <a:pt x="594" y="347"/>
                  </a:lnTo>
                  <a:lnTo>
                    <a:pt x="593" y="347"/>
                  </a:lnTo>
                  <a:lnTo>
                    <a:pt x="578" y="355"/>
                  </a:lnTo>
                  <a:lnTo>
                    <a:pt x="578" y="355"/>
                  </a:lnTo>
                  <a:lnTo>
                    <a:pt x="578" y="356"/>
                  </a:lnTo>
                  <a:lnTo>
                    <a:pt x="579" y="357"/>
                  </a:lnTo>
                  <a:lnTo>
                    <a:pt x="579" y="357"/>
                  </a:lnTo>
                  <a:lnTo>
                    <a:pt x="579" y="358"/>
                  </a:lnTo>
                  <a:lnTo>
                    <a:pt x="580" y="359"/>
                  </a:lnTo>
                  <a:lnTo>
                    <a:pt x="580" y="360"/>
                  </a:lnTo>
                  <a:lnTo>
                    <a:pt x="580" y="360"/>
                  </a:lnTo>
                  <a:lnTo>
                    <a:pt x="581" y="361"/>
                  </a:lnTo>
                  <a:lnTo>
                    <a:pt x="581" y="362"/>
                  </a:lnTo>
                  <a:lnTo>
                    <a:pt x="581" y="363"/>
                  </a:lnTo>
                  <a:lnTo>
                    <a:pt x="582" y="363"/>
                  </a:lnTo>
                  <a:lnTo>
                    <a:pt x="582" y="364"/>
                  </a:lnTo>
                  <a:lnTo>
                    <a:pt x="582" y="365"/>
                  </a:lnTo>
                  <a:lnTo>
                    <a:pt x="583" y="366"/>
                  </a:lnTo>
                  <a:lnTo>
                    <a:pt x="583" y="366"/>
                  </a:lnTo>
                  <a:lnTo>
                    <a:pt x="583" y="367"/>
                  </a:lnTo>
                  <a:lnTo>
                    <a:pt x="584" y="368"/>
                  </a:lnTo>
                  <a:lnTo>
                    <a:pt x="584" y="369"/>
                  </a:lnTo>
                  <a:lnTo>
                    <a:pt x="584" y="370"/>
                  </a:lnTo>
                  <a:lnTo>
                    <a:pt x="584" y="370"/>
                  </a:lnTo>
                  <a:lnTo>
                    <a:pt x="601" y="364"/>
                  </a:lnTo>
                  <a:close/>
                  <a:moveTo>
                    <a:pt x="573" y="316"/>
                  </a:moveTo>
                  <a:lnTo>
                    <a:pt x="573" y="316"/>
                  </a:lnTo>
                  <a:lnTo>
                    <a:pt x="572" y="316"/>
                  </a:lnTo>
                  <a:lnTo>
                    <a:pt x="572" y="315"/>
                  </a:lnTo>
                  <a:lnTo>
                    <a:pt x="571" y="315"/>
                  </a:lnTo>
                  <a:lnTo>
                    <a:pt x="570" y="314"/>
                  </a:lnTo>
                  <a:lnTo>
                    <a:pt x="570" y="313"/>
                  </a:lnTo>
                  <a:lnTo>
                    <a:pt x="569" y="313"/>
                  </a:lnTo>
                  <a:lnTo>
                    <a:pt x="569" y="312"/>
                  </a:lnTo>
                  <a:lnTo>
                    <a:pt x="568" y="311"/>
                  </a:lnTo>
                  <a:lnTo>
                    <a:pt x="567" y="311"/>
                  </a:lnTo>
                  <a:lnTo>
                    <a:pt x="567" y="310"/>
                  </a:lnTo>
                  <a:lnTo>
                    <a:pt x="566" y="309"/>
                  </a:lnTo>
                  <a:lnTo>
                    <a:pt x="565" y="309"/>
                  </a:lnTo>
                  <a:lnTo>
                    <a:pt x="565" y="308"/>
                  </a:lnTo>
                  <a:lnTo>
                    <a:pt x="564" y="307"/>
                  </a:lnTo>
                  <a:lnTo>
                    <a:pt x="563" y="307"/>
                  </a:lnTo>
                  <a:lnTo>
                    <a:pt x="563" y="306"/>
                  </a:lnTo>
                  <a:lnTo>
                    <a:pt x="562" y="305"/>
                  </a:lnTo>
                  <a:lnTo>
                    <a:pt x="561" y="305"/>
                  </a:lnTo>
                  <a:lnTo>
                    <a:pt x="561" y="304"/>
                  </a:lnTo>
                  <a:lnTo>
                    <a:pt x="560" y="304"/>
                  </a:lnTo>
                  <a:lnTo>
                    <a:pt x="559" y="303"/>
                  </a:lnTo>
                  <a:lnTo>
                    <a:pt x="548" y="316"/>
                  </a:lnTo>
                  <a:lnTo>
                    <a:pt x="548" y="317"/>
                  </a:lnTo>
                  <a:lnTo>
                    <a:pt x="549" y="317"/>
                  </a:lnTo>
                  <a:lnTo>
                    <a:pt x="549" y="318"/>
                  </a:lnTo>
                  <a:lnTo>
                    <a:pt x="550" y="318"/>
                  </a:lnTo>
                  <a:lnTo>
                    <a:pt x="551" y="319"/>
                  </a:lnTo>
                  <a:lnTo>
                    <a:pt x="551" y="319"/>
                  </a:lnTo>
                  <a:lnTo>
                    <a:pt x="552" y="320"/>
                  </a:lnTo>
                  <a:lnTo>
                    <a:pt x="552" y="320"/>
                  </a:lnTo>
                  <a:lnTo>
                    <a:pt x="553" y="321"/>
                  </a:lnTo>
                  <a:lnTo>
                    <a:pt x="554" y="322"/>
                  </a:lnTo>
                  <a:lnTo>
                    <a:pt x="554" y="322"/>
                  </a:lnTo>
                  <a:lnTo>
                    <a:pt x="555" y="323"/>
                  </a:lnTo>
                  <a:lnTo>
                    <a:pt x="555" y="323"/>
                  </a:lnTo>
                  <a:lnTo>
                    <a:pt x="556" y="324"/>
                  </a:lnTo>
                  <a:lnTo>
                    <a:pt x="556" y="325"/>
                  </a:lnTo>
                  <a:lnTo>
                    <a:pt x="557" y="325"/>
                  </a:lnTo>
                  <a:lnTo>
                    <a:pt x="557" y="326"/>
                  </a:lnTo>
                  <a:lnTo>
                    <a:pt x="558" y="326"/>
                  </a:lnTo>
                  <a:lnTo>
                    <a:pt x="559" y="327"/>
                  </a:lnTo>
                  <a:lnTo>
                    <a:pt x="559" y="328"/>
                  </a:lnTo>
                  <a:lnTo>
                    <a:pt x="559" y="328"/>
                  </a:lnTo>
                  <a:lnTo>
                    <a:pt x="573" y="316"/>
                  </a:lnTo>
                  <a:close/>
                  <a:moveTo>
                    <a:pt x="529" y="282"/>
                  </a:moveTo>
                  <a:lnTo>
                    <a:pt x="529" y="282"/>
                  </a:lnTo>
                  <a:lnTo>
                    <a:pt x="528" y="281"/>
                  </a:lnTo>
                  <a:lnTo>
                    <a:pt x="528" y="281"/>
                  </a:lnTo>
                  <a:lnTo>
                    <a:pt x="527" y="281"/>
                  </a:lnTo>
                  <a:lnTo>
                    <a:pt x="526" y="280"/>
                  </a:lnTo>
                  <a:lnTo>
                    <a:pt x="525" y="280"/>
                  </a:lnTo>
                  <a:lnTo>
                    <a:pt x="524" y="279"/>
                  </a:lnTo>
                  <a:lnTo>
                    <a:pt x="524" y="279"/>
                  </a:lnTo>
                  <a:lnTo>
                    <a:pt x="523" y="278"/>
                  </a:lnTo>
                  <a:lnTo>
                    <a:pt x="522" y="278"/>
                  </a:lnTo>
                  <a:lnTo>
                    <a:pt x="521" y="278"/>
                  </a:lnTo>
                  <a:lnTo>
                    <a:pt x="520" y="277"/>
                  </a:lnTo>
                  <a:lnTo>
                    <a:pt x="519" y="277"/>
                  </a:lnTo>
                  <a:lnTo>
                    <a:pt x="518" y="277"/>
                  </a:lnTo>
                  <a:lnTo>
                    <a:pt x="518" y="276"/>
                  </a:lnTo>
                  <a:lnTo>
                    <a:pt x="517" y="276"/>
                  </a:lnTo>
                  <a:lnTo>
                    <a:pt x="516" y="275"/>
                  </a:lnTo>
                  <a:lnTo>
                    <a:pt x="515" y="275"/>
                  </a:lnTo>
                  <a:lnTo>
                    <a:pt x="514" y="275"/>
                  </a:lnTo>
                  <a:lnTo>
                    <a:pt x="513" y="274"/>
                  </a:lnTo>
                  <a:lnTo>
                    <a:pt x="512" y="274"/>
                  </a:lnTo>
                  <a:lnTo>
                    <a:pt x="512" y="274"/>
                  </a:lnTo>
                  <a:lnTo>
                    <a:pt x="506" y="290"/>
                  </a:lnTo>
                  <a:lnTo>
                    <a:pt x="506" y="290"/>
                  </a:lnTo>
                  <a:lnTo>
                    <a:pt x="507" y="291"/>
                  </a:lnTo>
                  <a:lnTo>
                    <a:pt x="508" y="291"/>
                  </a:lnTo>
                  <a:lnTo>
                    <a:pt x="508" y="291"/>
                  </a:lnTo>
                  <a:lnTo>
                    <a:pt x="509" y="292"/>
                  </a:lnTo>
                  <a:lnTo>
                    <a:pt x="510" y="292"/>
                  </a:lnTo>
                  <a:lnTo>
                    <a:pt x="511" y="292"/>
                  </a:lnTo>
                  <a:lnTo>
                    <a:pt x="511" y="293"/>
                  </a:lnTo>
                  <a:lnTo>
                    <a:pt x="512" y="293"/>
                  </a:lnTo>
                  <a:lnTo>
                    <a:pt x="513" y="293"/>
                  </a:lnTo>
                  <a:lnTo>
                    <a:pt x="514" y="294"/>
                  </a:lnTo>
                  <a:lnTo>
                    <a:pt x="514" y="294"/>
                  </a:lnTo>
                  <a:lnTo>
                    <a:pt x="515" y="294"/>
                  </a:lnTo>
                  <a:lnTo>
                    <a:pt x="516" y="295"/>
                  </a:lnTo>
                  <a:lnTo>
                    <a:pt x="517" y="295"/>
                  </a:lnTo>
                  <a:lnTo>
                    <a:pt x="517" y="295"/>
                  </a:lnTo>
                  <a:lnTo>
                    <a:pt x="518" y="296"/>
                  </a:lnTo>
                  <a:lnTo>
                    <a:pt x="519" y="296"/>
                  </a:lnTo>
                  <a:lnTo>
                    <a:pt x="520" y="297"/>
                  </a:lnTo>
                  <a:lnTo>
                    <a:pt x="520" y="297"/>
                  </a:lnTo>
                  <a:lnTo>
                    <a:pt x="521" y="297"/>
                  </a:lnTo>
                  <a:lnTo>
                    <a:pt x="529" y="282"/>
                  </a:lnTo>
                  <a:close/>
                  <a:moveTo>
                    <a:pt x="457" y="231"/>
                  </a:moveTo>
                  <a:lnTo>
                    <a:pt x="457" y="231"/>
                  </a:lnTo>
                  <a:cubicBezTo>
                    <a:pt x="354" y="231"/>
                    <a:pt x="271" y="314"/>
                    <a:pt x="271" y="417"/>
                  </a:cubicBezTo>
                  <a:cubicBezTo>
                    <a:pt x="271" y="520"/>
                    <a:pt x="354" y="603"/>
                    <a:pt x="457" y="603"/>
                  </a:cubicBezTo>
                  <a:cubicBezTo>
                    <a:pt x="560" y="603"/>
                    <a:pt x="643" y="520"/>
                    <a:pt x="643" y="417"/>
                  </a:cubicBezTo>
                  <a:cubicBezTo>
                    <a:pt x="643" y="314"/>
                    <a:pt x="560" y="231"/>
                    <a:pt x="457" y="231"/>
                  </a:cubicBezTo>
                  <a:close/>
                  <a:moveTo>
                    <a:pt x="30" y="153"/>
                  </a:moveTo>
                  <a:lnTo>
                    <a:pt x="30" y="153"/>
                  </a:lnTo>
                  <a:cubicBezTo>
                    <a:pt x="66" y="150"/>
                    <a:pt x="102" y="148"/>
                    <a:pt x="138" y="147"/>
                  </a:cubicBezTo>
                  <a:cubicBezTo>
                    <a:pt x="114" y="146"/>
                    <a:pt x="89" y="144"/>
                    <a:pt x="65" y="141"/>
                  </a:cubicBezTo>
                  <a:cubicBezTo>
                    <a:pt x="49" y="139"/>
                    <a:pt x="35" y="128"/>
                    <a:pt x="35" y="111"/>
                  </a:cubicBezTo>
                  <a:cubicBezTo>
                    <a:pt x="35" y="87"/>
                    <a:pt x="35" y="63"/>
                    <a:pt x="35" y="39"/>
                  </a:cubicBezTo>
                  <a:cubicBezTo>
                    <a:pt x="35" y="23"/>
                    <a:pt x="49" y="11"/>
                    <a:pt x="65" y="9"/>
                  </a:cubicBezTo>
                  <a:cubicBezTo>
                    <a:pt x="163" y="0"/>
                    <a:pt x="260" y="1"/>
                    <a:pt x="358" y="9"/>
                  </a:cubicBezTo>
                  <a:cubicBezTo>
                    <a:pt x="374" y="11"/>
                    <a:pt x="388" y="23"/>
                    <a:pt x="388" y="39"/>
                  </a:cubicBezTo>
                  <a:cubicBezTo>
                    <a:pt x="388" y="63"/>
                    <a:pt x="388" y="87"/>
                    <a:pt x="388" y="111"/>
                  </a:cubicBezTo>
                  <a:cubicBezTo>
                    <a:pt x="388" y="128"/>
                    <a:pt x="374" y="139"/>
                    <a:pt x="358" y="141"/>
                  </a:cubicBezTo>
                  <a:cubicBezTo>
                    <a:pt x="323" y="145"/>
                    <a:pt x="287" y="147"/>
                    <a:pt x="252" y="149"/>
                  </a:cubicBezTo>
                  <a:cubicBezTo>
                    <a:pt x="276" y="150"/>
                    <a:pt x="299" y="151"/>
                    <a:pt x="323" y="153"/>
                  </a:cubicBezTo>
                  <a:cubicBezTo>
                    <a:pt x="339" y="155"/>
                    <a:pt x="353" y="167"/>
                    <a:pt x="353" y="183"/>
                  </a:cubicBezTo>
                  <a:lnTo>
                    <a:pt x="353" y="218"/>
                  </a:lnTo>
                  <a:cubicBezTo>
                    <a:pt x="333" y="229"/>
                    <a:pt x="314" y="242"/>
                    <a:pt x="299" y="258"/>
                  </a:cubicBezTo>
                  <a:cubicBezTo>
                    <a:pt x="289" y="268"/>
                    <a:pt x="280" y="278"/>
                    <a:pt x="272" y="290"/>
                  </a:cubicBezTo>
                  <a:cubicBezTo>
                    <a:pt x="191" y="296"/>
                    <a:pt x="111" y="294"/>
                    <a:pt x="30" y="285"/>
                  </a:cubicBezTo>
                  <a:cubicBezTo>
                    <a:pt x="13" y="283"/>
                    <a:pt x="0" y="272"/>
                    <a:pt x="0" y="255"/>
                  </a:cubicBezTo>
                  <a:cubicBezTo>
                    <a:pt x="0" y="231"/>
                    <a:pt x="0" y="207"/>
                    <a:pt x="0" y="183"/>
                  </a:cubicBezTo>
                  <a:cubicBezTo>
                    <a:pt x="0" y="167"/>
                    <a:pt x="13" y="155"/>
                    <a:pt x="30" y="153"/>
                  </a:cubicBezTo>
                  <a:close/>
                </a:path>
              </a:pathLst>
            </a:custGeom>
            <a:solidFill>
              <a:srgbClr val="FFFFFF"/>
            </a:solidFill>
            <a:ln>
              <a:noFill/>
            </a:ln>
          </p:spPr>
          <p:txBody>
            <a:bodyPr vert="horz" wrap="square" lIns="91440" tIns="45720" rIns="91440" bIns="45720" numCol="1" anchor="t" anchorCtr="0" compatLnSpc="1"/>
            <a:p>
              <a:pPr marL="0" marR="0" lvl="0" indent="0" defTabSz="914400" eaLnBrk="1" fontAlgn="auto" latinLnBrk="0" hangingPunct="1">
                <a:lnSpc>
                  <a:spcPct val="100000"/>
                </a:lnSpc>
                <a:spcBef>
                  <a:spcPts val="0"/>
                </a:spcBef>
                <a:spcAft>
                  <a:spcPts val="0"/>
                </a:spcAft>
                <a:buClrTx/>
                <a:buSzTx/>
                <a:buFontTx/>
                <a:buNone/>
                <a:defRPr/>
              </a:pPr>
              <a:r>
                <a:rPr kumimoji="0" lang="en-US" altLang="zh-CN" sz="1800" b="0" i="0" u="none" strike="noStrike" kern="0" cap="none" spc="0" normalizeH="0" baseline="0" noProof="0" dirty="0">
                  <a:ln>
                    <a:noFill/>
                  </a:ln>
                  <a:solidFill>
                    <a:sysClr val="windowText" lastClr="000000"/>
                  </a:solidFill>
                  <a:effectLst/>
                  <a:uLnTx/>
                  <a:uFillTx/>
                  <a:latin typeface="+mn-lt"/>
                  <a:ea typeface="+mn-ea"/>
                  <a:cs typeface="黑体-简" panose="02000000000000000000" charset="-122"/>
                </a:rPr>
                <a:t> </a:t>
              </a:r>
              <a:endParaRPr kumimoji="0" lang="zh-CN" altLang="en-US" sz="1800" b="0" i="0" u="none" strike="noStrike" kern="0" cap="none" spc="0" normalizeH="0" baseline="0" noProof="0" dirty="0">
                <a:ln>
                  <a:noFill/>
                </a:ln>
                <a:solidFill>
                  <a:sysClr val="windowText" lastClr="000000"/>
                </a:solidFill>
                <a:effectLst/>
                <a:uLnTx/>
                <a:uFillTx/>
                <a:cs typeface="黑体-简" panose="02000000000000000000" charset="-122"/>
              </a:endParaRPr>
            </a:p>
          </p:txBody>
        </p:sp>
      </p:grpSp>
      <p:grpSp>
        <p:nvGrpSpPr>
          <p:cNvPr id="28" name="组合 27"/>
          <p:cNvGrpSpPr/>
          <p:nvPr userDrawn="1"/>
        </p:nvGrpSpPr>
        <p:grpSpPr>
          <a:xfrm>
            <a:off x="7451725" y="5299075"/>
            <a:ext cx="540385" cy="520700"/>
            <a:chOff x="1987756" y="1262808"/>
            <a:chExt cx="681980" cy="681980"/>
          </a:xfrm>
        </p:grpSpPr>
        <p:sp>
          <p:nvSpPr>
            <p:cNvPr id="29" name="椭圆 50"/>
            <p:cNvSpPr>
              <a:spLocks noChangeArrowheads="1"/>
            </p:cNvSpPr>
            <p:nvPr/>
          </p:nvSpPr>
          <p:spPr bwMode="auto">
            <a:xfrm>
              <a:off x="1987756" y="1262808"/>
              <a:ext cx="681980" cy="681980"/>
            </a:xfrm>
            <a:prstGeom prst="ellipse">
              <a:avLst/>
            </a:prstGeom>
            <a:solidFill>
              <a:srgbClr val="7F7F7F"/>
            </a:solidFill>
            <a:ln w="76200" cap="sq" cmpd="sng">
              <a:solidFill>
                <a:srgbClr val="C8C6BD"/>
              </a:solidFill>
              <a:round/>
            </a:ln>
          </p:spPr>
          <p:txBody>
            <a:bodyPr anchor="ctr"/>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zh-CN" sz="2400" b="0" i="0" u="none" strike="noStrike" kern="0" cap="none" spc="0" normalizeH="0" baseline="0" noProof="0">
                <a:ln>
                  <a:noFill/>
                </a:ln>
                <a:solidFill>
                  <a:srgbClr val="FFFFFF"/>
                </a:solidFill>
                <a:effectLst/>
                <a:uLnTx/>
                <a:uFillTx/>
                <a:latin typeface="黑体-简" panose="02000000000000000000" charset="-122"/>
                <a:cs typeface="黑体-简" panose="02000000000000000000" charset="-122"/>
                <a:sym typeface="黑体-简" panose="02000000000000000000" charset="-122"/>
              </a:endParaRPr>
            </a:p>
          </p:txBody>
        </p:sp>
        <p:sp>
          <p:nvSpPr>
            <p:cNvPr id="30" name="Freeform 10"/>
            <p:cNvSpPr>
              <a:spLocks noEditPoints="1"/>
            </p:cNvSpPr>
            <p:nvPr/>
          </p:nvSpPr>
          <p:spPr bwMode="auto">
            <a:xfrm>
              <a:off x="2130746" y="1370108"/>
              <a:ext cx="396000" cy="415536"/>
            </a:xfrm>
            <a:custGeom>
              <a:avLst/>
              <a:gdLst>
                <a:gd name="T0" fmla="*/ 760 w 1139"/>
                <a:gd name="T1" fmla="*/ 420 h 1088"/>
                <a:gd name="T2" fmla="*/ 745 w 1139"/>
                <a:gd name="T3" fmla="*/ 452 h 1088"/>
                <a:gd name="T4" fmla="*/ 741 w 1139"/>
                <a:gd name="T5" fmla="*/ 473 h 1088"/>
                <a:gd name="T6" fmla="*/ 742 w 1139"/>
                <a:gd name="T7" fmla="*/ 513 h 1088"/>
                <a:gd name="T8" fmla="*/ 756 w 1139"/>
                <a:gd name="T9" fmla="*/ 552 h 1088"/>
                <a:gd name="T10" fmla="*/ 769 w 1139"/>
                <a:gd name="T11" fmla="*/ 571 h 1088"/>
                <a:gd name="T12" fmla="*/ 801 w 1139"/>
                <a:gd name="T13" fmla="*/ 598 h 1088"/>
                <a:gd name="T14" fmla="*/ 822 w 1139"/>
                <a:gd name="T15" fmla="*/ 608 h 1088"/>
                <a:gd name="T16" fmla="*/ 866 w 1139"/>
                <a:gd name="T17" fmla="*/ 363 h 1088"/>
                <a:gd name="T18" fmla="*/ 814 w 1139"/>
                <a:gd name="T19" fmla="*/ 374 h 1088"/>
                <a:gd name="T20" fmla="*/ 785 w 1139"/>
                <a:gd name="T21" fmla="*/ 392 h 1088"/>
                <a:gd name="T22" fmla="*/ 771 w 1139"/>
                <a:gd name="T23" fmla="*/ 406 h 1088"/>
                <a:gd name="T24" fmla="*/ 696 w 1139"/>
                <a:gd name="T25" fmla="*/ 127 h 1088"/>
                <a:gd name="T26" fmla="*/ 570 w 1139"/>
                <a:gd name="T27" fmla="*/ 253 h 1088"/>
                <a:gd name="T28" fmla="*/ 688 w 1139"/>
                <a:gd name="T29" fmla="*/ 513 h 1088"/>
                <a:gd name="T30" fmla="*/ 688 w 1139"/>
                <a:gd name="T31" fmla="*/ 461 h 1088"/>
                <a:gd name="T32" fmla="*/ 651 w 1139"/>
                <a:gd name="T33" fmla="*/ 279 h 1088"/>
                <a:gd name="T34" fmla="*/ 453 w 1139"/>
                <a:gd name="T35" fmla="*/ 490 h 1088"/>
                <a:gd name="T36" fmla="*/ 570 w 1139"/>
                <a:gd name="T37" fmla="*/ 718 h 1088"/>
                <a:gd name="T38" fmla="*/ 512 w 1139"/>
                <a:gd name="T39" fmla="*/ 725 h 1088"/>
                <a:gd name="T40" fmla="*/ 484 w 1139"/>
                <a:gd name="T41" fmla="*/ 693 h 1088"/>
                <a:gd name="T42" fmla="*/ 466 w 1139"/>
                <a:gd name="T43" fmla="*/ 678 h 1088"/>
                <a:gd name="T44" fmla="*/ 388 w 1139"/>
                <a:gd name="T45" fmla="*/ 645 h 1088"/>
                <a:gd name="T46" fmla="*/ 355 w 1139"/>
                <a:gd name="T47" fmla="*/ 642 h 1088"/>
                <a:gd name="T48" fmla="*/ 0 w 1139"/>
                <a:gd name="T49" fmla="*/ 1088 h 1088"/>
                <a:gd name="T50" fmla="*/ 151 w 1139"/>
                <a:gd name="T51" fmla="*/ 824 h 1088"/>
                <a:gd name="T52" fmla="*/ 391 w 1139"/>
                <a:gd name="T53" fmla="*/ 824 h 1088"/>
                <a:gd name="T54" fmla="*/ 546 w 1139"/>
                <a:gd name="T55" fmla="*/ 1088 h 1088"/>
                <a:gd name="T56" fmla="*/ 512 w 1139"/>
                <a:gd name="T57" fmla="*/ 725 h 1088"/>
                <a:gd name="T58" fmla="*/ 785 w 1139"/>
                <a:gd name="T59" fmla="*/ 642 h 1088"/>
                <a:gd name="T60" fmla="*/ 750 w 1139"/>
                <a:gd name="T61" fmla="*/ 646 h 1088"/>
                <a:gd name="T62" fmla="*/ 655 w 1139"/>
                <a:gd name="T63" fmla="*/ 693 h 1088"/>
                <a:gd name="T64" fmla="*/ 639 w 1139"/>
                <a:gd name="T65" fmla="*/ 709 h 1088"/>
                <a:gd name="T66" fmla="*/ 705 w 1139"/>
                <a:gd name="T67" fmla="*/ 1088 h 1088"/>
                <a:gd name="T68" fmla="*/ 744 w 1139"/>
                <a:gd name="T69" fmla="*/ 1088 h 1088"/>
                <a:gd name="T70" fmla="*/ 1024 w 1139"/>
                <a:gd name="T71" fmla="*/ 824 h 1088"/>
                <a:gd name="T72" fmla="*/ 1139 w 1139"/>
                <a:gd name="T73" fmla="*/ 833 h 1088"/>
                <a:gd name="T74" fmla="*/ 273 w 1139"/>
                <a:gd name="T75" fmla="*/ 616 h 1088"/>
                <a:gd name="T76" fmla="*/ 337 w 1139"/>
                <a:gd name="T77" fmla="*/ 599 h 1088"/>
                <a:gd name="T78" fmla="*/ 355 w 1139"/>
                <a:gd name="T79" fmla="*/ 586 h 1088"/>
                <a:gd name="T80" fmla="*/ 391 w 1139"/>
                <a:gd name="T81" fmla="*/ 535 h 1088"/>
                <a:gd name="T82" fmla="*/ 398 w 1139"/>
                <a:gd name="T83" fmla="*/ 510 h 1088"/>
                <a:gd name="T84" fmla="*/ 398 w 1139"/>
                <a:gd name="T85" fmla="*/ 468 h 1088"/>
                <a:gd name="T86" fmla="*/ 388 w 1139"/>
                <a:gd name="T87" fmla="*/ 437 h 1088"/>
                <a:gd name="T88" fmla="*/ 378 w 1139"/>
                <a:gd name="T89" fmla="*/ 419 h 1088"/>
                <a:gd name="T90" fmla="*/ 354 w 1139"/>
                <a:gd name="T91" fmla="*/ 393 h 1088"/>
                <a:gd name="T92" fmla="*/ 338 w 1139"/>
                <a:gd name="T93" fmla="*/ 381 h 1088"/>
                <a:gd name="T94" fmla="*/ 273 w 1139"/>
                <a:gd name="T95" fmla="*/ 363 h 10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139" h="1088">
                  <a:moveTo>
                    <a:pt x="771" y="406"/>
                  </a:moveTo>
                  <a:cubicBezTo>
                    <a:pt x="767" y="411"/>
                    <a:pt x="764" y="415"/>
                    <a:pt x="761" y="419"/>
                  </a:cubicBezTo>
                  <a:cubicBezTo>
                    <a:pt x="761" y="420"/>
                    <a:pt x="761" y="420"/>
                    <a:pt x="760" y="420"/>
                  </a:cubicBezTo>
                  <a:cubicBezTo>
                    <a:pt x="758" y="424"/>
                    <a:pt x="755" y="429"/>
                    <a:pt x="753" y="433"/>
                  </a:cubicBezTo>
                  <a:cubicBezTo>
                    <a:pt x="752" y="435"/>
                    <a:pt x="752" y="436"/>
                    <a:pt x="751" y="437"/>
                  </a:cubicBezTo>
                  <a:cubicBezTo>
                    <a:pt x="749" y="442"/>
                    <a:pt x="747" y="447"/>
                    <a:pt x="745" y="452"/>
                  </a:cubicBezTo>
                  <a:cubicBezTo>
                    <a:pt x="745" y="452"/>
                    <a:pt x="745" y="453"/>
                    <a:pt x="745" y="453"/>
                  </a:cubicBezTo>
                  <a:cubicBezTo>
                    <a:pt x="744" y="458"/>
                    <a:pt x="742" y="463"/>
                    <a:pt x="741" y="468"/>
                  </a:cubicBezTo>
                  <a:cubicBezTo>
                    <a:pt x="741" y="470"/>
                    <a:pt x="741" y="471"/>
                    <a:pt x="741" y="473"/>
                  </a:cubicBezTo>
                  <a:cubicBezTo>
                    <a:pt x="740" y="478"/>
                    <a:pt x="740" y="484"/>
                    <a:pt x="740" y="490"/>
                  </a:cubicBezTo>
                  <a:cubicBezTo>
                    <a:pt x="740" y="497"/>
                    <a:pt x="740" y="504"/>
                    <a:pt x="741" y="510"/>
                  </a:cubicBezTo>
                  <a:cubicBezTo>
                    <a:pt x="742" y="511"/>
                    <a:pt x="742" y="512"/>
                    <a:pt x="742" y="513"/>
                  </a:cubicBezTo>
                  <a:cubicBezTo>
                    <a:pt x="743" y="520"/>
                    <a:pt x="745" y="526"/>
                    <a:pt x="747" y="532"/>
                  </a:cubicBezTo>
                  <a:cubicBezTo>
                    <a:pt x="747" y="533"/>
                    <a:pt x="748" y="534"/>
                    <a:pt x="748" y="535"/>
                  </a:cubicBezTo>
                  <a:cubicBezTo>
                    <a:pt x="750" y="541"/>
                    <a:pt x="753" y="547"/>
                    <a:pt x="756" y="552"/>
                  </a:cubicBezTo>
                  <a:cubicBezTo>
                    <a:pt x="757" y="553"/>
                    <a:pt x="757" y="554"/>
                    <a:pt x="758" y="555"/>
                  </a:cubicBezTo>
                  <a:cubicBezTo>
                    <a:pt x="761" y="560"/>
                    <a:pt x="765" y="566"/>
                    <a:pt x="769" y="571"/>
                  </a:cubicBezTo>
                  <a:cubicBezTo>
                    <a:pt x="769" y="571"/>
                    <a:pt x="769" y="571"/>
                    <a:pt x="769" y="571"/>
                  </a:cubicBezTo>
                  <a:cubicBezTo>
                    <a:pt x="774" y="576"/>
                    <a:pt x="778" y="581"/>
                    <a:pt x="783" y="585"/>
                  </a:cubicBezTo>
                  <a:cubicBezTo>
                    <a:pt x="784" y="586"/>
                    <a:pt x="784" y="586"/>
                    <a:pt x="784" y="586"/>
                  </a:cubicBezTo>
                  <a:cubicBezTo>
                    <a:pt x="789" y="591"/>
                    <a:pt x="795" y="594"/>
                    <a:pt x="801" y="598"/>
                  </a:cubicBezTo>
                  <a:cubicBezTo>
                    <a:pt x="801" y="598"/>
                    <a:pt x="802" y="599"/>
                    <a:pt x="802" y="599"/>
                  </a:cubicBezTo>
                  <a:cubicBezTo>
                    <a:pt x="808" y="602"/>
                    <a:pt x="814" y="605"/>
                    <a:pt x="820" y="608"/>
                  </a:cubicBezTo>
                  <a:cubicBezTo>
                    <a:pt x="821" y="608"/>
                    <a:pt x="821" y="608"/>
                    <a:pt x="822" y="608"/>
                  </a:cubicBezTo>
                  <a:cubicBezTo>
                    <a:pt x="836" y="613"/>
                    <a:pt x="851" y="616"/>
                    <a:pt x="866" y="616"/>
                  </a:cubicBezTo>
                  <a:cubicBezTo>
                    <a:pt x="936" y="616"/>
                    <a:pt x="993" y="559"/>
                    <a:pt x="993" y="490"/>
                  </a:cubicBezTo>
                  <a:cubicBezTo>
                    <a:pt x="993" y="420"/>
                    <a:pt x="936" y="363"/>
                    <a:pt x="866" y="363"/>
                  </a:cubicBezTo>
                  <a:cubicBezTo>
                    <a:pt x="848" y="363"/>
                    <a:pt x="831" y="367"/>
                    <a:pt x="816" y="374"/>
                  </a:cubicBezTo>
                  <a:cubicBezTo>
                    <a:pt x="816" y="374"/>
                    <a:pt x="816" y="374"/>
                    <a:pt x="816" y="374"/>
                  </a:cubicBezTo>
                  <a:cubicBezTo>
                    <a:pt x="815" y="374"/>
                    <a:pt x="815" y="374"/>
                    <a:pt x="814" y="374"/>
                  </a:cubicBezTo>
                  <a:cubicBezTo>
                    <a:pt x="810" y="376"/>
                    <a:pt x="806" y="379"/>
                    <a:pt x="802" y="381"/>
                  </a:cubicBezTo>
                  <a:cubicBezTo>
                    <a:pt x="800" y="382"/>
                    <a:pt x="799" y="382"/>
                    <a:pt x="798" y="383"/>
                  </a:cubicBezTo>
                  <a:cubicBezTo>
                    <a:pt x="794" y="386"/>
                    <a:pt x="789" y="389"/>
                    <a:pt x="785" y="392"/>
                  </a:cubicBezTo>
                  <a:cubicBezTo>
                    <a:pt x="785" y="393"/>
                    <a:pt x="784" y="393"/>
                    <a:pt x="784" y="393"/>
                  </a:cubicBezTo>
                  <a:cubicBezTo>
                    <a:pt x="780" y="397"/>
                    <a:pt x="777" y="400"/>
                    <a:pt x="773" y="404"/>
                  </a:cubicBezTo>
                  <a:cubicBezTo>
                    <a:pt x="773" y="405"/>
                    <a:pt x="772" y="406"/>
                    <a:pt x="771" y="406"/>
                  </a:cubicBezTo>
                  <a:close/>
                  <a:moveTo>
                    <a:pt x="570" y="253"/>
                  </a:moveTo>
                  <a:lnTo>
                    <a:pt x="570" y="253"/>
                  </a:lnTo>
                  <a:cubicBezTo>
                    <a:pt x="639" y="253"/>
                    <a:pt x="696" y="196"/>
                    <a:pt x="696" y="127"/>
                  </a:cubicBezTo>
                  <a:cubicBezTo>
                    <a:pt x="696" y="57"/>
                    <a:pt x="639" y="0"/>
                    <a:pt x="570" y="0"/>
                  </a:cubicBezTo>
                  <a:cubicBezTo>
                    <a:pt x="500" y="0"/>
                    <a:pt x="443" y="57"/>
                    <a:pt x="443" y="127"/>
                  </a:cubicBezTo>
                  <a:cubicBezTo>
                    <a:pt x="443" y="196"/>
                    <a:pt x="500" y="253"/>
                    <a:pt x="570" y="253"/>
                  </a:cubicBezTo>
                  <a:close/>
                  <a:moveTo>
                    <a:pt x="688" y="609"/>
                  </a:moveTo>
                  <a:lnTo>
                    <a:pt x="688" y="609"/>
                  </a:lnTo>
                  <a:lnTo>
                    <a:pt x="688" y="513"/>
                  </a:lnTo>
                  <a:cubicBezTo>
                    <a:pt x="687" y="505"/>
                    <a:pt x="686" y="497"/>
                    <a:pt x="686" y="490"/>
                  </a:cubicBezTo>
                  <a:cubicBezTo>
                    <a:pt x="686" y="482"/>
                    <a:pt x="687" y="474"/>
                    <a:pt x="688" y="467"/>
                  </a:cubicBezTo>
                  <a:lnTo>
                    <a:pt x="688" y="461"/>
                  </a:lnTo>
                  <a:lnTo>
                    <a:pt x="689" y="461"/>
                  </a:lnTo>
                  <a:cubicBezTo>
                    <a:pt x="698" y="405"/>
                    <a:pt x="733" y="357"/>
                    <a:pt x="782" y="331"/>
                  </a:cubicBezTo>
                  <a:cubicBezTo>
                    <a:pt x="748" y="299"/>
                    <a:pt x="702" y="279"/>
                    <a:pt x="651" y="279"/>
                  </a:cubicBezTo>
                  <a:lnTo>
                    <a:pt x="488" y="279"/>
                  </a:lnTo>
                  <a:cubicBezTo>
                    <a:pt x="437" y="279"/>
                    <a:pt x="391" y="299"/>
                    <a:pt x="357" y="331"/>
                  </a:cubicBezTo>
                  <a:cubicBezTo>
                    <a:pt x="414" y="361"/>
                    <a:pt x="453" y="421"/>
                    <a:pt x="453" y="490"/>
                  </a:cubicBezTo>
                  <a:cubicBezTo>
                    <a:pt x="453" y="504"/>
                    <a:pt x="451" y="518"/>
                    <a:pt x="448" y="531"/>
                  </a:cubicBezTo>
                  <a:lnTo>
                    <a:pt x="448" y="608"/>
                  </a:lnTo>
                  <a:cubicBezTo>
                    <a:pt x="500" y="629"/>
                    <a:pt x="543" y="668"/>
                    <a:pt x="570" y="718"/>
                  </a:cubicBezTo>
                  <a:cubicBezTo>
                    <a:pt x="595" y="669"/>
                    <a:pt x="638" y="631"/>
                    <a:pt x="688" y="609"/>
                  </a:cubicBezTo>
                  <a:close/>
                  <a:moveTo>
                    <a:pt x="512" y="725"/>
                  </a:moveTo>
                  <a:lnTo>
                    <a:pt x="512" y="725"/>
                  </a:lnTo>
                  <a:cubicBezTo>
                    <a:pt x="508" y="719"/>
                    <a:pt x="504" y="714"/>
                    <a:pt x="499" y="709"/>
                  </a:cubicBezTo>
                  <a:cubicBezTo>
                    <a:pt x="499" y="708"/>
                    <a:pt x="498" y="707"/>
                    <a:pt x="497" y="707"/>
                  </a:cubicBezTo>
                  <a:cubicBezTo>
                    <a:pt x="493" y="702"/>
                    <a:pt x="489" y="698"/>
                    <a:pt x="484" y="693"/>
                  </a:cubicBezTo>
                  <a:cubicBezTo>
                    <a:pt x="484" y="693"/>
                    <a:pt x="483" y="692"/>
                    <a:pt x="482" y="691"/>
                  </a:cubicBezTo>
                  <a:cubicBezTo>
                    <a:pt x="477" y="687"/>
                    <a:pt x="473" y="683"/>
                    <a:pt x="467" y="679"/>
                  </a:cubicBezTo>
                  <a:cubicBezTo>
                    <a:pt x="467" y="679"/>
                    <a:pt x="466" y="679"/>
                    <a:pt x="466" y="678"/>
                  </a:cubicBezTo>
                  <a:cubicBezTo>
                    <a:pt x="449" y="666"/>
                    <a:pt x="429" y="656"/>
                    <a:pt x="409" y="650"/>
                  </a:cubicBezTo>
                  <a:cubicBezTo>
                    <a:pt x="404" y="649"/>
                    <a:pt x="400" y="648"/>
                    <a:pt x="395" y="647"/>
                  </a:cubicBezTo>
                  <a:cubicBezTo>
                    <a:pt x="393" y="646"/>
                    <a:pt x="390" y="646"/>
                    <a:pt x="388" y="645"/>
                  </a:cubicBezTo>
                  <a:cubicBezTo>
                    <a:pt x="385" y="645"/>
                    <a:pt x="381" y="644"/>
                    <a:pt x="378" y="644"/>
                  </a:cubicBezTo>
                  <a:cubicBezTo>
                    <a:pt x="376" y="644"/>
                    <a:pt x="374" y="643"/>
                    <a:pt x="372" y="643"/>
                  </a:cubicBezTo>
                  <a:cubicBezTo>
                    <a:pt x="366" y="643"/>
                    <a:pt x="360" y="642"/>
                    <a:pt x="355" y="642"/>
                  </a:cubicBezTo>
                  <a:lnTo>
                    <a:pt x="191" y="642"/>
                  </a:lnTo>
                  <a:cubicBezTo>
                    <a:pt x="86" y="642"/>
                    <a:pt x="0" y="728"/>
                    <a:pt x="0" y="833"/>
                  </a:cubicBezTo>
                  <a:lnTo>
                    <a:pt x="0" y="1088"/>
                  </a:lnTo>
                  <a:lnTo>
                    <a:pt x="112" y="1088"/>
                  </a:lnTo>
                  <a:lnTo>
                    <a:pt x="112" y="824"/>
                  </a:lnTo>
                  <a:lnTo>
                    <a:pt x="151" y="824"/>
                  </a:lnTo>
                  <a:lnTo>
                    <a:pt x="151" y="1088"/>
                  </a:lnTo>
                  <a:lnTo>
                    <a:pt x="391" y="1088"/>
                  </a:lnTo>
                  <a:lnTo>
                    <a:pt x="391" y="824"/>
                  </a:lnTo>
                  <a:lnTo>
                    <a:pt x="430" y="824"/>
                  </a:lnTo>
                  <a:lnTo>
                    <a:pt x="430" y="1088"/>
                  </a:lnTo>
                  <a:lnTo>
                    <a:pt x="546" y="1088"/>
                  </a:lnTo>
                  <a:lnTo>
                    <a:pt x="546" y="833"/>
                  </a:lnTo>
                  <a:cubicBezTo>
                    <a:pt x="546" y="793"/>
                    <a:pt x="533" y="756"/>
                    <a:pt x="512" y="725"/>
                  </a:cubicBezTo>
                  <a:cubicBezTo>
                    <a:pt x="512" y="725"/>
                    <a:pt x="512" y="725"/>
                    <a:pt x="512" y="725"/>
                  </a:cubicBezTo>
                  <a:close/>
                  <a:moveTo>
                    <a:pt x="948" y="642"/>
                  </a:moveTo>
                  <a:lnTo>
                    <a:pt x="948" y="642"/>
                  </a:lnTo>
                  <a:lnTo>
                    <a:pt x="785" y="642"/>
                  </a:lnTo>
                  <a:cubicBezTo>
                    <a:pt x="779" y="642"/>
                    <a:pt x="773" y="643"/>
                    <a:pt x="767" y="643"/>
                  </a:cubicBezTo>
                  <a:cubicBezTo>
                    <a:pt x="765" y="643"/>
                    <a:pt x="763" y="644"/>
                    <a:pt x="761" y="644"/>
                  </a:cubicBezTo>
                  <a:cubicBezTo>
                    <a:pt x="758" y="644"/>
                    <a:pt x="754" y="645"/>
                    <a:pt x="750" y="646"/>
                  </a:cubicBezTo>
                  <a:cubicBezTo>
                    <a:pt x="748" y="646"/>
                    <a:pt x="746" y="646"/>
                    <a:pt x="743" y="647"/>
                  </a:cubicBezTo>
                  <a:cubicBezTo>
                    <a:pt x="739" y="648"/>
                    <a:pt x="735" y="649"/>
                    <a:pt x="731" y="650"/>
                  </a:cubicBezTo>
                  <a:cubicBezTo>
                    <a:pt x="703" y="658"/>
                    <a:pt x="676" y="673"/>
                    <a:pt x="655" y="693"/>
                  </a:cubicBezTo>
                  <a:cubicBezTo>
                    <a:pt x="655" y="694"/>
                    <a:pt x="654" y="694"/>
                    <a:pt x="654" y="694"/>
                  </a:cubicBezTo>
                  <a:cubicBezTo>
                    <a:pt x="649" y="698"/>
                    <a:pt x="645" y="703"/>
                    <a:pt x="641" y="708"/>
                  </a:cubicBezTo>
                  <a:cubicBezTo>
                    <a:pt x="640" y="708"/>
                    <a:pt x="640" y="709"/>
                    <a:pt x="639" y="709"/>
                  </a:cubicBezTo>
                  <a:cubicBezTo>
                    <a:pt x="611" y="743"/>
                    <a:pt x="593" y="786"/>
                    <a:pt x="593" y="833"/>
                  </a:cubicBezTo>
                  <a:lnTo>
                    <a:pt x="593" y="1088"/>
                  </a:lnTo>
                  <a:lnTo>
                    <a:pt x="705" y="1088"/>
                  </a:lnTo>
                  <a:lnTo>
                    <a:pt x="705" y="824"/>
                  </a:lnTo>
                  <a:lnTo>
                    <a:pt x="744" y="824"/>
                  </a:lnTo>
                  <a:lnTo>
                    <a:pt x="744" y="1088"/>
                  </a:lnTo>
                  <a:lnTo>
                    <a:pt x="985" y="1088"/>
                  </a:lnTo>
                  <a:lnTo>
                    <a:pt x="985" y="824"/>
                  </a:lnTo>
                  <a:lnTo>
                    <a:pt x="1024" y="824"/>
                  </a:lnTo>
                  <a:lnTo>
                    <a:pt x="1024" y="1088"/>
                  </a:lnTo>
                  <a:lnTo>
                    <a:pt x="1139" y="1088"/>
                  </a:lnTo>
                  <a:lnTo>
                    <a:pt x="1139" y="833"/>
                  </a:lnTo>
                  <a:cubicBezTo>
                    <a:pt x="1139" y="728"/>
                    <a:pt x="1053" y="642"/>
                    <a:pt x="948" y="642"/>
                  </a:cubicBezTo>
                  <a:close/>
                  <a:moveTo>
                    <a:pt x="273" y="616"/>
                  </a:moveTo>
                  <a:lnTo>
                    <a:pt x="273" y="616"/>
                  </a:lnTo>
                  <a:cubicBezTo>
                    <a:pt x="289" y="616"/>
                    <a:pt x="304" y="613"/>
                    <a:pt x="317" y="608"/>
                  </a:cubicBezTo>
                  <a:cubicBezTo>
                    <a:pt x="318" y="608"/>
                    <a:pt x="318" y="608"/>
                    <a:pt x="318" y="608"/>
                  </a:cubicBezTo>
                  <a:cubicBezTo>
                    <a:pt x="325" y="605"/>
                    <a:pt x="331" y="602"/>
                    <a:pt x="337" y="599"/>
                  </a:cubicBezTo>
                  <a:cubicBezTo>
                    <a:pt x="337" y="599"/>
                    <a:pt x="338" y="598"/>
                    <a:pt x="338" y="598"/>
                  </a:cubicBezTo>
                  <a:cubicBezTo>
                    <a:pt x="344" y="594"/>
                    <a:pt x="350" y="591"/>
                    <a:pt x="355" y="586"/>
                  </a:cubicBezTo>
                  <a:cubicBezTo>
                    <a:pt x="355" y="586"/>
                    <a:pt x="355" y="586"/>
                    <a:pt x="355" y="586"/>
                  </a:cubicBezTo>
                  <a:cubicBezTo>
                    <a:pt x="366" y="577"/>
                    <a:pt x="374" y="566"/>
                    <a:pt x="381" y="554"/>
                  </a:cubicBezTo>
                  <a:cubicBezTo>
                    <a:pt x="382" y="554"/>
                    <a:pt x="382" y="553"/>
                    <a:pt x="383" y="552"/>
                  </a:cubicBezTo>
                  <a:cubicBezTo>
                    <a:pt x="386" y="547"/>
                    <a:pt x="389" y="541"/>
                    <a:pt x="391" y="535"/>
                  </a:cubicBezTo>
                  <a:cubicBezTo>
                    <a:pt x="391" y="534"/>
                    <a:pt x="392" y="533"/>
                    <a:pt x="392" y="532"/>
                  </a:cubicBezTo>
                  <a:cubicBezTo>
                    <a:pt x="394" y="526"/>
                    <a:pt x="396" y="520"/>
                    <a:pt x="397" y="513"/>
                  </a:cubicBezTo>
                  <a:cubicBezTo>
                    <a:pt x="397" y="512"/>
                    <a:pt x="398" y="511"/>
                    <a:pt x="398" y="510"/>
                  </a:cubicBezTo>
                  <a:cubicBezTo>
                    <a:pt x="399" y="504"/>
                    <a:pt x="399" y="497"/>
                    <a:pt x="399" y="490"/>
                  </a:cubicBezTo>
                  <a:cubicBezTo>
                    <a:pt x="399" y="484"/>
                    <a:pt x="399" y="478"/>
                    <a:pt x="398" y="472"/>
                  </a:cubicBezTo>
                  <a:cubicBezTo>
                    <a:pt x="398" y="471"/>
                    <a:pt x="398" y="470"/>
                    <a:pt x="398" y="468"/>
                  </a:cubicBezTo>
                  <a:cubicBezTo>
                    <a:pt x="397" y="463"/>
                    <a:pt x="395" y="458"/>
                    <a:pt x="394" y="453"/>
                  </a:cubicBezTo>
                  <a:cubicBezTo>
                    <a:pt x="394" y="452"/>
                    <a:pt x="394" y="452"/>
                    <a:pt x="394" y="452"/>
                  </a:cubicBezTo>
                  <a:cubicBezTo>
                    <a:pt x="392" y="447"/>
                    <a:pt x="390" y="442"/>
                    <a:pt x="388" y="437"/>
                  </a:cubicBezTo>
                  <a:cubicBezTo>
                    <a:pt x="387" y="436"/>
                    <a:pt x="387" y="435"/>
                    <a:pt x="386" y="434"/>
                  </a:cubicBezTo>
                  <a:cubicBezTo>
                    <a:pt x="384" y="429"/>
                    <a:pt x="381" y="424"/>
                    <a:pt x="378" y="419"/>
                  </a:cubicBezTo>
                  <a:lnTo>
                    <a:pt x="378" y="419"/>
                  </a:lnTo>
                  <a:cubicBezTo>
                    <a:pt x="375" y="415"/>
                    <a:pt x="372" y="410"/>
                    <a:pt x="368" y="406"/>
                  </a:cubicBezTo>
                  <a:cubicBezTo>
                    <a:pt x="367" y="405"/>
                    <a:pt x="367" y="405"/>
                    <a:pt x="366" y="404"/>
                  </a:cubicBezTo>
                  <a:cubicBezTo>
                    <a:pt x="362" y="400"/>
                    <a:pt x="358" y="396"/>
                    <a:pt x="354" y="393"/>
                  </a:cubicBezTo>
                  <a:cubicBezTo>
                    <a:pt x="354" y="393"/>
                    <a:pt x="354" y="393"/>
                    <a:pt x="354" y="393"/>
                  </a:cubicBezTo>
                  <a:cubicBezTo>
                    <a:pt x="350" y="389"/>
                    <a:pt x="345" y="386"/>
                    <a:pt x="341" y="383"/>
                  </a:cubicBezTo>
                  <a:cubicBezTo>
                    <a:pt x="340" y="382"/>
                    <a:pt x="339" y="382"/>
                    <a:pt x="338" y="381"/>
                  </a:cubicBezTo>
                  <a:cubicBezTo>
                    <a:pt x="334" y="379"/>
                    <a:pt x="329" y="376"/>
                    <a:pt x="324" y="374"/>
                  </a:cubicBezTo>
                  <a:cubicBezTo>
                    <a:pt x="324" y="374"/>
                    <a:pt x="324" y="374"/>
                    <a:pt x="323" y="374"/>
                  </a:cubicBezTo>
                  <a:cubicBezTo>
                    <a:pt x="308" y="367"/>
                    <a:pt x="291" y="363"/>
                    <a:pt x="273" y="363"/>
                  </a:cubicBezTo>
                  <a:cubicBezTo>
                    <a:pt x="203" y="363"/>
                    <a:pt x="146" y="420"/>
                    <a:pt x="146" y="490"/>
                  </a:cubicBezTo>
                  <a:cubicBezTo>
                    <a:pt x="146" y="559"/>
                    <a:pt x="203" y="616"/>
                    <a:pt x="273" y="616"/>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cs typeface="黑体-简" panose="02000000000000000000" charset="-122"/>
              </a:endParaRPr>
            </a:p>
          </p:txBody>
        </p:sp>
      </p:grpSp>
      <p:sp>
        <p:nvSpPr>
          <p:cNvPr id="5122" name="内容占位符 9"/>
          <p:cNvSpPr txBox="1"/>
          <p:nvPr userDrawn="1"/>
        </p:nvSpPr>
        <p:spPr>
          <a:xfrm>
            <a:off x="838200" y="5092065"/>
            <a:ext cx="3264535" cy="1187450"/>
          </a:xfrm>
          <a:prstGeom prst="rect">
            <a:avLst/>
          </a:prstGeom>
          <a:noFill/>
          <a:ln w="9525">
            <a:noFill/>
          </a:ln>
        </p:spPr>
        <p:txBody>
          <a:bodyPr anchor="ctr"/>
          <a:p>
            <a:pPr algn="ctr">
              <a:lnSpc>
                <a:spcPct val="90000"/>
              </a:lnSpc>
              <a:spcBef>
                <a:spcPts val="1000"/>
              </a:spcBef>
            </a:pPr>
            <a:r>
              <a:rPr lang="zh-CN" altLang="en-US" sz="2000" dirty="0">
                <a:solidFill>
                  <a:schemeClr val="bg1">
                    <a:lumMod val="50000"/>
                  </a:schemeClr>
                </a:solidFill>
                <a:latin typeface="黑体-简" panose="02000000000000000000" charset="-122"/>
                <a:ea typeface="黑体-简" panose="02000000000000000000" charset="-122"/>
                <a:cs typeface="黑体-简" panose="02000000000000000000" charset="-122"/>
                <a:sym typeface="+mn-lt"/>
              </a:rPr>
              <a:t>南京灵枢智联技术有限公司</a:t>
            </a:r>
            <a:endParaRPr lang="zh-CN" altLang="en-US" sz="2000" dirty="0">
              <a:solidFill>
                <a:schemeClr val="bg1">
                  <a:lumMod val="50000"/>
                </a:schemeClr>
              </a:solidFill>
              <a:latin typeface="黑体-简" panose="02000000000000000000" charset="-122"/>
              <a:ea typeface="黑体-简" panose="02000000000000000000" charset="-122"/>
              <a:cs typeface="黑体-简" panose="02000000000000000000" charset="-122"/>
              <a:sym typeface="+mn-lt"/>
            </a:endParaRPr>
          </a:p>
        </p:txBody>
      </p:sp>
      <p:grpSp>
        <p:nvGrpSpPr>
          <p:cNvPr id="16" name="组合 15"/>
          <p:cNvGrpSpPr/>
          <p:nvPr userDrawn="1"/>
        </p:nvGrpSpPr>
        <p:grpSpPr>
          <a:xfrm>
            <a:off x="-635" y="1794510"/>
            <a:ext cx="4239895" cy="2643505"/>
            <a:chOff x="-8424" y="105"/>
            <a:chExt cx="6677" cy="4163"/>
          </a:xfrm>
        </p:grpSpPr>
        <p:sp>
          <p:nvSpPr>
            <p:cNvPr id="66" name="右箭头 65"/>
            <p:cNvSpPr/>
            <p:nvPr userDrawn="1"/>
          </p:nvSpPr>
          <p:spPr>
            <a:xfrm>
              <a:off x="-8424" y="694"/>
              <a:ext cx="2274" cy="664"/>
            </a:xfrm>
            <a:prstGeom prst="rightArrow">
              <a:avLst/>
            </a:prstGeom>
            <a:gradFill>
              <a:gsLst>
                <a:gs pos="0">
                  <a:srgbClr val="9ED9F6">
                    <a:alpha val="17000"/>
                  </a:srgbClr>
                </a:gs>
                <a:gs pos="100000">
                  <a:srgbClr val="00A0E9">
                    <a:alpha val="34000"/>
                  </a:srgbClr>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黑体-简" panose="02000000000000000000" charset="-122"/>
              </a:endParaRPr>
            </a:p>
          </p:txBody>
        </p:sp>
        <p:sp>
          <p:nvSpPr>
            <p:cNvPr id="67" name="右箭头 66"/>
            <p:cNvSpPr/>
            <p:nvPr userDrawn="1"/>
          </p:nvSpPr>
          <p:spPr>
            <a:xfrm>
              <a:off x="-8424" y="1937"/>
              <a:ext cx="3012" cy="2331"/>
            </a:xfrm>
            <a:prstGeom prst="rightArrow">
              <a:avLst/>
            </a:prstGeom>
            <a:gradFill>
              <a:gsLst>
                <a:gs pos="0">
                  <a:srgbClr val="9ED9F6">
                    <a:alpha val="17000"/>
                  </a:srgbClr>
                </a:gs>
                <a:gs pos="100000">
                  <a:srgbClr val="00A0E9">
                    <a:alpha val="34000"/>
                  </a:srgbClr>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黑体-简" panose="02000000000000000000" charset="-122"/>
              </a:endParaRPr>
            </a:p>
          </p:txBody>
        </p:sp>
        <p:sp>
          <p:nvSpPr>
            <p:cNvPr id="68" name="右箭头 67"/>
            <p:cNvSpPr/>
            <p:nvPr userDrawn="1"/>
          </p:nvSpPr>
          <p:spPr>
            <a:xfrm>
              <a:off x="-8423" y="105"/>
              <a:ext cx="2766" cy="969"/>
            </a:xfrm>
            <a:prstGeom prst="rightArrow">
              <a:avLst/>
            </a:prstGeom>
            <a:gradFill>
              <a:gsLst>
                <a:gs pos="0">
                  <a:srgbClr val="9ED9F6">
                    <a:alpha val="17000"/>
                  </a:srgbClr>
                </a:gs>
                <a:gs pos="100000">
                  <a:srgbClr val="00A0E9">
                    <a:alpha val="34000"/>
                  </a:srgbClr>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黑体-简" panose="02000000000000000000" charset="-122"/>
              </a:endParaRPr>
            </a:p>
          </p:txBody>
        </p:sp>
        <p:sp>
          <p:nvSpPr>
            <p:cNvPr id="69" name="右箭头 68"/>
            <p:cNvSpPr/>
            <p:nvPr userDrawn="1"/>
          </p:nvSpPr>
          <p:spPr>
            <a:xfrm>
              <a:off x="-8423" y="1216"/>
              <a:ext cx="3962" cy="1528"/>
            </a:xfrm>
            <a:prstGeom prst="rightArrow">
              <a:avLst/>
            </a:prstGeom>
            <a:gradFill>
              <a:gsLst>
                <a:gs pos="0">
                  <a:srgbClr val="9ED9F6">
                    <a:alpha val="17000"/>
                  </a:srgbClr>
                </a:gs>
                <a:gs pos="100000">
                  <a:srgbClr val="00A0E9">
                    <a:alpha val="34000"/>
                  </a:srgbClr>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黑体-简" panose="02000000000000000000" charset="-122"/>
              </a:endParaRPr>
            </a:p>
          </p:txBody>
        </p:sp>
        <p:sp>
          <p:nvSpPr>
            <p:cNvPr id="6" name="右箭头 5"/>
            <p:cNvSpPr/>
            <p:nvPr userDrawn="1"/>
          </p:nvSpPr>
          <p:spPr>
            <a:xfrm>
              <a:off x="-5709" y="2451"/>
              <a:ext cx="3962" cy="1528"/>
            </a:xfrm>
            <a:prstGeom prst="rightArrow">
              <a:avLst/>
            </a:prstGeom>
            <a:gradFill>
              <a:gsLst>
                <a:gs pos="100000">
                  <a:srgbClr val="9ED9F6">
                    <a:alpha val="17000"/>
                  </a:srgbClr>
                </a:gs>
                <a:gs pos="20000">
                  <a:srgbClr val="00A0E9">
                    <a:alpha val="34000"/>
                  </a:srgbClr>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黑体-简" panose="02000000000000000000" charset="-122"/>
              </a:endParaRPr>
            </a:p>
          </p:txBody>
        </p:sp>
        <p:sp>
          <p:nvSpPr>
            <p:cNvPr id="8" name="右箭头 7"/>
            <p:cNvSpPr/>
            <p:nvPr userDrawn="1"/>
          </p:nvSpPr>
          <p:spPr>
            <a:xfrm>
              <a:off x="-5709" y="1013"/>
              <a:ext cx="2797" cy="1079"/>
            </a:xfrm>
            <a:prstGeom prst="rightArrow">
              <a:avLst/>
            </a:prstGeom>
            <a:gradFill>
              <a:gsLst>
                <a:gs pos="0">
                  <a:srgbClr val="9ED9F6">
                    <a:alpha val="17000"/>
                  </a:srgbClr>
                </a:gs>
                <a:gs pos="100000">
                  <a:srgbClr val="00A0E9">
                    <a:alpha val="34000"/>
                  </a:srgbClr>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黑体-简" panose="02000000000000000000" charset="-122"/>
              </a:endParaRPr>
            </a:p>
          </p:txBody>
        </p:sp>
      </p:grpSp>
      <p:grpSp>
        <p:nvGrpSpPr>
          <p:cNvPr id="17" name="组合 16"/>
          <p:cNvGrpSpPr/>
          <p:nvPr userDrawn="1"/>
        </p:nvGrpSpPr>
        <p:grpSpPr>
          <a:xfrm>
            <a:off x="7748905" y="1794510"/>
            <a:ext cx="4239895" cy="2643505"/>
            <a:chOff x="-8424" y="105"/>
            <a:chExt cx="6677" cy="4163"/>
          </a:xfrm>
        </p:grpSpPr>
        <p:sp>
          <p:nvSpPr>
            <p:cNvPr id="18" name="右箭头 17"/>
            <p:cNvSpPr/>
            <p:nvPr userDrawn="1"/>
          </p:nvSpPr>
          <p:spPr>
            <a:xfrm>
              <a:off x="-8424" y="694"/>
              <a:ext cx="2274" cy="664"/>
            </a:xfrm>
            <a:prstGeom prst="rightArrow">
              <a:avLst/>
            </a:prstGeom>
            <a:gradFill>
              <a:gsLst>
                <a:gs pos="100000">
                  <a:srgbClr val="9ED9F6">
                    <a:alpha val="17000"/>
                  </a:srgbClr>
                </a:gs>
                <a:gs pos="0">
                  <a:srgbClr val="00A0E9">
                    <a:alpha val="34000"/>
                  </a:srgbClr>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黑体-简" panose="02000000000000000000" charset="-122"/>
              </a:endParaRPr>
            </a:p>
          </p:txBody>
        </p:sp>
        <p:sp>
          <p:nvSpPr>
            <p:cNvPr id="24" name="右箭头 23"/>
            <p:cNvSpPr/>
            <p:nvPr userDrawn="1"/>
          </p:nvSpPr>
          <p:spPr>
            <a:xfrm>
              <a:off x="-8424" y="1937"/>
              <a:ext cx="3012" cy="2331"/>
            </a:xfrm>
            <a:prstGeom prst="rightArrow">
              <a:avLst/>
            </a:prstGeom>
            <a:gradFill>
              <a:gsLst>
                <a:gs pos="100000">
                  <a:srgbClr val="9ED9F6">
                    <a:alpha val="17000"/>
                  </a:srgbClr>
                </a:gs>
                <a:gs pos="0">
                  <a:srgbClr val="00A0E9">
                    <a:alpha val="34000"/>
                  </a:srgbClr>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黑体-简" panose="02000000000000000000" charset="-122"/>
              </a:endParaRPr>
            </a:p>
          </p:txBody>
        </p:sp>
        <p:sp>
          <p:nvSpPr>
            <p:cNvPr id="27" name="右箭头 26"/>
            <p:cNvSpPr/>
            <p:nvPr userDrawn="1"/>
          </p:nvSpPr>
          <p:spPr>
            <a:xfrm>
              <a:off x="-8423" y="105"/>
              <a:ext cx="2766" cy="969"/>
            </a:xfrm>
            <a:prstGeom prst="rightArrow">
              <a:avLst/>
            </a:prstGeom>
            <a:gradFill>
              <a:gsLst>
                <a:gs pos="100000">
                  <a:srgbClr val="9ED9F6">
                    <a:alpha val="17000"/>
                  </a:srgbClr>
                </a:gs>
                <a:gs pos="7000">
                  <a:srgbClr val="00A0E9">
                    <a:alpha val="34000"/>
                  </a:srgbClr>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黑体-简" panose="02000000000000000000" charset="-122"/>
              </a:endParaRPr>
            </a:p>
          </p:txBody>
        </p:sp>
        <p:sp>
          <p:nvSpPr>
            <p:cNvPr id="31" name="右箭头 30"/>
            <p:cNvSpPr/>
            <p:nvPr userDrawn="1"/>
          </p:nvSpPr>
          <p:spPr>
            <a:xfrm>
              <a:off x="-8423" y="1216"/>
              <a:ext cx="3962" cy="1528"/>
            </a:xfrm>
            <a:prstGeom prst="rightArrow">
              <a:avLst/>
            </a:prstGeom>
            <a:gradFill>
              <a:gsLst>
                <a:gs pos="0">
                  <a:srgbClr val="9ED9F6">
                    <a:alpha val="17000"/>
                  </a:srgbClr>
                </a:gs>
                <a:gs pos="100000">
                  <a:srgbClr val="00A0E9">
                    <a:alpha val="34000"/>
                  </a:srgbClr>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黑体-简" panose="02000000000000000000" charset="-122"/>
              </a:endParaRPr>
            </a:p>
          </p:txBody>
        </p:sp>
        <p:sp>
          <p:nvSpPr>
            <p:cNvPr id="33" name="右箭头 32"/>
            <p:cNvSpPr/>
            <p:nvPr userDrawn="1"/>
          </p:nvSpPr>
          <p:spPr>
            <a:xfrm>
              <a:off x="-5709" y="2451"/>
              <a:ext cx="3962" cy="1528"/>
            </a:xfrm>
            <a:prstGeom prst="rightArrow">
              <a:avLst/>
            </a:prstGeom>
            <a:gradFill>
              <a:gsLst>
                <a:gs pos="100000">
                  <a:srgbClr val="9ED9F6">
                    <a:alpha val="17000"/>
                  </a:srgbClr>
                </a:gs>
                <a:gs pos="20000">
                  <a:srgbClr val="00A0E9">
                    <a:alpha val="34000"/>
                  </a:srgbClr>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黑体-简" panose="02000000000000000000" charset="-122"/>
              </a:endParaRPr>
            </a:p>
          </p:txBody>
        </p:sp>
        <p:sp>
          <p:nvSpPr>
            <p:cNvPr id="34" name="右箭头 33"/>
            <p:cNvSpPr/>
            <p:nvPr userDrawn="1"/>
          </p:nvSpPr>
          <p:spPr>
            <a:xfrm>
              <a:off x="-5709" y="1013"/>
              <a:ext cx="2797" cy="1079"/>
            </a:xfrm>
            <a:prstGeom prst="rightArrow">
              <a:avLst/>
            </a:prstGeom>
            <a:gradFill>
              <a:gsLst>
                <a:gs pos="0">
                  <a:srgbClr val="9ED9F6">
                    <a:alpha val="17000"/>
                  </a:srgbClr>
                </a:gs>
                <a:gs pos="100000">
                  <a:srgbClr val="00A0E9">
                    <a:alpha val="34000"/>
                  </a:srgbClr>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黑体-简" panose="02000000000000000000" charset="-122"/>
              </a:endParaRPr>
            </a:p>
          </p:txBody>
        </p:sp>
      </p:grpSp>
      <p:sp>
        <p:nvSpPr>
          <p:cNvPr id="2" name="标题 1"/>
          <p:cNvSpPr>
            <a:spLocks noGrp="1"/>
          </p:cNvSpPr>
          <p:nvPr>
            <p:ph type="ctrTitle"/>
            <p:custDataLst>
              <p:tags r:id="rId3"/>
            </p:custDataLst>
          </p:nvPr>
        </p:nvSpPr>
        <p:spPr>
          <a:xfrm>
            <a:off x="1198880" y="1651635"/>
            <a:ext cx="9799320" cy="1833245"/>
          </a:xfrm>
          <a:effectLst>
            <a:outerShdw blurRad="50800" dist="38100" dir="2700000" algn="tl" rotWithShape="0">
              <a:prstClr val="black">
                <a:alpha val="40000"/>
              </a:prstClr>
            </a:outerShdw>
          </a:effectLst>
        </p:spPr>
        <p:txBody>
          <a:bodyPr lIns="90000" tIns="46800" rIns="90000" bIns="46800" anchor="b" anchorCtr="0">
            <a:normAutofit/>
          </a:bodyPr>
          <a:lstStyle>
            <a:lvl1pPr algn="ctr">
              <a:defRPr sz="6000" b="1">
                <a:solidFill>
                  <a:schemeClr val="bg1"/>
                </a:solidFill>
                <a:latin typeface="Heiti SC Medium" panose="02000000000000000000" charset="-122"/>
                <a:ea typeface="Heiti SC Medium" panose="02000000000000000000" charset="-122"/>
              </a:defRPr>
            </a:lvl1pPr>
          </a:lstStyle>
          <a:p>
            <a:r>
              <a:rPr lang="zh-CN" altLang="en-US" dirty="0"/>
              <a:t>单击此处编辑母版标题样式</a:t>
            </a:r>
            <a:endParaRPr lang="zh-CN" altLang="en-US" dirty="0"/>
          </a:p>
        </p:txBody>
      </p:sp>
      <p:sp>
        <p:nvSpPr>
          <p:cNvPr id="3" name="副标题 2"/>
          <p:cNvSpPr>
            <a:spLocks noGrp="1"/>
          </p:cNvSpPr>
          <p:nvPr>
            <p:ph type="subTitle" idx="1"/>
            <p:custDataLst>
              <p:tags r:id="rId4"/>
            </p:custDataLst>
          </p:nvPr>
        </p:nvSpPr>
        <p:spPr>
          <a:xfrm>
            <a:off x="1198880" y="3560445"/>
            <a:ext cx="9799320" cy="871855"/>
          </a:xfrm>
          <a:effectLst>
            <a:outerShdw blurRad="50800" dist="38100" dir="2700000" algn="tl" rotWithShape="0">
              <a:prstClr val="black">
                <a:alpha val="40000"/>
              </a:prstClr>
            </a:outerShdw>
          </a:effectLst>
        </p:spPr>
        <p:txBody>
          <a:bodyPr lIns="90000" tIns="46800" rIns="90000" bIns="46800">
            <a:normAutofit/>
          </a:bodyPr>
          <a:lstStyle>
            <a:lvl1pPr marL="0" indent="0" algn="ctr">
              <a:lnSpc>
                <a:spcPct val="110000"/>
              </a:lnSpc>
              <a:buNone/>
              <a:defRPr sz="2400" b="1" spc="200">
                <a:solidFill>
                  <a:schemeClr val="bg1"/>
                </a:solidFill>
                <a:latin typeface="Heiti SC Medium" panose="02000000000000000000" charset="-122"/>
                <a:ea typeface="Heiti SC Medium" panose="02000000000000000000" charset="-12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zh-CN" altLang="en-US" dirty="0"/>
          </a:p>
        </p:txBody>
      </p:sp>
      <p:pic>
        <p:nvPicPr>
          <p:cNvPr id="37" name="图片 36" descr="拼音-21"/>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749300" y="437515"/>
            <a:ext cx="2529205" cy="685165"/>
          </a:xfrm>
          <a:prstGeom prst="rect">
            <a:avLst/>
          </a:prstGeom>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3" name="日期占位符 2"/>
          <p:cNvSpPr>
            <a:spLocks noGrp="1"/>
          </p:cNvSpPr>
          <p:nvPr>
            <p:ph type="dt" sz="half" idx="10"/>
          </p:nvPr>
        </p:nvSpPr>
        <p:spPr>
          <a:xfrm>
            <a:off x="612000" y="13080960"/>
            <a:ext cx="2700000" cy="316800"/>
          </a:xfrm>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a:xfrm>
            <a:off x="4116000" y="13080960"/>
            <a:ext cx="3960000" cy="316800"/>
          </a:xfrm>
        </p:spPr>
        <p:txBody>
          <a:bodyPr/>
          <a:lstStyle/>
          <a:p>
            <a:endParaRPr lang="zh-CN" altLang="en-US" dirty="0"/>
          </a:p>
        </p:txBody>
      </p:sp>
      <p:sp>
        <p:nvSpPr>
          <p:cNvPr id="5" name="灯片编号占位符 4"/>
          <p:cNvSpPr>
            <a:spLocks noGrp="1"/>
          </p:cNvSpPr>
          <p:nvPr>
            <p:ph type="sldNum" sz="quarter" idx="12"/>
          </p:nvPr>
        </p:nvSpPr>
        <p:spPr>
          <a:xfrm>
            <a:off x="8877600" y="13080960"/>
            <a:ext cx="2700000" cy="316800"/>
          </a:xfrm>
        </p:spPr>
        <p:txBody>
          <a:bodyPr/>
          <a:lstStyle/>
          <a:p>
            <a:fld id="{49AE70B2-8BF9-45C0-BB95-33D1B9D3A854}" type="slidenum">
              <a:rPr lang="zh-CN" altLang="en-US" smtClean="0"/>
            </a:fld>
            <a:endParaRPr lang="zh-CN" altLang="en-US" dirty="0"/>
          </a:p>
        </p:txBody>
      </p:sp>
      <p:sp>
        <p:nvSpPr>
          <p:cNvPr id="144" name="任意多边形 143"/>
          <p:cNvSpPr/>
          <p:nvPr userDrawn="1"/>
        </p:nvSpPr>
        <p:spPr>
          <a:xfrm>
            <a:off x="125815" y="0"/>
            <a:ext cx="5211531" cy="6858000"/>
          </a:xfrm>
          <a:custGeom>
            <a:avLst/>
            <a:gdLst>
              <a:gd name="connsiteX0" fmla="*/ 0 w 5211531"/>
              <a:gd name="connsiteY0" fmla="*/ 0 h 6858000"/>
              <a:gd name="connsiteX1" fmla="*/ 3242537 w 5211531"/>
              <a:gd name="connsiteY1" fmla="*/ 0 h 6858000"/>
              <a:gd name="connsiteX2" fmla="*/ 3299587 w 5211531"/>
              <a:gd name="connsiteY2" fmla="*/ 32803 h 6858000"/>
              <a:gd name="connsiteX3" fmla="*/ 5211531 w 5211531"/>
              <a:gd name="connsiteY3" fmla="*/ 3429001 h 6858000"/>
              <a:gd name="connsiteX4" fmla="*/ 3299587 w 5211531"/>
              <a:gd name="connsiteY4" fmla="*/ 6825199 h 6858000"/>
              <a:gd name="connsiteX5" fmla="*/ 3242541 w 5211531"/>
              <a:gd name="connsiteY5" fmla="*/ 6858000 h 6858000"/>
              <a:gd name="connsiteX6" fmla="*/ 0 w 521153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11531" h="6858000">
                <a:moveTo>
                  <a:pt x="0" y="0"/>
                </a:moveTo>
                <a:lnTo>
                  <a:pt x="3242537" y="0"/>
                </a:lnTo>
                <a:lnTo>
                  <a:pt x="3299587" y="32803"/>
                </a:lnTo>
                <a:cubicBezTo>
                  <a:pt x="4445843" y="729285"/>
                  <a:pt x="5211531" y="1989725"/>
                  <a:pt x="5211531" y="3429001"/>
                </a:cubicBezTo>
                <a:cubicBezTo>
                  <a:pt x="5211531" y="4868278"/>
                  <a:pt x="4445843" y="6128718"/>
                  <a:pt x="3299587" y="6825199"/>
                </a:cubicBezTo>
                <a:lnTo>
                  <a:pt x="3242541" y="6858000"/>
                </a:lnTo>
                <a:lnTo>
                  <a:pt x="0" y="6858000"/>
                </a:lnTo>
                <a:close/>
              </a:path>
            </a:pathLst>
          </a:custGeom>
          <a:solidFill>
            <a:srgbClr val="39D4EE">
              <a:alpha val="50000"/>
            </a:srgbClr>
          </a:solidFill>
          <a:ln w="25400" cap="flat" cmpd="sng" algn="ctr">
            <a:noFill/>
            <a:prstDash val="solid"/>
            <a:miter lim="800000"/>
          </a:ln>
          <a:effectLst>
            <a:outerShdw blurRad="304800" dist="152400" dir="2700000" sx="96000" sy="96000" algn="tl" rotWithShape="0">
              <a:srgbClr val="3B8BF1">
                <a:alpha val="40000"/>
              </a:srgbClr>
            </a:outerShdw>
          </a:effectLst>
        </p:spPr>
        <p:txBody>
          <a:bodyPr wrap="square" lIns="0" tIns="0" rIns="0" bIns="0" rtlCol="0" anchor="ctr">
            <a:noAutofit/>
          </a:bodyPr>
          <a:lstStyle/>
          <a:p>
            <a:pPr algn="ctr"/>
            <a:endParaRPr lang="zh-CN" altLang="en-US" sz="11500" b="1" kern="0">
              <a:solidFill>
                <a:srgbClr val="FFFFFF"/>
              </a:solidFill>
              <a:latin typeface="思源黑体 CN Normal" pitchFamily="34" charset="-122"/>
              <a:ea typeface="思源黑体 CN Normal" pitchFamily="34" charset="-122"/>
              <a:cs typeface="黑体-简" panose="02000000000000000000" charset="-122"/>
            </a:endParaRPr>
          </a:p>
        </p:txBody>
      </p:sp>
      <p:sp>
        <p:nvSpPr>
          <p:cNvPr id="143" name="任意多边形 142"/>
          <p:cNvSpPr/>
          <p:nvPr userDrawn="1"/>
        </p:nvSpPr>
        <p:spPr>
          <a:xfrm>
            <a:off x="0" y="0"/>
            <a:ext cx="5211531" cy="6858000"/>
          </a:xfrm>
          <a:custGeom>
            <a:avLst/>
            <a:gdLst>
              <a:gd name="connsiteX0" fmla="*/ 0 w 5211531"/>
              <a:gd name="connsiteY0" fmla="*/ 0 h 6858000"/>
              <a:gd name="connsiteX1" fmla="*/ 3242537 w 5211531"/>
              <a:gd name="connsiteY1" fmla="*/ 0 h 6858000"/>
              <a:gd name="connsiteX2" fmla="*/ 3299587 w 5211531"/>
              <a:gd name="connsiteY2" fmla="*/ 32803 h 6858000"/>
              <a:gd name="connsiteX3" fmla="*/ 5211531 w 5211531"/>
              <a:gd name="connsiteY3" fmla="*/ 3429001 h 6858000"/>
              <a:gd name="connsiteX4" fmla="*/ 3299587 w 5211531"/>
              <a:gd name="connsiteY4" fmla="*/ 6825199 h 6858000"/>
              <a:gd name="connsiteX5" fmla="*/ 3242541 w 5211531"/>
              <a:gd name="connsiteY5" fmla="*/ 6858000 h 6858000"/>
              <a:gd name="connsiteX6" fmla="*/ 0 w 521153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11531" h="6858000">
                <a:moveTo>
                  <a:pt x="0" y="0"/>
                </a:moveTo>
                <a:lnTo>
                  <a:pt x="3242537" y="0"/>
                </a:lnTo>
                <a:lnTo>
                  <a:pt x="3299587" y="32803"/>
                </a:lnTo>
                <a:cubicBezTo>
                  <a:pt x="4445843" y="729285"/>
                  <a:pt x="5211531" y="1989725"/>
                  <a:pt x="5211531" y="3429001"/>
                </a:cubicBezTo>
                <a:cubicBezTo>
                  <a:pt x="5211531" y="4868278"/>
                  <a:pt x="4445843" y="6128718"/>
                  <a:pt x="3299587" y="6825199"/>
                </a:cubicBezTo>
                <a:lnTo>
                  <a:pt x="3242541" y="6858000"/>
                </a:lnTo>
                <a:lnTo>
                  <a:pt x="0" y="6858000"/>
                </a:lnTo>
                <a:close/>
              </a:path>
            </a:pathLst>
          </a:custGeom>
          <a:solidFill>
            <a:srgbClr val="00A0E9"/>
          </a:solidFill>
          <a:ln w="25400" cap="flat" cmpd="sng" algn="ctr">
            <a:noFill/>
            <a:prstDash val="solid"/>
            <a:miter lim="800000"/>
          </a:ln>
          <a:effectLst>
            <a:outerShdw blurRad="304800" dist="152400" dir="2700000" sx="96000" sy="96000" algn="tl" rotWithShape="0">
              <a:srgbClr val="3B8BF1">
                <a:alpha val="40000"/>
              </a:srgbClr>
            </a:outerShdw>
          </a:effectLst>
        </p:spPr>
        <p:txBody>
          <a:bodyPr wrap="square" lIns="0" tIns="0" rIns="0" bIns="0" rtlCol="0" anchor="ctr">
            <a:noAutofit/>
          </a:bodyPr>
          <a:lstStyle/>
          <a:p>
            <a:pPr algn="ctr"/>
            <a:endParaRPr lang="zh-CN" altLang="en-US" sz="11500" b="1" kern="0">
              <a:solidFill>
                <a:srgbClr val="FFFFFF"/>
              </a:solidFill>
              <a:latin typeface="思源黑体 CN Normal" pitchFamily="34" charset="-122"/>
              <a:ea typeface="思源黑体 CN Normal" pitchFamily="34" charset="-122"/>
              <a:cs typeface="黑体-简" panose="02000000000000000000" charset="-122"/>
            </a:endParaRPr>
          </a:p>
        </p:txBody>
      </p:sp>
      <p:sp>
        <p:nvSpPr>
          <p:cNvPr id="76" name="文本框 75"/>
          <p:cNvSpPr txBox="1"/>
          <p:nvPr userDrawn="1"/>
        </p:nvSpPr>
        <p:spPr>
          <a:xfrm>
            <a:off x="1001072" y="3112182"/>
            <a:ext cx="3733801" cy="70788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4000" b="0" i="0" u="none" strike="noStrike" kern="1200" cap="none" spc="0" normalizeH="0" baseline="0" noProof="0" dirty="0">
                <a:ln>
                  <a:noFill/>
                </a:ln>
                <a:solidFill>
                  <a:schemeClr val="bg1"/>
                </a:solidFill>
                <a:effectLst/>
                <a:uLnTx/>
                <a:uFillTx/>
                <a:latin typeface="思源黑体 CN Light" pitchFamily="34" charset="-122"/>
                <a:ea typeface="思源黑体 CN Light" pitchFamily="34" charset="-122"/>
                <a:cs typeface="黑体-简" panose="02000000000000000000" charset="-122"/>
                <a:sym typeface="思源黑体 CN Normal" pitchFamily="34" charset="-122"/>
              </a:rPr>
              <a:t>CONTENTS</a:t>
            </a:r>
            <a:endParaRPr kumimoji="0" lang="en-US" sz="4000" b="0" i="0" u="none" strike="noStrike" kern="1200" cap="none" spc="0" normalizeH="0" baseline="0" noProof="0" dirty="0">
              <a:ln>
                <a:noFill/>
              </a:ln>
              <a:solidFill>
                <a:schemeClr val="bg1"/>
              </a:solidFill>
              <a:effectLst/>
              <a:uLnTx/>
              <a:uFillTx/>
              <a:latin typeface="思源黑体 CN Light" pitchFamily="34" charset="-122"/>
              <a:ea typeface="思源黑体 CN Light" pitchFamily="34" charset="-122"/>
              <a:cs typeface="黑体-简" panose="02000000000000000000" charset="-122"/>
              <a:sym typeface="思源黑体 CN Normal" pitchFamily="34" charset="-122"/>
            </a:endParaRPr>
          </a:p>
        </p:txBody>
      </p:sp>
      <p:cxnSp>
        <p:nvCxnSpPr>
          <p:cNvPr id="77" name="直接连接符 76"/>
          <p:cNvCxnSpPr/>
          <p:nvPr userDrawn="1"/>
        </p:nvCxnSpPr>
        <p:spPr>
          <a:xfrm>
            <a:off x="1115098" y="3031115"/>
            <a:ext cx="927616" cy="0"/>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grpSp>
        <p:nvGrpSpPr>
          <p:cNvPr id="78" name="组合 77"/>
          <p:cNvGrpSpPr/>
          <p:nvPr userDrawn="1"/>
        </p:nvGrpSpPr>
        <p:grpSpPr>
          <a:xfrm>
            <a:off x="558089" y="5813910"/>
            <a:ext cx="1457331" cy="431186"/>
            <a:chOff x="2604927" y="5908818"/>
            <a:chExt cx="2841965" cy="840864"/>
          </a:xfrm>
          <a:gradFill flip="none" rotWithShape="1">
            <a:gsLst>
              <a:gs pos="0">
                <a:schemeClr val="bg1"/>
              </a:gs>
              <a:gs pos="100000">
                <a:schemeClr val="bg1">
                  <a:alpha val="0"/>
                </a:schemeClr>
              </a:gs>
            </a:gsLst>
            <a:lin ang="0" scaled="1"/>
            <a:tileRect/>
          </a:gradFill>
        </p:grpSpPr>
        <p:sp>
          <p:nvSpPr>
            <p:cNvPr id="79" name="椭圆 78"/>
            <p:cNvSpPr>
              <a:spLocks noChangeAspect="1"/>
            </p:cNvSpPr>
            <p:nvPr/>
          </p:nvSpPr>
          <p:spPr>
            <a:xfrm>
              <a:off x="2850399" y="5917373"/>
              <a:ext cx="76229" cy="7622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黑体-简" panose="02000000000000000000" charset="-122"/>
                <a:ea typeface="黑体-简" panose="02000000000000000000" charset="-122"/>
                <a:cs typeface="黑体-简" panose="02000000000000000000" charset="-122"/>
              </a:endParaRPr>
            </a:p>
          </p:txBody>
        </p:sp>
        <p:sp>
          <p:nvSpPr>
            <p:cNvPr id="80" name="椭圆 79"/>
            <p:cNvSpPr>
              <a:spLocks noChangeAspect="1"/>
            </p:cNvSpPr>
            <p:nvPr/>
          </p:nvSpPr>
          <p:spPr>
            <a:xfrm>
              <a:off x="3102426" y="5917373"/>
              <a:ext cx="76229" cy="7622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黑体-简" panose="02000000000000000000" charset="-122"/>
                <a:ea typeface="黑体-简" panose="02000000000000000000" charset="-122"/>
                <a:cs typeface="黑体-简" panose="02000000000000000000" charset="-122"/>
              </a:endParaRPr>
            </a:p>
          </p:txBody>
        </p:sp>
        <p:sp>
          <p:nvSpPr>
            <p:cNvPr id="81" name="椭圆 80"/>
            <p:cNvSpPr>
              <a:spLocks noChangeAspect="1"/>
            </p:cNvSpPr>
            <p:nvPr/>
          </p:nvSpPr>
          <p:spPr>
            <a:xfrm>
              <a:off x="3354453" y="5917373"/>
              <a:ext cx="76229" cy="7622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黑体-简" panose="02000000000000000000" charset="-122"/>
                <a:ea typeface="黑体-简" panose="02000000000000000000" charset="-122"/>
                <a:cs typeface="黑体-简" panose="02000000000000000000" charset="-122"/>
              </a:endParaRPr>
            </a:p>
          </p:txBody>
        </p:sp>
        <p:sp>
          <p:nvSpPr>
            <p:cNvPr id="82" name="椭圆 81"/>
            <p:cNvSpPr>
              <a:spLocks noChangeAspect="1"/>
            </p:cNvSpPr>
            <p:nvPr/>
          </p:nvSpPr>
          <p:spPr>
            <a:xfrm>
              <a:off x="3606478" y="5917373"/>
              <a:ext cx="76229" cy="7622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黑体-简" panose="02000000000000000000" charset="-122"/>
                <a:ea typeface="黑体-简" panose="02000000000000000000" charset="-122"/>
                <a:cs typeface="黑体-简" panose="02000000000000000000" charset="-122"/>
              </a:endParaRPr>
            </a:p>
          </p:txBody>
        </p:sp>
        <p:sp>
          <p:nvSpPr>
            <p:cNvPr id="83" name="椭圆 82"/>
            <p:cNvSpPr>
              <a:spLocks noChangeAspect="1"/>
            </p:cNvSpPr>
            <p:nvPr/>
          </p:nvSpPr>
          <p:spPr>
            <a:xfrm>
              <a:off x="3858505" y="5917373"/>
              <a:ext cx="76229" cy="7622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黑体-简" panose="02000000000000000000" charset="-122"/>
                <a:ea typeface="黑体-简" panose="02000000000000000000" charset="-122"/>
                <a:cs typeface="黑体-简" panose="02000000000000000000" charset="-122"/>
              </a:endParaRPr>
            </a:p>
          </p:txBody>
        </p:sp>
        <p:sp>
          <p:nvSpPr>
            <p:cNvPr id="84" name="椭圆 83"/>
            <p:cNvSpPr>
              <a:spLocks noChangeAspect="1"/>
            </p:cNvSpPr>
            <p:nvPr/>
          </p:nvSpPr>
          <p:spPr>
            <a:xfrm>
              <a:off x="4110531" y="5917373"/>
              <a:ext cx="76229" cy="7622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黑体-简" panose="02000000000000000000" charset="-122"/>
                <a:ea typeface="黑体-简" panose="02000000000000000000" charset="-122"/>
                <a:cs typeface="黑体-简" panose="02000000000000000000" charset="-122"/>
              </a:endParaRPr>
            </a:p>
          </p:txBody>
        </p:sp>
        <p:sp>
          <p:nvSpPr>
            <p:cNvPr id="85" name="椭圆 84"/>
            <p:cNvSpPr>
              <a:spLocks noChangeAspect="1"/>
            </p:cNvSpPr>
            <p:nvPr/>
          </p:nvSpPr>
          <p:spPr>
            <a:xfrm>
              <a:off x="4362557" y="5917373"/>
              <a:ext cx="76229" cy="7622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黑体-简" panose="02000000000000000000" charset="-122"/>
                <a:ea typeface="黑体-简" panose="02000000000000000000" charset="-122"/>
                <a:cs typeface="黑体-简" panose="02000000000000000000" charset="-122"/>
              </a:endParaRPr>
            </a:p>
          </p:txBody>
        </p:sp>
        <p:sp>
          <p:nvSpPr>
            <p:cNvPr id="86" name="椭圆 85"/>
            <p:cNvSpPr>
              <a:spLocks noChangeAspect="1"/>
            </p:cNvSpPr>
            <p:nvPr/>
          </p:nvSpPr>
          <p:spPr>
            <a:xfrm>
              <a:off x="4614585" y="5917373"/>
              <a:ext cx="76229" cy="7622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黑体-简" panose="02000000000000000000" charset="-122"/>
                <a:ea typeface="黑体-简" panose="02000000000000000000" charset="-122"/>
                <a:cs typeface="黑体-简" panose="02000000000000000000" charset="-122"/>
              </a:endParaRPr>
            </a:p>
          </p:txBody>
        </p:sp>
        <p:sp>
          <p:nvSpPr>
            <p:cNvPr id="87" name="椭圆 86"/>
            <p:cNvSpPr>
              <a:spLocks noChangeAspect="1"/>
            </p:cNvSpPr>
            <p:nvPr/>
          </p:nvSpPr>
          <p:spPr>
            <a:xfrm>
              <a:off x="4866610" y="5917373"/>
              <a:ext cx="76229" cy="7622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黑体-简" panose="02000000000000000000" charset="-122"/>
                <a:ea typeface="黑体-简" panose="02000000000000000000" charset="-122"/>
                <a:cs typeface="黑体-简" panose="02000000000000000000" charset="-122"/>
              </a:endParaRPr>
            </a:p>
          </p:txBody>
        </p:sp>
        <p:sp>
          <p:nvSpPr>
            <p:cNvPr id="88" name="椭圆 87"/>
            <p:cNvSpPr>
              <a:spLocks noChangeAspect="1"/>
            </p:cNvSpPr>
            <p:nvPr/>
          </p:nvSpPr>
          <p:spPr>
            <a:xfrm>
              <a:off x="5118637" y="5917373"/>
              <a:ext cx="76229" cy="7622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黑体-简" panose="02000000000000000000" charset="-122"/>
                <a:ea typeface="黑体-简" panose="02000000000000000000" charset="-122"/>
                <a:cs typeface="黑体-简" panose="02000000000000000000" charset="-122"/>
              </a:endParaRPr>
            </a:p>
          </p:txBody>
        </p:sp>
        <p:sp>
          <p:nvSpPr>
            <p:cNvPr id="89" name="椭圆 88"/>
            <p:cNvSpPr>
              <a:spLocks noChangeAspect="1"/>
            </p:cNvSpPr>
            <p:nvPr/>
          </p:nvSpPr>
          <p:spPr>
            <a:xfrm>
              <a:off x="5370663" y="5917373"/>
              <a:ext cx="76229" cy="7622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黑体-简" panose="02000000000000000000" charset="-122"/>
                <a:ea typeface="黑体-简" panose="02000000000000000000" charset="-122"/>
                <a:cs typeface="黑体-简" panose="02000000000000000000" charset="-122"/>
              </a:endParaRPr>
            </a:p>
          </p:txBody>
        </p:sp>
        <p:sp>
          <p:nvSpPr>
            <p:cNvPr id="90" name="椭圆 89"/>
            <p:cNvSpPr>
              <a:spLocks noChangeAspect="1"/>
            </p:cNvSpPr>
            <p:nvPr/>
          </p:nvSpPr>
          <p:spPr>
            <a:xfrm>
              <a:off x="2850399" y="6169399"/>
              <a:ext cx="76229" cy="7622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黑体-简" panose="02000000000000000000" charset="-122"/>
                <a:ea typeface="黑体-简" panose="02000000000000000000" charset="-122"/>
                <a:cs typeface="黑体-简" panose="02000000000000000000" charset="-122"/>
              </a:endParaRPr>
            </a:p>
          </p:txBody>
        </p:sp>
        <p:sp>
          <p:nvSpPr>
            <p:cNvPr id="91" name="椭圆 90"/>
            <p:cNvSpPr>
              <a:spLocks noChangeAspect="1"/>
            </p:cNvSpPr>
            <p:nvPr/>
          </p:nvSpPr>
          <p:spPr>
            <a:xfrm>
              <a:off x="3102426" y="6169399"/>
              <a:ext cx="76229" cy="7622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黑体-简" panose="02000000000000000000" charset="-122"/>
                <a:ea typeface="黑体-简" panose="02000000000000000000" charset="-122"/>
                <a:cs typeface="黑体-简" panose="02000000000000000000" charset="-122"/>
              </a:endParaRPr>
            </a:p>
          </p:txBody>
        </p:sp>
        <p:sp>
          <p:nvSpPr>
            <p:cNvPr id="92" name="椭圆 91"/>
            <p:cNvSpPr>
              <a:spLocks noChangeAspect="1"/>
            </p:cNvSpPr>
            <p:nvPr/>
          </p:nvSpPr>
          <p:spPr>
            <a:xfrm>
              <a:off x="3354453" y="6169399"/>
              <a:ext cx="76229" cy="7622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黑体-简" panose="02000000000000000000" charset="-122"/>
                <a:ea typeface="黑体-简" panose="02000000000000000000" charset="-122"/>
                <a:cs typeface="黑体-简" panose="02000000000000000000" charset="-122"/>
              </a:endParaRPr>
            </a:p>
          </p:txBody>
        </p:sp>
        <p:sp>
          <p:nvSpPr>
            <p:cNvPr id="93" name="椭圆 92"/>
            <p:cNvSpPr>
              <a:spLocks noChangeAspect="1"/>
            </p:cNvSpPr>
            <p:nvPr/>
          </p:nvSpPr>
          <p:spPr>
            <a:xfrm>
              <a:off x="3606478" y="6169399"/>
              <a:ext cx="76229" cy="7622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黑体-简" panose="02000000000000000000" charset="-122"/>
                <a:ea typeface="黑体-简" panose="02000000000000000000" charset="-122"/>
                <a:cs typeface="黑体-简" panose="02000000000000000000" charset="-122"/>
              </a:endParaRPr>
            </a:p>
          </p:txBody>
        </p:sp>
        <p:sp>
          <p:nvSpPr>
            <p:cNvPr id="94" name="椭圆 93"/>
            <p:cNvSpPr>
              <a:spLocks noChangeAspect="1"/>
            </p:cNvSpPr>
            <p:nvPr/>
          </p:nvSpPr>
          <p:spPr>
            <a:xfrm>
              <a:off x="3858505" y="6169399"/>
              <a:ext cx="76229" cy="7622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黑体-简" panose="02000000000000000000" charset="-122"/>
                <a:ea typeface="黑体-简" panose="02000000000000000000" charset="-122"/>
                <a:cs typeface="黑体-简" panose="02000000000000000000" charset="-122"/>
              </a:endParaRPr>
            </a:p>
          </p:txBody>
        </p:sp>
        <p:sp>
          <p:nvSpPr>
            <p:cNvPr id="95" name="椭圆 94"/>
            <p:cNvSpPr>
              <a:spLocks noChangeAspect="1"/>
            </p:cNvSpPr>
            <p:nvPr/>
          </p:nvSpPr>
          <p:spPr>
            <a:xfrm>
              <a:off x="4110531" y="6169399"/>
              <a:ext cx="76229" cy="7622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黑体-简" panose="02000000000000000000" charset="-122"/>
                <a:ea typeface="黑体-简" panose="02000000000000000000" charset="-122"/>
                <a:cs typeface="黑体-简" panose="02000000000000000000" charset="-122"/>
              </a:endParaRPr>
            </a:p>
          </p:txBody>
        </p:sp>
        <p:sp>
          <p:nvSpPr>
            <p:cNvPr id="96" name="椭圆 95"/>
            <p:cNvSpPr>
              <a:spLocks noChangeAspect="1"/>
            </p:cNvSpPr>
            <p:nvPr/>
          </p:nvSpPr>
          <p:spPr>
            <a:xfrm>
              <a:off x="4362557" y="6169399"/>
              <a:ext cx="76229" cy="7622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黑体-简" panose="02000000000000000000" charset="-122"/>
                <a:ea typeface="黑体-简" panose="02000000000000000000" charset="-122"/>
                <a:cs typeface="黑体-简" panose="02000000000000000000" charset="-122"/>
              </a:endParaRPr>
            </a:p>
          </p:txBody>
        </p:sp>
        <p:sp>
          <p:nvSpPr>
            <p:cNvPr id="97" name="椭圆 96"/>
            <p:cNvSpPr>
              <a:spLocks noChangeAspect="1"/>
            </p:cNvSpPr>
            <p:nvPr/>
          </p:nvSpPr>
          <p:spPr>
            <a:xfrm>
              <a:off x="4614585" y="6169399"/>
              <a:ext cx="76229" cy="7622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黑体-简" panose="02000000000000000000" charset="-122"/>
                <a:ea typeface="黑体-简" panose="02000000000000000000" charset="-122"/>
                <a:cs typeface="黑体-简" panose="02000000000000000000" charset="-122"/>
              </a:endParaRPr>
            </a:p>
          </p:txBody>
        </p:sp>
        <p:sp>
          <p:nvSpPr>
            <p:cNvPr id="98" name="椭圆 97"/>
            <p:cNvSpPr>
              <a:spLocks noChangeAspect="1"/>
            </p:cNvSpPr>
            <p:nvPr/>
          </p:nvSpPr>
          <p:spPr>
            <a:xfrm>
              <a:off x="4866610" y="6169399"/>
              <a:ext cx="76229" cy="7622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黑体-简" panose="02000000000000000000" charset="-122"/>
                <a:ea typeface="黑体-简" panose="02000000000000000000" charset="-122"/>
                <a:cs typeface="黑体-简" panose="02000000000000000000" charset="-122"/>
              </a:endParaRPr>
            </a:p>
          </p:txBody>
        </p:sp>
        <p:sp>
          <p:nvSpPr>
            <p:cNvPr id="99" name="椭圆 98"/>
            <p:cNvSpPr>
              <a:spLocks noChangeAspect="1"/>
            </p:cNvSpPr>
            <p:nvPr/>
          </p:nvSpPr>
          <p:spPr>
            <a:xfrm>
              <a:off x="5118637" y="6169399"/>
              <a:ext cx="76229" cy="7622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黑体-简" panose="02000000000000000000" charset="-122"/>
                <a:ea typeface="黑体-简" panose="02000000000000000000" charset="-122"/>
                <a:cs typeface="黑体-简" panose="02000000000000000000" charset="-122"/>
              </a:endParaRPr>
            </a:p>
          </p:txBody>
        </p:sp>
        <p:sp>
          <p:nvSpPr>
            <p:cNvPr id="100" name="椭圆 99"/>
            <p:cNvSpPr>
              <a:spLocks noChangeAspect="1"/>
            </p:cNvSpPr>
            <p:nvPr/>
          </p:nvSpPr>
          <p:spPr>
            <a:xfrm>
              <a:off x="5370663" y="6169399"/>
              <a:ext cx="76229" cy="7622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黑体-简" panose="02000000000000000000" charset="-122"/>
                <a:ea typeface="黑体-简" panose="02000000000000000000" charset="-122"/>
                <a:cs typeface="黑体-简" panose="02000000000000000000" charset="-122"/>
              </a:endParaRPr>
            </a:p>
          </p:txBody>
        </p:sp>
        <p:sp>
          <p:nvSpPr>
            <p:cNvPr id="101" name="椭圆 100"/>
            <p:cNvSpPr>
              <a:spLocks noChangeAspect="1"/>
            </p:cNvSpPr>
            <p:nvPr/>
          </p:nvSpPr>
          <p:spPr>
            <a:xfrm>
              <a:off x="2850399" y="6421427"/>
              <a:ext cx="76229" cy="7622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黑体-简" panose="02000000000000000000" charset="-122"/>
                <a:ea typeface="黑体-简" panose="02000000000000000000" charset="-122"/>
                <a:cs typeface="黑体-简" panose="02000000000000000000" charset="-122"/>
              </a:endParaRPr>
            </a:p>
          </p:txBody>
        </p:sp>
        <p:sp>
          <p:nvSpPr>
            <p:cNvPr id="102" name="椭圆 101"/>
            <p:cNvSpPr>
              <a:spLocks noChangeAspect="1"/>
            </p:cNvSpPr>
            <p:nvPr/>
          </p:nvSpPr>
          <p:spPr>
            <a:xfrm>
              <a:off x="3102426" y="6421427"/>
              <a:ext cx="76229" cy="7622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黑体-简" panose="02000000000000000000" charset="-122"/>
                <a:ea typeface="黑体-简" panose="02000000000000000000" charset="-122"/>
                <a:cs typeface="黑体-简" panose="02000000000000000000" charset="-122"/>
              </a:endParaRPr>
            </a:p>
          </p:txBody>
        </p:sp>
        <p:sp>
          <p:nvSpPr>
            <p:cNvPr id="103" name="椭圆 102"/>
            <p:cNvSpPr>
              <a:spLocks noChangeAspect="1"/>
            </p:cNvSpPr>
            <p:nvPr/>
          </p:nvSpPr>
          <p:spPr>
            <a:xfrm>
              <a:off x="3354453" y="6421427"/>
              <a:ext cx="76229" cy="7622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黑体-简" panose="02000000000000000000" charset="-122"/>
                <a:ea typeface="黑体-简" panose="02000000000000000000" charset="-122"/>
                <a:cs typeface="黑体-简" panose="02000000000000000000" charset="-122"/>
              </a:endParaRPr>
            </a:p>
          </p:txBody>
        </p:sp>
        <p:sp>
          <p:nvSpPr>
            <p:cNvPr id="104" name="椭圆 103"/>
            <p:cNvSpPr>
              <a:spLocks noChangeAspect="1"/>
            </p:cNvSpPr>
            <p:nvPr/>
          </p:nvSpPr>
          <p:spPr>
            <a:xfrm>
              <a:off x="3606478" y="6421427"/>
              <a:ext cx="76229" cy="7622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黑体-简" panose="02000000000000000000" charset="-122"/>
                <a:ea typeface="黑体-简" panose="02000000000000000000" charset="-122"/>
                <a:cs typeface="黑体-简" panose="02000000000000000000" charset="-122"/>
              </a:endParaRPr>
            </a:p>
          </p:txBody>
        </p:sp>
        <p:sp>
          <p:nvSpPr>
            <p:cNvPr id="105" name="椭圆 104"/>
            <p:cNvSpPr>
              <a:spLocks noChangeAspect="1"/>
            </p:cNvSpPr>
            <p:nvPr/>
          </p:nvSpPr>
          <p:spPr>
            <a:xfrm>
              <a:off x="3858505" y="6421427"/>
              <a:ext cx="76229" cy="7622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黑体-简" panose="02000000000000000000" charset="-122"/>
                <a:ea typeface="黑体-简" panose="02000000000000000000" charset="-122"/>
                <a:cs typeface="黑体-简" panose="02000000000000000000" charset="-122"/>
              </a:endParaRPr>
            </a:p>
          </p:txBody>
        </p:sp>
        <p:sp>
          <p:nvSpPr>
            <p:cNvPr id="106" name="椭圆 105"/>
            <p:cNvSpPr>
              <a:spLocks noChangeAspect="1"/>
            </p:cNvSpPr>
            <p:nvPr/>
          </p:nvSpPr>
          <p:spPr>
            <a:xfrm>
              <a:off x="4110531" y="6421427"/>
              <a:ext cx="76229" cy="7622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黑体-简" panose="02000000000000000000" charset="-122"/>
                <a:ea typeface="黑体-简" panose="02000000000000000000" charset="-122"/>
                <a:cs typeface="黑体-简" panose="02000000000000000000" charset="-122"/>
              </a:endParaRPr>
            </a:p>
          </p:txBody>
        </p:sp>
        <p:sp>
          <p:nvSpPr>
            <p:cNvPr id="107" name="椭圆 106"/>
            <p:cNvSpPr>
              <a:spLocks noChangeAspect="1"/>
            </p:cNvSpPr>
            <p:nvPr/>
          </p:nvSpPr>
          <p:spPr>
            <a:xfrm>
              <a:off x="4362557" y="6421427"/>
              <a:ext cx="76229" cy="7622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黑体-简" panose="02000000000000000000" charset="-122"/>
                <a:ea typeface="黑体-简" panose="02000000000000000000" charset="-122"/>
                <a:cs typeface="黑体-简" panose="02000000000000000000" charset="-122"/>
              </a:endParaRPr>
            </a:p>
          </p:txBody>
        </p:sp>
        <p:sp>
          <p:nvSpPr>
            <p:cNvPr id="108" name="椭圆 107"/>
            <p:cNvSpPr>
              <a:spLocks noChangeAspect="1"/>
            </p:cNvSpPr>
            <p:nvPr/>
          </p:nvSpPr>
          <p:spPr>
            <a:xfrm>
              <a:off x="4614585" y="6421427"/>
              <a:ext cx="76229" cy="7622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黑体-简" panose="02000000000000000000" charset="-122"/>
                <a:ea typeface="黑体-简" panose="02000000000000000000" charset="-122"/>
                <a:cs typeface="黑体-简" panose="02000000000000000000" charset="-122"/>
              </a:endParaRPr>
            </a:p>
          </p:txBody>
        </p:sp>
        <p:sp>
          <p:nvSpPr>
            <p:cNvPr id="109" name="椭圆 108"/>
            <p:cNvSpPr>
              <a:spLocks noChangeAspect="1"/>
            </p:cNvSpPr>
            <p:nvPr/>
          </p:nvSpPr>
          <p:spPr>
            <a:xfrm>
              <a:off x="4866610" y="6421427"/>
              <a:ext cx="76229" cy="7622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黑体-简" panose="02000000000000000000" charset="-122"/>
                <a:ea typeface="黑体-简" panose="02000000000000000000" charset="-122"/>
                <a:cs typeface="黑体-简" panose="02000000000000000000" charset="-122"/>
              </a:endParaRPr>
            </a:p>
          </p:txBody>
        </p:sp>
        <p:sp>
          <p:nvSpPr>
            <p:cNvPr id="110" name="椭圆 109"/>
            <p:cNvSpPr>
              <a:spLocks noChangeAspect="1"/>
            </p:cNvSpPr>
            <p:nvPr/>
          </p:nvSpPr>
          <p:spPr>
            <a:xfrm>
              <a:off x="5118637" y="6421427"/>
              <a:ext cx="76229" cy="7622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黑体-简" panose="02000000000000000000" charset="-122"/>
                <a:ea typeface="黑体-简" panose="02000000000000000000" charset="-122"/>
                <a:cs typeface="黑体-简" panose="02000000000000000000" charset="-122"/>
              </a:endParaRPr>
            </a:p>
          </p:txBody>
        </p:sp>
        <p:sp>
          <p:nvSpPr>
            <p:cNvPr id="111" name="椭圆 110"/>
            <p:cNvSpPr>
              <a:spLocks noChangeAspect="1"/>
            </p:cNvSpPr>
            <p:nvPr/>
          </p:nvSpPr>
          <p:spPr>
            <a:xfrm>
              <a:off x="5370663" y="6421427"/>
              <a:ext cx="76229" cy="7622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黑体-简" panose="02000000000000000000" charset="-122"/>
                <a:ea typeface="黑体-简" panose="02000000000000000000" charset="-122"/>
                <a:cs typeface="黑体-简" panose="02000000000000000000" charset="-122"/>
              </a:endParaRPr>
            </a:p>
          </p:txBody>
        </p:sp>
        <p:sp>
          <p:nvSpPr>
            <p:cNvPr id="112" name="椭圆 111"/>
            <p:cNvSpPr>
              <a:spLocks noChangeAspect="1"/>
            </p:cNvSpPr>
            <p:nvPr/>
          </p:nvSpPr>
          <p:spPr>
            <a:xfrm>
              <a:off x="2850399" y="6673453"/>
              <a:ext cx="76229" cy="7622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黑体-简" panose="02000000000000000000" charset="-122"/>
                <a:ea typeface="黑体-简" panose="02000000000000000000" charset="-122"/>
                <a:cs typeface="黑体-简" panose="02000000000000000000" charset="-122"/>
              </a:endParaRPr>
            </a:p>
          </p:txBody>
        </p:sp>
        <p:sp>
          <p:nvSpPr>
            <p:cNvPr id="113" name="椭圆 112"/>
            <p:cNvSpPr>
              <a:spLocks noChangeAspect="1"/>
            </p:cNvSpPr>
            <p:nvPr/>
          </p:nvSpPr>
          <p:spPr>
            <a:xfrm>
              <a:off x="3102426" y="6673453"/>
              <a:ext cx="76229" cy="7622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黑体-简" panose="02000000000000000000" charset="-122"/>
                <a:ea typeface="黑体-简" panose="02000000000000000000" charset="-122"/>
                <a:cs typeface="黑体-简" panose="02000000000000000000" charset="-122"/>
              </a:endParaRPr>
            </a:p>
          </p:txBody>
        </p:sp>
        <p:sp>
          <p:nvSpPr>
            <p:cNvPr id="114" name="椭圆 113"/>
            <p:cNvSpPr>
              <a:spLocks noChangeAspect="1"/>
            </p:cNvSpPr>
            <p:nvPr/>
          </p:nvSpPr>
          <p:spPr>
            <a:xfrm>
              <a:off x="3354453" y="6673453"/>
              <a:ext cx="76229" cy="7622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黑体-简" panose="02000000000000000000" charset="-122"/>
                <a:ea typeface="黑体-简" panose="02000000000000000000" charset="-122"/>
                <a:cs typeface="黑体-简" panose="02000000000000000000" charset="-122"/>
              </a:endParaRPr>
            </a:p>
          </p:txBody>
        </p:sp>
        <p:sp>
          <p:nvSpPr>
            <p:cNvPr id="115" name="椭圆 114"/>
            <p:cNvSpPr>
              <a:spLocks noChangeAspect="1"/>
            </p:cNvSpPr>
            <p:nvPr/>
          </p:nvSpPr>
          <p:spPr>
            <a:xfrm>
              <a:off x="3606478" y="6673453"/>
              <a:ext cx="76229" cy="7622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黑体-简" panose="02000000000000000000" charset="-122"/>
                <a:ea typeface="黑体-简" panose="02000000000000000000" charset="-122"/>
                <a:cs typeface="黑体-简" panose="02000000000000000000" charset="-122"/>
              </a:endParaRPr>
            </a:p>
          </p:txBody>
        </p:sp>
        <p:sp>
          <p:nvSpPr>
            <p:cNvPr id="116" name="椭圆 115"/>
            <p:cNvSpPr>
              <a:spLocks noChangeAspect="1"/>
            </p:cNvSpPr>
            <p:nvPr/>
          </p:nvSpPr>
          <p:spPr>
            <a:xfrm>
              <a:off x="3858505" y="6673453"/>
              <a:ext cx="76229" cy="7622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黑体-简" panose="02000000000000000000" charset="-122"/>
                <a:ea typeface="黑体-简" panose="02000000000000000000" charset="-122"/>
                <a:cs typeface="黑体-简" panose="02000000000000000000" charset="-122"/>
              </a:endParaRPr>
            </a:p>
          </p:txBody>
        </p:sp>
        <p:sp>
          <p:nvSpPr>
            <p:cNvPr id="117" name="椭圆 116"/>
            <p:cNvSpPr>
              <a:spLocks noChangeAspect="1"/>
            </p:cNvSpPr>
            <p:nvPr/>
          </p:nvSpPr>
          <p:spPr>
            <a:xfrm>
              <a:off x="4110531" y="6673453"/>
              <a:ext cx="76229" cy="7622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黑体-简" panose="02000000000000000000" charset="-122"/>
                <a:ea typeface="黑体-简" panose="02000000000000000000" charset="-122"/>
                <a:cs typeface="黑体-简" panose="02000000000000000000" charset="-122"/>
              </a:endParaRPr>
            </a:p>
          </p:txBody>
        </p:sp>
        <p:sp>
          <p:nvSpPr>
            <p:cNvPr id="118" name="椭圆 117"/>
            <p:cNvSpPr>
              <a:spLocks noChangeAspect="1"/>
            </p:cNvSpPr>
            <p:nvPr/>
          </p:nvSpPr>
          <p:spPr>
            <a:xfrm>
              <a:off x="4362557" y="6673453"/>
              <a:ext cx="76229" cy="7622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黑体-简" panose="02000000000000000000" charset="-122"/>
                <a:ea typeface="黑体-简" panose="02000000000000000000" charset="-122"/>
                <a:cs typeface="黑体-简" panose="02000000000000000000" charset="-122"/>
              </a:endParaRPr>
            </a:p>
          </p:txBody>
        </p:sp>
        <p:sp>
          <p:nvSpPr>
            <p:cNvPr id="119" name="椭圆 118"/>
            <p:cNvSpPr>
              <a:spLocks noChangeAspect="1"/>
            </p:cNvSpPr>
            <p:nvPr/>
          </p:nvSpPr>
          <p:spPr>
            <a:xfrm>
              <a:off x="4614585" y="6673453"/>
              <a:ext cx="76229" cy="7622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黑体-简" panose="02000000000000000000" charset="-122"/>
                <a:ea typeface="黑体-简" panose="02000000000000000000" charset="-122"/>
                <a:cs typeface="黑体-简" panose="02000000000000000000" charset="-122"/>
              </a:endParaRPr>
            </a:p>
          </p:txBody>
        </p:sp>
        <p:sp>
          <p:nvSpPr>
            <p:cNvPr id="120" name="椭圆 119"/>
            <p:cNvSpPr>
              <a:spLocks noChangeAspect="1"/>
            </p:cNvSpPr>
            <p:nvPr/>
          </p:nvSpPr>
          <p:spPr>
            <a:xfrm>
              <a:off x="4866610" y="6673453"/>
              <a:ext cx="76229" cy="7622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黑体-简" panose="02000000000000000000" charset="-122"/>
                <a:ea typeface="黑体-简" panose="02000000000000000000" charset="-122"/>
                <a:cs typeface="黑体-简" panose="02000000000000000000" charset="-122"/>
              </a:endParaRPr>
            </a:p>
          </p:txBody>
        </p:sp>
        <p:sp>
          <p:nvSpPr>
            <p:cNvPr id="121" name="椭圆 120"/>
            <p:cNvSpPr>
              <a:spLocks noChangeAspect="1"/>
            </p:cNvSpPr>
            <p:nvPr/>
          </p:nvSpPr>
          <p:spPr>
            <a:xfrm>
              <a:off x="5118637" y="6673453"/>
              <a:ext cx="76229" cy="7622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黑体-简" panose="02000000000000000000" charset="-122"/>
                <a:ea typeface="黑体-简" panose="02000000000000000000" charset="-122"/>
                <a:cs typeface="黑体-简" panose="02000000000000000000" charset="-122"/>
              </a:endParaRPr>
            </a:p>
          </p:txBody>
        </p:sp>
        <p:sp>
          <p:nvSpPr>
            <p:cNvPr id="122" name="椭圆 121"/>
            <p:cNvSpPr>
              <a:spLocks noChangeAspect="1"/>
            </p:cNvSpPr>
            <p:nvPr/>
          </p:nvSpPr>
          <p:spPr>
            <a:xfrm>
              <a:off x="5370663" y="6673453"/>
              <a:ext cx="76229" cy="7622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黑体-简" panose="02000000000000000000" charset="-122"/>
                <a:ea typeface="黑体-简" panose="02000000000000000000" charset="-122"/>
                <a:cs typeface="黑体-简" panose="02000000000000000000" charset="-122"/>
              </a:endParaRPr>
            </a:p>
          </p:txBody>
        </p:sp>
        <p:sp>
          <p:nvSpPr>
            <p:cNvPr id="123" name="椭圆 122"/>
            <p:cNvSpPr>
              <a:spLocks noChangeAspect="1"/>
            </p:cNvSpPr>
            <p:nvPr/>
          </p:nvSpPr>
          <p:spPr>
            <a:xfrm>
              <a:off x="2604927" y="5908818"/>
              <a:ext cx="76229" cy="7622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黑体-简" panose="02000000000000000000" charset="-122"/>
                <a:ea typeface="黑体-简" panose="02000000000000000000" charset="-122"/>
                <a:cs typeface="黑体-简" panose="02000000000000000000" charset="-122"/>
              </a:endParaRPr>
            </a:p>
          </p:txBody>
        </p:sp>
        <p:sp>
          <p:nvSpPr>
            <p:cNvPr id="124" name="椭圆 123"/>
            <p:cNvSpPr>
              <a:spLocks noChangeAspect="1"/>
            </p:cNvSpPr>
            <p:nvPr/>
          </p:nvSpPr>
          <p:spPr>
            <a:xfrm>
              <a:off x="2604927" y="6160844"/>
              <a:ext cx="76229" cy="7622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黑体-简" panose="02000000000000000000" charset="-122"/>
                <a:ea typeface="黑体-简" panose="02000000000000000000" charset="-122"/>
                <a:cs typeface="黑体-简" panose="02000000000000000000" charset="-122"/>
              </a:endParaRPr>
            </a:p>
          </p:txBody>
        </p:sp>
        <p:sp>
          <p:nvSpPr>
            <p:cNvPr id="125" name="椭圆 124"/>
            <p:cNvSpPr>
              <a:spLocks noChangeAspect="1"/>
            </p:cNvSpPr>
            <p:nvPr/>
          </p:nvSpPr>
          <p:spPr>
            <a:xfrm>
              <a:off x="2604927" y="6412872"/>
              <a:ext cx="76229" cy="7622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黑体-简" panose="02000000000000000000" charset="-122"/>
                <a:ea typeface="黑体-简" panose="02000000000000000000" charset="-122"/>
                <a:cs typeface="黑体-简" panose="02000000000000000000" charset="-122"/>
              </a:endParaRPr>
            </a:p>
          </p:txBody>
        </p:sp>
        <p:sp>
          <p:nvSpPr>
            <p:cNvPr id="126" name="椭圆 125"/>
            <p:cNvSpPr>
              <a:spLocks noChangeAspect="1"/>
            </p:cNvSpPr>
            <p:nvPr/>
          </p:nvSpPr>
          <p:spPr>
            <a:xfrm>
              <a:off x="2604927" y="6664898"/>
              <a:ext cx="76229" cy="7622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黑体-简" panose="02000000000000000000" charset="-122"/>
                <a:ea typeface="黑体-简" panose="02000000000000000000" charset="-122"/>
                <a:cs typeface="黑体-简" panose="02000000000000000000" charset="-122"/>
              </a:endParaRPr>
            </a:p>
          </p:txBody>
        </p:sp>
      </p:grpSp>
      <p:sp>
        <p:nvSpPr>
          <p:cNvPr id="128" name="文本框 127"/>
          <p:cNvSpPr txBox="1"/>
          <p:nvPr userDrawn="1"/>
        </p:nvSpPr>
        <p:spPr>
          <a:xfrm>
            <a:off x="981527" y="2242126"/>
            <a:ext cx="1300115" cy="70788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4000" b="0" i="0" u="none" strike="noStrike" kern="1200" cap="none" spc="0" normalizeH="0" baseline="0" noProof="0" dirty="0" smtClean="0">
                <a:ln>
                  <a:noFill/>
                </a:ln>
                <a:solidFill>
                  <a:schemeClr val="bg1"/>
                </a:solidFill>
                <a:effectLst/>
                <a:uLnTx/>
                <a:uFillTx/>
                <a:latin typeface="思源黑体 CN Normal" pitchFamily="34" charset="-122"/>
                <a:ea typeface="思源黑体 CN Medium" pitchFamily="34" charset="-122"/>
                <a:cs typeface="黑体-简" panose="02000000000000000000" charset="-122"/>
                <a:sym typeface="思源黑体 CN Normal" pitchFamily="34" charset="-122"/>
              </a:rPr>
              <a:t>目录</a:t>
            </a:r>
            <a:endParaRPr kumimoji="0" lang="en-US" sz="4000" b="0" i="0" u="none" strike="noStrike" kern="1200" cap="none" spc="0" normalizeH="0" baseline="0" noProof="0" dirty="0">
              <a:ln>
                <a:noFill/>
              </a:ln>
              <a:solidFill>
                <a:schemeClr val="bg1"/>
              </a:solidFill>
              <a:effectLst/>
              <a:uLnTx/>
              <a:uFillTx/>
              <a:latin typeface="思源黑体 CN Normal" pitchFamily="34" charset="-122"/>
              <a:ea typeface="思源黑体 CN Medium" pitchFamily="34" charset="-122"/>
              <a:cs typeface="黑体-简" panose="02000000000000000000" charset="-122"/>
              <a:sym typeface="思源黑体 CN Normal" pitchFamily="34" charset="-122"/>
            </a:endParaRPr>
          </a:p>
        </p:txBody>
      </p:sp>
      <p:grpSp>
        <p:nvGrpSpPr>
          <p:cNvPr id="129" name="组合 128"/>
          <p:cNvGrpSpPr/>
          <p:nvPr userDrawn="1"/>
        </p:nvGrpSpPr>
        <p:grpSpPr>
          <a:xfrm>
            <a:off x="11404967" y="473327"/>
            <a:ext cx="294201" cy="431186"/>
            <a:chOff x="393124" y="460670"/>
            <a:chExt cx="294201" cy="431186"/>
          </a:xfrm>
          <a:solidFill>
            <a:srgbClr val="5C97F3"/>
          </a:solidFill>
        </p:grpSpPr>
        <p:sp>
          <p:nvSpPr>
            <p:cNvPr id="130" name="椭圆 129"/>
            <p:cNvSpPr>
              <a:spLocks noChangeAspect="1"/>
            </p:cNvSpPr>
            <p:nvPr/>
          </p:nvSpPr>
          <p:spPr>
            <a:xfrm>
              <a:off x="519000" y="465057"/>
              <a:ext cx="39089" cy="3908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黑体-简" panose="02000000000000000000" charset="-122"/>
                <a:ea typeface="黑体-简" panose="02000000000000000000" charset="-122"/>
                <a:cs typeface="黑体-简" panose="02000000000000000000" charset="-122"/>
              </a:endParaRPr>
            </a:p>
          </p:txBody>
        </p:sp>
        <p:sp>
          <p:nvSpPr>
            <p:cNvPr id="131" name="椭圆 130"/>
            <p:cNvSpPr>
              <a:spLocks noChangeAspect="1"/>
            </p:cNvSpPr>
            <p:nvPr/>
          </p:nvSpPr>
          <p:spPr>
            <a:xfrm>
              <a:off x="648236" y="465057"/>
              <a:ext cx="39089" cy="3908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黑体-简" panose="02000000000000000000" charset="-122"/>
                <a:ea typeface="黑体-简" panose="02000000000000000000" charset="-122"/>
                <a:cs typeface="黑体-简" panose="02000000000000000000" charset="-122"/>
              </a:endParaRPr>
            </a:p>
          </p:txBody>
        </p:sp>
        <p:sp>
          <p:nvSpPr>
            <p:cNvPr id="132" name="椭圆 131"/>
            <p:cNvSpPr>
              <a:spLocks noChangeAspect="1"/>
            </p:cNvSpPr>
            <p:nvPr/>
          </p:nvSpPr>
          <p:spPr>
            <a:xfrm>
              <a:off x="519000" y="594293"/>
              <a:ext cx="39089" cy="3908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黑体-简" panose="02000000000000000000" charset="-122"/>
                <a:ea typeface="黑体-简" panose="02000000000000000000" charset="-122"/>
                <a:cs typeface="黑体-简" panose="02000000000000000000" charset="-122"/>
              </a:endParaRPr>
            </a:p>
          </p:txBody>
        </p:sp>
        <p:sp>
          <p:nvSpPr>
            <p:cNvPr id="133" name="椭圆 132"/>
            <p:cNvSpPr>
              <a:spLocks noChangeAspect="1"/>
            </p:cNvSpPr>
            <p:nvPr/>
          </p:nvSpPr>
          <p:spPr>
            <a:xfrm>
              <a:off x="648236" y="594293"/>
              <a:ext cx="39089" cy="3908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黑体-简" panose="02000000000000000000" charset="-122"/>
                <a:ea typeface="黑体-简" panose="02000000000000000000" charset="-122"/>
                <a:cs typeface="黑体-简" panose="02000000000000000000" charset="-122"/>
              </a:endParaRPr>
            </a:p>
          </p:txBody>
        </p:sp>
        <p:sp>
          <p:nvSpPr>
            <p:cNvPr id="134" name="椭圆 133"/>
            <p:cNvSpPr>
              <a:spLocks noChangeAspect="1"/>
            </p:cNvSpPr>
            <p:nvPr/>
          </p:nvSpPr>
          <p:spPr>
            <a:xfrm>
              <a:off x="519000" y="723530"/>
              <a:ext cx="39089" cy="3908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黑体-简" panose="02000000000000000000" charset="-122"/>
                <a:ea typeface="黑体-简" panose="02000000000000000000" charset="-122"/>
                <a:cs typeface="黑体-简" panose="02000000000000000000" charset="-122"/>
              </a:endParaRPr>
            </a:p>
          </p:txBody>
        </p:sp>
        <p:sp>
          <p:nvSpPr>
            <p:cNvPr id="135" name="椭圆 134"/>
            <p:cNvSpPr>
              <a:spLocks noChangeAspect="1"/>
            </p:cNvSpPr>
            <p:nvPr/>
          </p:nvSpPr>
          <p:spPr>
            <a:xfrm>
              <a:off x="648236" y="723530"/>
              <a:ext cx="39089" cy="3908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黑体-简" panose="02000000000000000000" charset="-122"/>
                <a:ea typeface="黑体-简" panose="02000000000000000000" charset="-122"/>
                <a:cs typeface="黑体-简" panose="02000000000000000000" charset="-122"/>
              </a:endParaRPr>
            </a:p>
          </p:txBody>
        </p:sp>
        <p:sp>
          <p:nvSpPr>
            <p:cNvPr id="136" name="椭圆 135"/>
            <p:cNvSpPr>
              <a:spLocks noChangeAspect="1"/>
            </p:cNvSpPr>
            <p:nvPr/>
          </p:nvSpPr>
          <p:spPr>
            <a:xfrm>
              <a:off x="519000" y="852767"/>
              <a:ext cx="39089" cy="3908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黑体-简" panose="02000000000000000000" charset="-122"/>
                <a:ea typeface="黑体-简" panose="02000000000000000000" charset="-122"/>
                <a:cs typeface="黑体-简" panose="02000000000000000000" charset="-122"/>
              </a:endParaRPr>
            </a:p>
          </p:txBody>
        </p:sp>
        <p:sp>
          <p:nvSpPr>
            <p:cNvPr id="137" name="椭圆 136"/>
            <p:cNvSpPr>
              <a:spLocks noChangeAspect="1"/>
            </p:cNvSpPr>
            <p:nvPr/>
          </p:nvSpPr>
          <p:spPr>
            <a:xfrm>
              <a:off x="648236" y="852767"/>
              <a:ext cx="39089" cy="3908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黑体-简" panose="02000000000000000000" charset="-122"/>
                <a:ea typeface="黑体-简" panose="02000000000000000000" charset="-122"/>
                <a:cs typeface="黑体-简" panose="02000000000000000000" charset="-122"/>
              </a:endParaRPr>
            </a:p>
          </p:txBody>
        </p:sp>
        <p:sp>
          <p:nvSpPr>
            <p:cNvPr id="138" name="椭圆 137"/>
            <p:cNvSpPr>
              <a:spLocks noChangeAspect="1"/>
            </p:cNvSpPr>
            <p:nvPr/>
          </p:nvSpPr>
          <p:spPr>
            <a:xfrm>
              <a:off x="393124" y="460670"/>
              <a:ext cx="39089" cy="3908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黑体-简" panose="02000000000000000000" charset="-122"/>
                <a:ea typeface="黑体-简" panose="02000000000000000000" charset="-122"/>
                <a:cs typeface="黑体-简" panose="02000000000000000000" charset="-122"/>
              </a:endParaRPr>
            </a:p>
          </p:txBody>
        </p:sp>
        <p:sp>
          <p:nvSpPr>
            <p:cNvPr id="139" name="椭圆 138"/>
            <p:cNvSpPr>
              <a:spLocks noChangeAspect="1"/>
            </p:cNvSpPr>
            <p:nvPr/>
          </p:nvSpPr>
          <p:spPr>
            <a:xfrm>
              <a:off x="393124" y="589906"/>
              <a:ext cx="39089" cy="3908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黑体-简" panose="02000000000000000000" charset="-122"/>
                <a:ea typeface="黑体-简" panose="02000000000000000000" charset="-122"/>
                <a:cs typeface="黑体-简" panose="02000000000000000000" charset="-122"/>
              </a:endParaRPr>
            </a:p>
          </p:txBody>
        </p:sp>
        <p:sp>
          <p:nvSpPr>
            <p:cNvPr id="140" name="椭圆 139"/>
            <p:cNvSpPr>
              <a:spLocks noChangeAspect="1"/>
            </p:cNvSpPr>
            <p:nvPr/>
          </p:nvSpPr>
          <p:spPr>
            <a:xfrm>
              <a:off x="393124" y="719143"/>
              <a:ext cx="39089" cy="3908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黑体-简" panose="02000000000000000000" charset="-122"/>
                <a:ea typeface="黑体-简" panose="02000000000000000000" charset="-122"/>
                <a:cs typeface="黑体-简" panose="02000000000000000000" charset="-122"/>
              </a:endParaRPr>
            </a:p>
          </p:txBody>
        </p:sp>
        <p:sp>
          <p:nvSpPr>
            <p:cNvPr id="141" name="椭圆 140"/>
            <p:cNvSpPr>
              <a:spLocks noChangeAspect="1"/>
            </p:cNvSpPr>
            <p:nvPr/>
          </p:nvSpPr>
          <p:spPr>
            <a:xfrm>
              <a:off x="393124" y="848380"/>
              <a:ext cx="39089" cy="3908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黑体-简" panose="02000000000000000000" charset="-122"/>
                <a:ea typeface="黑体-简" panose="02000000000000000000" charset="-122"/>
                <a:cs typeface="黑体-简" panose="02000000000000000000" charset="-122"/>
              </a:endParaRPr>
            </a:p>
          </p:txBody>
        </p:sp>
      </p:grpSp>
      <p:sp>
        <p:nvSpPr>
          <p:cNvPr id="145" name="任意多边形 144"/>
          <p:cNvSpPr/>
          <p:nvPr userDrawn="1"/>
        </p:nvSpPr>
        <p:spPr>
          <a:xfrm>
            <a:off x="0" y="0"/>
            <a:ext cx="1110764" cy="1067608"/>
          </a:xfrm>
          <a:custGeom>
            <a:avLst/>
            <a:gdLst>
              <a:gd name="connsiteX0" fmla="*/ 617327 w 1110764"/>
              <a:gd name="connsiteY0" fmla="*/ 0 h 1067608"/>
              <a:gd name="connsiteX1" fmla="*/ 1069851 w 1110764"/>
              <a:gd name="connsiteY1" fmla="*/ 0 h 1067608"/>
              <a:gd name="connsiteX2" fmla="*/ 1094029 w 1110764"/>
              <a:gd name="connsiteY2" fmla="*/ 77891 h 1067608"/>
              <a:gd name="connsiteX3" fmla="*/ 1110764 w 1110764"/>
              <a:gd name="connsiteY3" fmla="*/ 243897 h 1067608"/>
              <a:gd name="connsiteX4" fmla="*/ 287053 w 1110764"/>
              <a:gd name="connsiteY4" fmla="*/ 1067608 h 1067608"/>
              <a:gd name="connsiteX5" fmla="*/ 42107 w 1110764"/>
              <a:gd name="connsiteY5" fmla="*/ 1030576 h 1067608"/>
              <a:gd name="connsiteX6" fmla="*/ 0 w 1110764"/>
              <a:gd name="connsiteY6" fmla="*/ 1015165 h 1067608"/>
              <a:gd name="connsiteX7" fmla="*/ 0 w 1110764"/>
              <a:gd name="connsiteY7" fmla="*/ 538566 h 1067608"/>
              <a:gd name="connsiteX8" fmla="*/ 56780 w 1110764"/>
              <a:gd name="connsiteY8" fmla="*/ 585414 h 1067608"/>
              <a:gd name="connsiteX9" fmla="*/ 287052 w 1110764"/>
              <a:gd name="connsiteY9" fmla="*/ 655752 h 1067608"/>
              <a:gd name="connsiteX10" fmla="*/ 698907 w 1110764"/>
              <a:gd name="connsiteY10" fmla="*/ 243897 h 1067608"/>
              <a:gd name="connsiteX11" fmla="*/ 628569 w 1110764"/>
              <a:gd name="connsiteY11" fmla="*/ 13625 h 1067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10764" h="1067608">
                <a:moveTo>
                  <a:pt x="617327" y="0"/>
                </a:moveTo>
                <a:lnTo>
                  <a:pt x="1069851" y="0"/>
                </a:lnTo>
                <a:lnTo>
                  <a:pt x="1094029" y="77891"/>
                </a:lnTo>
                <a:cubicBezTo>
                  <a:pt x="1105002" y="131512"/>
                  <a:pt x="1110764" y="187032"/>
                  <a:pt x="1110764" y="243897"/>
                </a:cubicBezTo>
                <a:cubicBezTo>
                  <a:pt x="1110764" y="698820"/>
                  <a:pt x="741976" y="1067608"/>
                  <a:pt x="287053" y="1067608"/>
                </a:cubicBezTo>
                <a:cubicBezTo>
                  <a:pt x="201755" y="1067608"/>
                  <a:pt x="119485" y="1054643"/>
                  <a:pt x="42107" y="1030576"/>
                </a:cubicBezTo>
                <a:lnTo>
                  <a:pt x="0" y="1015165"/>
                </a:lnTo>
                <a:lnTo>
                  <a:pt x="0" y="538566"/>
                </a:lnTo>
                <a:lnTo>
                  <a:pt x="56780" y="585414"/>
                </a:lnTo>
                <a:cubicBezTo>
                  <a:pt x="122513" y="629822"/>
                  <a:pt x="201754" y="655752"/>
                  <a:pt x="287052" y="655752"/>
                </a:cubicBezTo>
                <a:cubicBezTo>
                  <a:pt x="514513" y="655752"/>
                  <a:pt x="698907" y="471358"/>
                  <a:pt x="698907" y="243897"/>
                </a:cubicBezTo>
                <a:cubicBezTo>
                  <a:pt x="698907" y="158599"/>
                  <a:pt x="672977" y="79358"/>
                  <a:pt x="628569" y="13625"/>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cs typeface="黑体-简" panose="02000000000000000000" charset="-122"/>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40" name="矩形 39"/>
          <p:cNvSpPr/>
          <p:nvPr userDrawn="1"/>
        </p:nvSpPr>
        <p:spPr>
          <a:xfrm>
            <a:off x="0" y="-635"/>
            <a:ext cx="12191365" cy="6859270"/>
          </a:xfrm>
          <a:prstGeom prst="rect">
            <a:avLst/>
          </a:prstGeom>
          <a:gradFill>
            <a:gsLst>
              <a:gs pos="0">
                <a:srgbClr val="9ED9F6">
                  <a:alpha val="20000"/>
                </a:srgbClr>
              </a:gs>
              <a:gs pos="100000">
                <a:srgbClr val="00A0E9"/>
              </a:gs>
            </a:gsLst>
            <a:lin ang="4140000" scaled="0"/>
          </a:gradFill>
          <a:ln w="25400" cap="flat" cmpd="sng" algn="ctr">
            <a:noFill/>
            <a:prstDash val="solid"/>
          </a:ln>
          <a:effectLst/>
        </p:spPr>
        <p:txBody>
          <a:bodyPr rtlCol="0" anchor="ctr"/>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黑体-简" panose="02000000000000000000" charset="-122"/>
              <a:ea typeface="黑体-简" panose="02000000000000000000" charset="-122"/>
              <a:cs typeface="黑体-简" panose="02000000000000000000" charset="-122"/>
            </a:endParaRPr>
          </a:p>
        </p:txBody>
      </p:sp>
      <p:sp>
        <p:nvSpPr>
          <p:cNvPr id="64" name="矩形 63"/>
          <p:cNvSpPr/>
          <p:nvPr userDrawn="1"/>
        </p:nvSpPr>
        <p:spPr>
          <a:xfrm>
            <a:off x="156210" y="153000"/>
            <a:ext cx="11880215" cy="6552000"/>
          </a:xfrm>
          <a:prstGeom prst="rect">
            <a:avLst/>
          </a:prstGeom>
          <a:solidFill>
            <a:srgbClr val="FFFFFF"/>
          </a:solidFill>
          <a:ln w="25400" cap="flat" cmpd="sng" algn="ctr">
            <a:noFill/>
            <a:prstDash val="solid"/>
          </a:ln>
          <a:effectLst/>
        </p:spPr>
        <p:txBody>
          <a:bodyPr rtlCol="0" anchor="ctr"/>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黑体-简" panose="02000000000000000000" charset="-122"/>
              <a:ea typeface="黑体-简" panose="02000000000000000000" charset="-122"/>
              <a:cs typeface="黑体-简" panose="02000000000000000000" charset="-122"/>
            </a:endParaRPr>
          </a:p>
        </p:txBody>
      </p:sp>
      <p:sp>
        <p:nvSpPr>
          <p:cNvPr id="65" name="矩形 64"/>
          <p:cNvSpPr/>
          <p:nvPr userDrawn="1"/>
        </p:nvSpPr>
        <p:spPr>
          <a:xfrm>
            <a:off x="155575" y="1810385"/>
            <a:ext cx="11881485" cy="3230245"/>
          </a:xfrm>
          <a:prstGeom prst="rect">
            <a:avLst/>
          </a:prstGeom>
          <a:solidFill>
            <a:srgbClr val="9ED9F6">
              <a:alpha val="30000"/>
            </a:srgbClr>
          </a:solidFill>
          <a:ln w="25400" cap="flat" cmpd="sng" algn="ctr">
            <a:noFill/>
            <a:prstDash val="solid"/>
          </a:ln>
          <a:effectLst/>
        </p:spPr>
        <p:txBody>
          <a:bodyPr rtlCol="0" anchor="ctr"/>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黑体-简" panose="02000000000000000000" charset="-122"/>
              <a:ea typeface="黑体-简" panose="02000000000000000000" charset="-122"/>
              <a:cs typeface="黑体-简" panose="02000000000000000000" charset="-122"/>
            </a:endParaRPr>
          </a:p>
        </p:txBody>
      </p:sp>
      <p:sp>
        <p:nvSpPr>
          <p:cNvPr id="7" name="矩形 6"/>
          <p:cNvSpPr/>
          <p:nvPr userDrawn="1"/>
        </p:nvSpPr>
        <p:spPr>
          <a:xfrm>
            <a:off x="0" y="2096770"/>
            <a:ext cx="5147945" cy="2663825"/>
          </a:xfrm>
          <a:prstGeom prst="rect">
            <a:avLst/>
          </a:prstGeom>
          <a:gradFill>
            <a:gsLst>
              <a:gs pos="0">
                <a:srgbClr val="9ED9F6"/>
              </a:gs>
              <a:gs pos="100000">
                <a:srgbClr val="00A0E9"/>
              </a:gs>
            </a:gsLst>
            <a:lin ang="5400000" scaled="0"/>
          </a:gradFill>
          <a:ln w="25400" cap="flat" cmpd="sng" algn="ctr">
            <a:noFill/>
            <a:prstDash val="solid"/>
          </a:ln>
          <a:effectLst/>
        </p:spPr>
        <p:txBody>
          <a:bodyPr rtlCol="0" anchor="ctr"/>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黑体-简" panose="02000000000000000000" charset="-122"/>
              <a:ea typeface="黑体-简" panose="02000000000000000000" charset="-122"/>
              <a:cs typeface="黑体-简" panose="02000000000000000000" charset="-122"/>
            </a:endParaRPr>
          </a:p>
        </p:txBody>
      </p:sp>
      <p:sp>
        <p:nvSpPr>
          <p:cNvPr id="13" name="矩形 12"/>
          <p:cNvSpPr/>
          <p:nvPr userDrawn="1"/>
        </p:nvSpPr>
        <p:spPr>
          <a:xfrm>
            <a:off x="5231765" y="2096770"/>
            <a:ext cx="6960870" cy="2663825"/>
          </a:xfrm>
          <a:prstGeom prst="rect">
            <a:avLst/>
          </a:prstGeom>
          <a:gradFill>
            <a:gsLst>
              <a:gs pos="0">
                <a:srgbClr val="9ED9F6"/>
              </a:gs>
              <a:gs pos="100000">
                <a:srgbClr val="00A0E9"/>
              </a:gs>
            </a:gsLst>
            <a:lin ang="5400000" scaled="0"/>
          </a:gradFill>
          <a:ln w="25400" cap="flat" cmpd="sng" algn="ctr">
            <a:noFill/>
            <a:prstDash val="solid"/>
          </a:ln>
          <a:effectLst/>
        </p:spPr>
        <p:txBody>
          <a:bodyPr rtlCol="0" anchor="ctr"/>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黑体-简" panose="02000000000000000000" charset="-122"/>
              <a:ea typeface="黑体-简" panose="02000000000000000000" charset="-122"/>
              <a:cs typeface="黑体-简" panose="02000000000000000000" charset="-122"/>
            </a:endParaRPr>
          </a:p>
        </p:txBody>
      </p:sp>
      <p:sp>
        <p:nvSpPr>
          <p:cNvPr id="2" name="标题 1"/>
          <p:cNvSpPr>
            <a:spLocks noGrp="1"/>
          </p:cNvSpPr>
          <p:nvPr>
            <p:ph type="title" hasCustomPrompt="1"/>
            <p:custDataLst>
              <p:tags r:id="rId2"/>
            </p:custDataLst>
          </p:nvPr>
        </p:nvSpPr>
        <p:spPr>
          <a:xfrm>
            <a:off x="5864225" y="2745105"/>
            <a:ext cx="5890260" cy="808990"/>
          </a:xfrm>
          <a:effectLst>
            <a:outerShdw blurRad="50800" dist="38100" dir="2700000" algn="tl" rotWithShape="0">
              <a:prstClr val="black">
                <a:alpha val="40000"/>
              </a:prstClr>
            </a:outerShdw>
          </a:effectLst>
        </p:spPr>
        <p:txBody>
          <a:bodyPr lIns="90000" tIns="46800" rIns="90000" bIns="46800" anchor="b" anchorCtr="0">
            <a:normAutofit/>
          </a:bodyPr>
          <a:lstStyle>
            <a:lvl1pPr>
              <a:defRPr sz="4400" b="1">
                <a:solidFill>
                  <a:schemeClr val="bg1"/>
                </a:solidFill>
                <a:latin typeface="Source Han Sans SC Bold" charset="-122"/>
                <a:ea typeface="Source Han Sans SC Bold" charset="-122"/>
              </a:defRPr>
            </a:lvl1pPr>
          </a:lstStyle>
          <a:p>
            <a:r>
              <a:rPr lang="zh-CN" altLang="en-US" dirty="0"/>
              <a:t>章节</a:t>
            </a:r>
            <a:r>
              <a:rPr lang="zh-CN" altLang="en-US" dirty="0"/>
              <a:t>标题</a:t>
            </a:r>
            <a:endParaRPr lang="zh-CN" altLang="en-US" dirty="0"/>
          </a:p>
        </p:txBody>
      </p:sp>
      <p:sp>
        <p:nvSpPr>
          <p:cNvPr id="3" name="文本占位符 2"/>
          <p:cNvSpPr>
            <a:spLocks noGrp="1"/>
          </p:cNvSpPr>
          <p:nvPr>
            <p:ph type="body" idx="1" hasCustomPrompt="1"/>
            <p:custDataLst>
              <p:tags r:id="rId3"/>
            </p:custDataLst>
          </p:nvPr>
        </p:nvSpPr>
        <p:spPr>
          <a:xfrm>
            <a:off x="5864225" y="3554095"/>
            <a:ext cx="5890260" cy="867410"/>
          </a:xfrm>
          <a:effectLst>
            <a:outerShdw blurRad="50800" dist="38100" dir="2700000" algn="tl" rotWithShape="0">
              <a:prstClr val="black">
                <a:alpha val="40000"/>
              </a:prstClr>
            </a:outerShdw>
          </a:effectLst>
        </p:spPr>
        <p:txBody>
          <a:bodyPr lIns="90000" tIns="46800" rIns="90000" bIns="46800">
            <a:normAutofit/>
          </a:bodyPr>
          <a:lstStyle>
            <a:lvl1pPr marL="0" indent="0">
              <a:buNone/>
              <a:defRPr sz="1800">
                <a:solidFill>
                  <a:schemeClr val="bg1"/>
                </a:solidFill>
                <a:latin typeface="Source Han Sans SC Regular" charset="-122"/>
                <a:ea typeface="Source Han Sans SC Regular" charset="-122"/>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
        <p:nvSpPr>
          <p:cNvPr id="66" name="右箭头 65"/>
          <p:cNvSpPr/>
          <p:nvPr userDrawn="1"/>
        </p:nvSpPr>
        <p:spPr>
          <a:xfrm>
            <a:off x="0" y="2611120"/>
            <a:ext cx="1443990" cy="421640"/>
          </a:xfrm>
          <a:prstGeom prst="rightArrow">
            <a:avLst/>
          </a:prstGeom>
          <a:gradFill>
            <a:gsLst>
              <a:gs pos="0">
                <a:srgbClr val="9ED9F6">
                  <a:alpha val="17000"/>
                </a:srgbClr>
              </a:gs>
              <a:gs pos="100000">
                <a:srgbClr val="00A0E9">
                  <a:alpha val="34000"/>
                </a:srgbClr>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黑体-简" panose="02000000000000000000" charset="-122"/>
            </a:endParaRPr>
          </a:p>
        </p:txBody>
      </p:sp>
      <p:sp>
        <p:nvSpPr>
          <p:cNvPr id="67" name="右箭头 66"/>
          <p:cNvSpPr/>
          <p:nvPr userDrawn="1"/>
        </p:nvSpPr>
        <p:spPr>
          <a:xfrm>
            <a:off x="635" y="3232150"/>
            <a:ext cx="1912620" cy="1480185"/>
          </a:xfrm>
          <a:prstGeom prst="rightArrow">
            <a:avLst/>
          </a:prstGeom>
          <a:gradFill>
            <a:gsLst>
              <a:gs pos="0">
                <a:srgbClr val="9ED9F6">
                  <a:alpha val="17000"/>
                </a:srgbClr>
              </a:gs>
              <a:gs pos="100000">
                <a:srgbClr val="00A0E9">
                  <a:alpha val="34000"/>
                </a:srgbClr>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黑体-简" panose="02000000000000000000" charset="-122"/>
            </a:endParaRPr>
          </a:p>
        </p:txBody>
      </p:sp>
      <p:sp>
        <p:nvSpPr>
          <p:cNvPr id="68" name="右箭头 67"/>
          <p:cNvSpPr/>
          <p:nvPr userDrawn="1"/>
        </p:nvSpPr>
        <p:spPr>
          <a:xfrm>
            <a:off x="156210" y="2216150"/>
            <a:ext cx="1756410" cy="615315"/>
          </a:xfrm>
          <a:prstGeom prst="rightArrow">
            <a:avLst/>
          </a:prstGeom>
          <a:gradFill>
            <a:gsLst>
              <a:gs pos="0">
                <a:srgbClr val="9ED9F6">
                  <a:alpha val="17000"/>
                </a:srgbClr>
              </a:gs>
              <a:gs pos="100000">
                <a:srgbClr val="00A0E9">
                  <a:alpha val="34000"/>
                </a:srgbClr>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黑体-简" panose="02000000000000000000" charset="-122"/>
            </a:endParaRPr>
          </a:p>
        </p:txBody>
      </p:sp>
      <p:sp>
        <p:nvSpPr>
          <p:cNvPr id="69" name="右箭头 68"/>
          <p:cNvSpPr/>
          <p:nvPr userDrawn="1"/>
        </p:nvSpPr>
        <p:spPr>
          <a:xfrm>
            <a:off x="635" y="2921635"/>
            <a:ext cx="2515870" cy="970280"/>
          </a:xfrm>
          <a:prstGeom prst="rightArrow">
            <a:avLst/>
          </a:prstGeom>
          <a:gradFill>
            <a:gsLst>
              <a:gs pos="0">
                <a:srgbClr val="9ED9F6">
                  <a:alpha val="17000"/>
                </a:srgbClr>
              </a:gs>
              <a:gs pos="100000">
                <a:srgbClr val="00A0E9">
                  <a:alpha val="34000"/>
                </a:srgbClr>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黑体-简" panose="02000000000000000000" charset="-122"/>
            </a:endParaRPr>
          </a:p>
        </p:txBody>
      </p:sp>
      <p:grpSp>
        <p:nvGrpSpPr>
          <p:cNvPr id="70" name="组合 69"/>
          <p:cNvGrpSpPr/>
          <p:nvPr userDrawn="1"/>
        </p:nvGrpSpPr>
        <p:grpSpPr>
          <a:xfrm>
            <a:off x="770255" y="2095500"/>
            <a:ext cx="4377055" cy="2664460"/>
            <a:chOff x="1213" y="3300"/>
            <a:chExt cx="6893" cy="4196"/>
          </a:xfrm>
        </p:grpSpPr>
        <p:sp>
          <p:nvSpPr>
            <p:cNvPr id="15" name="标题 1"/>
            <p:cNvSpPr>
              <a:spLocks noGrp="1"/>
            </p:cNvSpPr>
            <p:nvPr userDrawn="1">
              <p:custDataLst>
                <p:tags r:id="rId7"/>
              </p:custDataLst>
            </p:nvPr>
          </p:nvSpPr>
          <p:spPr>
            <a:xfrm>
              <a:off x="3962" y="3300"/>
              <a:ext cx="4145" cy="4196"/>
            </a:xfrm>
            <a:prstGeom prst="rect">
              <a:avLst/>
            </a:prstGeom>
            <a:effectLst>
              <a:outerShdw blurRad="50800" dist="38100" dir="2700000" algn="tl" rotWithShape="0">
                <a:prstClr val="black">
                  <a:alpha val="40000"/>
                </a:prstClr>
              </a:outerShdw>
            </a:effectLst>
          </p:spPr>
          <p:txBody>
            <a:bodyPr vert="horz" lIns="90000" tIns="46800" rIns="90000" bIns="46800" rtlCol="0" anchor="b" anchorCtr="0"/>
            <a:lstStyle>
              <a:lvl1pPr>
                <a:defRPr sz="4400" b="1">
                  <a:solidFill>
                    <a:schemeClr val="bg1"/>
                  </a:solidFill>
                  <a:latin typeface="Source Han Sans SC Bold" charset="-122"/>
                  <a:ea typeface="Source Han Sans SC Bold" charset="-122"/>
                </a:defRPr>
              </a:lvl1pPr>
            </a:lstStyle>
            <a:p>
              <a:r>
                <a:rPr lang="en-US" altLang="zh-CN" sz="13800" dirty="0">
                  <a:solidFill>
                    <a:schemeClr val="bg1"/>
                  </a:solidFill>
                  <a:cs typeface="黑体-简" panose="02000000000000000000" charset="-122"/>
                </a:rPr>
                <a:t>01</a:t>
              </a:r>
              <a:endParaRPr lang="en-US" altLang="zh-CN" sz="13800" dirty="0">
                <a:solidFill>
                  <a:schemeClr val="bg1"/>
                </a:solidFill>
                <a:cs typeface="黑体-简" panose="02000000000000000000" charset="-122"/>
              </a:endParaRPr>
            </a:p>
          </p:txBody>
        </p:sp>
        <p:sp>
          <p:nvSpPr>
            <p:cNvPr id="9" name="标题 1"/>
            <p:cNvSpPr>
              <a:spLocks noGrp="1"/>
            </p:cNvSpPr>
            <p:nvPr userDrawn="1">
              <p:custDataLst>
                <p:tags r:id="rId8"/>
              </p:custDataLst>
            </p:nvPr>
          </p:nvSpPr>
          <p:spPr>
            <a:xfrm>
              <a:off x="1213" y="4601"/>
              <a:ext cx="3504" cy="2308"/>
            </a:xfrm>
            <a:prstGeom prst="rect">
              <a:avLst/>
            </a:prstGeom>
            <a:effectLst>
              <a:outerShdw blurRad="50800" dist="38100" dir="2700000" algn="tl" rotWithShape="0">
                <a:prstClr val="black">
                  <a:alpha val="40000"/>
                </a:prstClr>
              </a:outerShdw>
            </a:effectLst>
          </p:spPr>
          <p:txBody>
            <a:bodyPr vert="horz" lIns="90000" tIns="46800" rIns="90000" bIns="46800" rtlCol="0" anchor="b" anchorCtr="0"/>
            <a:lstStyle>
              <a:lvl1pPr>
                <a:defRPr sz="4400">
                  <a:latin typeface="Source Han Sans SC Regular" charset="-122"/>
                  <a:ea typeface="Source Han Sans SC Regular" charset="-122"/>
                </a:defRPr>
              </a:lvl1pPr>
            </a:lstStyle>
            <a:p>
              <a:r>
                <a:rPr lang="en-US" altLang="zh-CN" sz="4800" b="1" dirty="0">
                  <a:solidFill>
                    <a:schemeClr val="bg1"/>
                  </a:solidFill>
                  <a:latin typeface="Source Han Sans SC Bold" charset="-122"/>
                  <a:ea typeface="Source Han Sans SC Bold" charset="-122"/>
                  <a:cs typeface="黑体-简" panose="02000000000000000000" charset="-122"/>
                </a:rPr>
                <a:t>PART</a:t>
              </a:r>
              <a:endParaRPr lang="en-US" altLang="zh-CN" sz="4800" b="1" dirty="0">
                <a:solidFill>
                  <a:schemeClr val="bg1"/>
                </a:solidFill>
                <a:latin typeface="Source Han Sans SC Bold" charset="-122"/>
                <a:ea typeface="Source Han Sans SC Bold" charset="-122"/>
                <a:cs typeface="黑体-简" panose="02000000000000000000" charset="-122"/>
              </a:endParaRPr>
            </a:p>
          </p:txBody>
        </p:sp>
      </p:grpSp>
      <p:sp>
        <p:nvSpPr>
          <p:cNvPr id="72" name="矩形 71"/>
          <p:cNvSpPr/>
          <p:nvPr userDrawn="1"/>
        </p:nvSpPr>
        <p:spPr>
          <a:xfrm>
            <a:off x="635" y="2095500"/>
            <a:ext cx="154940" cy="2663825"/>
          </a:xfrm>
          <a:prstGeom prst="rect">
            <a:avLst/>
          </a:prstGeom>
          <a:solidFill>
            <a:srgbClr val="39D4EE"/>
          </a:solidFill>
          <a:ln w="25400" cap="flat" cmpd="sng" algn="ctr">
            <a:noFill/>
            <a:prstDash val="solid"/>
          </a:ln>
          <a:effectLst/>
        </p:spPr>
        <p:txBody>
          <a:bodyPr rtlCol="0" anchor="ctr"/>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黑体-简" panose="02000000000000000000" charset="-122"/>
              <a:ea typeface="黑体-简" panose="02000000000000000000" charset="-122"/>
              <a:cs typeface="黑体-简" panose="02000000000000000000" charset="-122"/>
            </a:endParaRPr>
          </a:p>
        </p:txBody>
      </p:sp>
      <p:pic>
        <p:nvPicPr>
          <p:cNvPr id="37" name="图片 36" descr="拼音-21"/>
          <p:cNvPicPr>
            <a:picLocks noChangeAspect="1"/>
          </p:cNvPicPr>
          <p:nvPr userDrawn="1"/>
        </p:nvPicPr>
        <p:blipFill>
          <a:blip r:embed="rId9">
            <a:extLst>
              <a:ext uri="{96DAC541-7B7A-43D3-8B79-37D633B846F1}">
                <asvg:svgBlip xmlns:asvg="http://schemas.microsoft.com/office/drawing/2016/SVG/main" r:embed="rId10"/>
              </a:ext>
            </a:extLst>
          </a:blip>
          <a:stretch>
            <a:fillRect/>
          </a:stretch>
        </p:blipFill>
        <p:spPr>
          <a:xfrm>
            <a:off x="749300" y="437515"/>
            <a:ext cx="2529205" cy="685165"/>
          </a:xfrm>
          <a:prstGeom prst="rect">
            <a:avLst/>
          </a:prstGeom>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secHead" preserve="1">
  <p:cSld name="1_节标题">
    <p:spTree>
      <p:nvGrpSpPr>
        <p:cNvPr id="1" name=""/>
        <p:cNvGrpSpPr/>
        <p:nvPr/>
      </p:nvGrpSpPr>
      <p:grpSpPr>
        <a:xfrm>
          <a:off x="0" y="0"/>
          <a:ext cx="0" cy="0"/>
          <a:chOff x="0" y="0"/>
          <a:chExt cx="0" cy="0"/>
        </a:xfrm>
      </p:grpSpPr>
      <p:sp>
        <p:nvSpPr>
          <p:cNvPr id="40" name="矩形 39"/>
          <p:cNvSpPr/>
          <p:nvPr userDrawn="1"/>
        </p:nvSpPr>
        <p:spPr>
          <a:xfrm>
            <a:off x="0" y="-635"/>
            <a:ext cx="12191365" cy="6859270"/>
          </a:xfrm>
          <a:prstGeom prst="rect">
            <a:avLst/>
          </a:prstGeom>
          <a:gradFill>
            <a:gsLst>
              <a:gs pos="0">
                <a:srgbClr val="9ED9F6">
                  <a:alpha val="20000"/>
                </a:srgbClr>
              </a:gs>
              <a:gs pos="100000">
                <a:srgbClr val="00A0E9"/>
              </a:gs>
            </a:gsLst>
            <a:lin ang="4140000" scaled="0"/>
          </a:gradFill>
          <a:ln w="25400" cap="flat" cmpd="sng" algn="ctr">
            <a:noFill/>
            <a:prstDash val="solid"/>
          </a:ln>
          <a:effectLst/>
        </p:spPr>
        <p:txBody>
          <a:bodyPr rtlCol="0" anchor="ctr"/>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黑体-简" panose="02000000000000000000" charset="-122"/>
              <a:ea typeface="黑体-简" panose="02000000000000000000" charset="-122"/>
              <a:cs typeface="黑体-简" panose="02000000000000000000" charset="-122"/>
            </a:endParaRPr>
          </a:p>
        </p:txBody>
      </p:sp>
      <p:sp>
        <p:nvSpPr>
          <p:cNvPr id="64" name="矩形 63"/>
          <p:cNvSpPr/>
          <p:nvPr userDrawn="1"/>
        </p:nvSpPr>
        <p:spPr>
          <a:xfrm>
            <a:off x="156210" y="153000"/>
            <a:ext cx="11880215" cy="6552000"/>
          </a:xfrm>
          <a:prstGeom prst="rect">
            <a:avLst/>
          </a:prstGeom>
          <a:solidFill>
            <a:srgbClr val="FFFFFF"/>
          </a:solidFill>
          <a:ln w="25400" cap="flat" cmpd="sng" algn="ctr">
            <a:noFill/>
            <a:prstDash val="solid"/>
          </a:ln>
          <a:effectLst/>
        </p:spPr>
        <p:txBody>
          <a:bodyPr rtlCol="0" anchor="ctr"/>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黑体-简" panose="02000000000000000000" charset="-122"/>
              <a:ea typeface="黑体-简" panose="02000000000000000000" charset="-122"/>
              <a:cs typeface="黑体-简" panose="02000000000000000000" charset="-122"/>
            </a:endParaRPr>
          </a:p>
        </p:txBody>
      </p:sp>
      <p:sp>
        <p:nvSpPr>
          <p:cNvPr id="65" name="矩形 64"/>
          <p:cNvSpPr/>
          <p:nvPr userDrawn="1"/>
        </p:nvSpPr>
        <p:spPr>
          <a:xfrm>
            <a:off x="155575" y="1810385"/>
            <a:ext cx="11881485" cy="3230245"/>
          </a:xfrm>
          <a:prstGeom prst="rect">
            <a:avLst/>
          </a:prstGeom>
          <a:solidFill>
            <a:srgbClr val="9ED9F6">
              <a:alpha val="30000"/>
            </a:srgbClr>
          </a:solidFill>
          <a:ln w="25400" cap="flat" cmpd="sng" algn="ctr">
            <a:noFill/>
            <a:prstDash val="solid"/>
          </a:ln>
          <a:effectLst/>
        </p:spPr>
        <p:txBody>
          <a:bodyPr rtlCol="0" anchor="ctr"/>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黑体-简" panose="02000000000000000000" charset="-122"/>
              <a:ea typeface="黑体-简" panose="02000000000000000000" charset="-122"/>
              <a:cs typeface="黑体-简" panose="02000000000000000000" charset="-122"/>
            </a:endParaRPr>
          </a:p>
        </p:txBody>
      </p:sp>
      <p:sp>
        <p:nvSpPr>
          <p:cNvPr id="7" name="矩形 6"/>
          <p:cNvSpPr/>
          <p:nvPr userDrawn="1"/>
        </p:nvSpPr>
        <p:spPr>
          <a:xfrm>
            <a:off x="0" y="2096770"/>
            <a:ext cx="5147945" cy="2663825"/>
          </a:xfrm>
          <a:prstGeom prst="rect">
            <a:avLst/>
          </a:prstGeom>
          <a:gradFill>
            <a:gsLst>
              <a:gs pos="0">
                <a:srgbClr val="9ED9F6"/>
              </a:gs>
              <a:gs pos="100000">
                <a:srgbClr val="00A0E9"/>
              </a:gs>
            </a:gsLst>
            <a:lin ang="5400000" scaled="0"/>
          </a:gradFill>
          <a:ln w="25400" cap="flat" cmpd="sng" algn="ctr">
            <a:noFill/>
            <a:prstDash val="solid"/>
          </a:ln>
          <a:effectLst/>
        </p:spPr>
        <p:txBody>
          <a:bodyPr rtlCol="0" anchor="ctr"/>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黑体-简" panose="02000000000000000000" charset="-122"/>
              <a:ea typeface="黑体-简" panose="02000000000000000000" charset="-122"/>
              <a:cs typeface="黑体-简" panose="02000000000000000000" charset="-122"/>
            </a:endParaRPr>
          </a:p>
        </p:txBody>
      </p:sp>
      <p:sp>
        <p:nvSpPr>
          <p:cNvPr id="13" name="矩形 12"/>
          <p:cNvSpPr/>
          <p:nvPr userDrawn="1"/>
        </p:nvSpPr>
        <p:spPr>
          <a:xfrm>
            <a:off x="5231765" y="2096770"/>
            <a:ext cx="6960870" cy="2663825"/>
          </a:xfrm>
          <a:prstGeom prst="rect">
            <a:avLst/>
          </a:prstGeom>
          <a:gradFill>
            <a:gsLst>
              <a:gs pos="0">
                <a:srgbClr val="9ED9F6"/>
              </a:gs>
              <a:gs pos="100000">
                <a:srgbClr val="00A0E9"/>
              </a:gs>
            </a:gsLst>
            <a:lin ang="5400000" scaled="0"/>
          </a:gradFill>
          <a:ln w="25400" cap="flat" cmpd="sng" algn="ctr">
            <a:noFill/>
            <a:prstDash val="solid"/>
          </a:ln>
          <a:effectLst/>
        </p:spPr>
        <p:txBody>
          <a:bodyPr rtlCol="0" anchor="ctr"/>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黑体-简" panose="02000000000000000000" charset="-122"/>
              <a:ea typeface="黑体-简" panose="02000000000000000000" charset="-122"/>
              <a:cs typeface="黑体-简" panose="02000000000000000000" charset="-122"/>
            </a:endParaRPr>
          </a:p>
        </p:txBody>
      </p:sp>
      <p:sp>
        <p:nvSpPr>
          <p:cNvPr id="2" name="标题 1"/>
          <p:cNvSpPr>
            <a:spLocks noGrp="1"/>
          </p:cNvSpPr>
          <p:nvPr>
            <p:ph type="title" hasCustomPrompt="1"/>
            <p:custDataLst>
              <p:tags r:id="rId2"/>
            </p:custDataLst>
          </p:nvPr>
        </p:nvSpPr>
        <p:spPr>
          <a:xfrm>
            <a:off x="5864225" y="2745105"/>
            <a:ext cx="5890260" cy="808990"/>
          </a:xfrm>
          <a:effectLst>
            <a:outerShdw blurRad="50800" dist="38100" dir="2700000" algn="tl" rotWithShape="0">
              <a:prstClr val="black">
                <a:alpha val="40000"/>
              </a:prstClr>
            </a:outerShdw>
          </a:effectLst>
        </p:spPr>
        <p:txBody>
          <a:bodyPr lIns="90000" tIns="46800" rIns="90000" bIns="46800" anchor="b" anchorCtr="0">
            <a:normAutofit/>
          </a:bodyPr>
          <a:lstStyle>
            <a:lvl1pPr>
              <a:defRPr sz="4400" b="1">
                <a:solidFill>
                  <a:schemeClr val="bg1"/>
                </a:solidFill>
                <a:latin typeface="Source Han Sans SC Bold" charset="-122"/>
                <a:ea typeface="Source Han Sans SC Bold" charset="-122"/>
              </a:defRPr>
            </a:lvl1pPr>
          </a:lstStyle>
          <a:p>
            <a:r>
              <a:rPr lang="zh-CN" altLang="en-US" dirty="0"/>
              <a:t>章节</a:t>
            </a:r>
            <a:r>
              <a:rPr lang="zh-CN" altLang="en-US" dirty="0"/>
              <a:t>标题</a:t>
            </a:r>
            <a:endParaRPr lang="zh-CN" altLang="en-US" dirty="0"/>
          </a:p>
        </p:txBody>
      </p:sp>
      <p:sp>
        <p:nvSpPr>
          <p:cNvPr id="3" name="文本占位符 2"/>
          <p:cNvSpPr>
            <a:spLocks noGrp="1"/>
          </p:cNvSpPr>
          <p:nvPr>
            <p:ph type="body" idx="1" hasCustomPrompt="1"/>
            <p:custDataLst>
              <p:tags r:id="rId3"/>
            </p:custDataLst>
          </p:nvPr>
        </p:nvSpPr>
        <p:spPr>
          <a:xfrm>
            <a:off x="5864225" y="3554095"/>
            <a:ext cx="5890260" cy="867410"/>
          </a:xfrm>
          <a:effectLst>
            <a:outerShdw blurRad="50800" dist="38100" dir="2700000" algn="tl" rotWithShape="0">
              <a:prstClr val="black">
                <a:alpha val="40000"/>
              </a:prstClr>
            </a:outerShdw>
          </a:effectLst>
        </p:spPr>
        <p:txBody>
          <a:bodyPr lIns="90000" tIns="46800" rIns="90000" bIns="46800">
            <a:normAutofit/>
          </a:bodyPr>
          <a:lstStyle>
            <a:lvl1pPr marL="0" indent="0">
              <a:buNone/>
              <a:defRPr sz="1800">
                <a:solidFill>
                  <a:schemeClr val="bg1"/>
                </a:solidFill>
                <a:latin typeface="Source Han Sans SC Regular" charset="-122"/>
                <a:ea typeface="Source Han Sans SC Regular" charset="-122"/>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
        <p:nvSpPr>
          <p:cNvPr id="66" name="右箭头 65"/>
          <p:cNvSpPr/>
          <p:nvPr userDrawn="1"/>
        </p:nvSpPr>
        <p:spPr>
          <a:xfrm>
            <a:off x="0" y="2611120"/>
            <a:ext cx="1443990" cy="421640"/>
          </a:xfrm>
          <a:prstGeom prst="rightArrow">
            <a:avLst/>
          </a:prstGeom>
          <a:gradFill>
            <a:gsLst>
              <a:gs pos="0">
                <a:srgbClr val="9ED9F6">
                  <a:alpha val="17000"/>
                </a:srgbClr>
              </a:gs>
              <a:gs pos="100000">
                <a:srgbClr val="00A0E9">
                  <a:alpha val="34000"/>
                </a:srgbClr>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黑体-简" panose="02000000000000000000" charset="-122"/>
            </a:endParaRPr>
          </a:p>
        </p:txBody>
      </p:sp>
      <p:sp>
        <p:nvSpPr>
          <p:cNvPr id="67" name="右箭头 66"/>
          <p:cNvSpPr/>
          <p:nvPr userDrawn="1"/>
        </p:nvSpPr>
        <p:spPr>
          <a:xfrm>
            <a:off x="635" y="3232150"/>
            <a:ext cx="1912620" cy="1480185"/>
          </a:xfrm>
          <a:prstGeom prst="rightArrow">
            <a:avLst/>
          </a:prstGeom>
          <a:gradFill>
            <a:gsLst>
              <a:gs pos="0">
                <a:srgbClr val="9ED9F6">
                  <a:alpha val="17000"/>
                </a:srgbClr>
              </a:gs>
              <a:gs pos="100000">
                <a:srgbClr val="00A0E9">
                  <a:alpha val="34000"/>
                </a:srgbClr>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黑体-简" panose="02000000000000000000" charset="-122"/>
            </a:endParaRPr>
          </a:p>
        </p:txBody>
      </p:sp>
      <p:sp>
        <p:nvSpPr>
          <p:cNvPr id="68" name="右箭头 67"/>
          <p:cNvSpPr/>
          <p:nvPr userDrawn="1"/>
        </p:nvSpPr>
        <p:spPr>
          <a:xfrm>
            <a:off x="156210" y="2216150"/>
            <a:ext cx="1756410" cy="615315"/>
          </a:xfrm>
          <a:prstGeom prst="rightArrow">
            <a:avLst/>
          </a:prstGeom>
          <a:gradFill>
            <a:gsLst>
              <a:gs pos="0">
                <a:srgbClr val="9ED9F6">
                  <a:alpha val="17000"/>
                </a:srgbClr>
              </a:gs>
              <a:gs pos="100000">
                <a:srgbClr val="00A0E9">
                  <a:alpha val="34000"/>
                </a:srgbClr>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黑体-简" panose="02000000000000000000" charset="-122"/>
            </a:endParaRPr>
          </a:p>
        </p:txBody>
      </p:sp>
      <p:sp>
        <p:nvSpPr>
          <p:cNvPr id="69" name="右箭头 68"/>
          <p:cNvSpPr/>
          <p:nvPr userDrawn="1"/>
        </p:nvSpPr>
        <p:spPr>
          <a:xfrm>
            <a:off x="635" y="2921635"/>
            <a:ext cx="2515870" cy="970280"/>
          </a:xfrm>
          <a:prstGeom prst="rightArrow">
            <a:avLst/>
          </a:prstGeom>
          <a:gradFill>
            <a:gsLst>
              <a:gs pos="0">
                <a:srgbClr val="9ED9F6">
                  <a:alpha val="17000"/>
                </a:srgbClr>
              </a:gs>
              <a:gs pos="100000">
                <a:srgbClr val="00A0E9">
                  <a:alpha val="34000"/>
                </a:srgbClr>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黑体-简" panose="02000000000000000000" charset="-122"/>
            </a:endParaRPr>
          </a:p>
        </p:txBody>
      </p:sp>
      <p:grpSp>
        <p:nvGrpSpPr>
          <p:cNvPr id="70" name="组合 69"/>
          <p:cNvGrpSpPr/>
          <p:nvPr userDrawn="1"/>
        </p:nvGrpSpPr>
        <p:grpSpPr>
          <a:xfrm>
            <a:off x="770255" y="2095500"/>
            <a:ext cx="4377055" cy="2664460"/>
            <a:chOff x="1213" y="3300"/>
            <a:chExt cx="6893" cy="4196"/>
          </a:xfrm>
        </p:grpSpPr>
        <p:sp>
          <p:nvSpPr>
            <p:cNvPr id="15" name="标题 1"/>
            <p:cNvSpPr>
              <a:spLocks noGrp="1"/>
            </p:cNvSpPr>
            <p:nvPr userDrawn="1">
              <p:custDataLst>
                <p:tags r:id="rId7"/>
              </p:custDataLst>
            </p:nvPr>
          </p:nvSpPr>
          <p:spPr>
            <a:xfrm>
              <a:off x="3962" y="3300"/>
              <a:ext cx="4145" cy="4196"/>
            </a:xfrm>
            <a:prstGeom prst="rect">
              <a:avLst/>
            </a:prstGeom>
            <a:effectLst>
              <a:outerShdw blurRad="50800" dist="38100" dir="2700000" algn="tl" rotWithShape="0">
                <a:prstClr val="black">
                  <a:alpha val="40000"/>
                </a:prstClr>
              </a:outerShdw>
            </a:effectLst>
          </p:spPr>
          <p:txBody>
            <a:bodyPr vert="horz" lIns="90000" tIns="46800" rIns="90000" bIns="46800" rtlCol="0" anchor="b" anchorCtr="0"/>
            <a:lstStyle>
              <a:lvl1pPr>
                <a:defRPr sz="4400" b="1">
                  <a:solidFill>
                    <a:schemeClr val="bg1"/>
                  </a:solidFill>
                  <a:latin typeface="Source Han Sans SC Bold" charset="-122"/>
                  <a:ea typeface="Source Han Sans SC Bold" charset="-122"/>
                </a:defRPr>
              </a:lvl1pPr>
            </a:lstStyle>
            <a:p>
              <a:r>
                <a:rPr lang="en-US" altLang="zh-CN" sz="13800" dirty="0">
                  <a:solidFill>
                    <a:schemeClr val="bg1"/>
                  </a:solidFill>
                  <a:cs typeface="黑体-简" panose="02000000000000000000" charset="-122"/>
                </a:rPr>
                <a:t>02</a:t>
              </a:r>
              <a:endParaRPr lang="en-US" altLang="zh-CN" sz="13800" dirty="0">
                <a:solidFill>
                  <a:schemeClr val="bg1"/>
                </a:solidFill>
                <a:cs typeface="黑体-简" panose="02000000000000000000" charset="-122"/>
              </a:endParaRPr>
            </a:p>
          </p:txBody>
        </p:sp>
        <p:sp>
          <p:nvSpPr>
            <p:cNvPr id="9" name="标题 1"/>
            <p:cNvSpPr>
              <a:spLocks noGrp="1"/>
            </p:cNvSpPr>
            <p:nvPr userDrawn="1">
              <p:custDataLst>
                <p:tags r:id="rId8"/>
              </p:custDataLst>
            </p:nvPr>
          </p:nvSpPr>
          <p:spPr>
            <a:xfrm>
              <a:off x="1213" y="4601"/>
              <a:ext cx="3504" cy="2308"/>
            </a:xfrm>
            <a:prstGeom prst="rect">
              <a:avLst/>
            </a:prstGeom>
            <a:effectLst>
              <a:outerShdw blurRad="50800" dist="38100" dir="2700000" algn="tl" rotWithShape="0">
                <a:prstClr val="black">
                  <a:alpha val="40000"/>
                </a:prstClr>
              </a:outerShdw>
            </a:effectLst>
          </p:spPr>
          <p:txBody>
            <a:bodyPr vert="horz" lIns="90000" tIns="46800" rIns="90000" bIns="46800" rtlCol="0" anchor="b" anchorCtr="0"/>
            <a:lstStyle>
              <a:lvl1pPr>
                <a:defRPr sz="4400">
                  <a:latin typeface="Source Han Sans SC Regular" charset="-122"/>
                  <a:ea typeface="Source Han Sans SC Regular" charset="-122"/>
                </a:defRPr>
              </a:lvl1pPr>
            </a:lstStyle>
            <a:p>
              <a:r>
                <a:rPr lang="en-US" altLang="zh-CN" sz="4800" b="1" dirty="0">
                  <a:solidFill>
                    <a:schemeClr val="bg1"/>
                  </a:solidFill>
                  <a:latin typeface="Source Han Sans SC Bold" charset="-122"/>
                  <a:ea typeface="Source Han Sans SC Bold" charset="-122"/>
                  <a:cs typeface="黑体-简" panose="02000000000000000000" charset="-122"/>
                </a:rPr>
                <a:t>PART</a:t>
              </a:r>
              <a:endParaRPr lang="en-US" altLang="zh-CN" sz="4800" b="1" dirty="0">
                <a:solidFill>
                  <a:schemeClr val="bg1"/>
                </a:solidFill>
                <a:latin typeface="Source Han Sans SC Bold" charset="-122"/>
                <a:ea typeface="Source Han Sans SC Bold" charset="-122"/>
                <a:cs typeface="黑体-简" panose="02000000000000000000" charset="-122"/>
              </a:endParaRPr>
            </a:p>
          </p:txBody>
        </p:sp>
      </p:grpSp>
      <p:sp>
        <p:nvSpPr>
          <p:cNvPr id="72" name="矩形 71"/>
          <p:cNvSpPr/>
          <p:nvPr userDrawn="1"/>
        </p:nvSpPr>
        <p:spPr>
          <a:xfrm>
            <a:off x="635" y="2095500"/>
            <a:ext cx="154940" cy="2663825"/>
          </a:xfrm>
          <a:prstGeom prst="rect">
            <a:avLst/>
          </a:prstGeom>
          <a:solidFill>
            <a:srgbClr val="39D4EE"/>
          </a:solidFill>
          <a:ln w="25400" cap="flat" cmpd="sng" algn="ctr">
            <a:noFill/>
            <a:prstDash val="solid"/>
          </a:ln>
          <a:effectLst/>
        </p:spPr>
        <p:txBody>
          <a:bodyPr rtlCol="0" anchor="ctr"/>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黑体-简" panose="02000000000000000000" charset="-122"/>
              <a:ea typeface="黑体-简" panose="02000000000000000000" charset="-122"/>
              <a:cs typeface="黑体-简" panose="02000000000000000000" charset="-122"/>
            </a:endParaRPr>
          </a:p>
        </p:txBody>
      </p:sp>
      <p:pic>
        <p:nvPicPr>
          <p:cNvPr id="37" name="图片 36" descr="拼音-21"/>
          <p:cNvPicPr>
            <a:picLocks noChangeAspect="1"/>
          </p:cNvPicPr>
          <p:nvPr userDrawn="1"/>
        </p:nvPicPr>
        <p:blipFill>
          <a:blip r:embed="rId9">
            <a:extLst>
              <a:ext uri="{96DAC541-7B7A-43D3-8B79-37D633B846F1}">
                <asvg:svgBlip xmlns:asvg="http://schemas.microsoft.com/office/drawing/2016/SVG/main" r:embed="rId10"/>
              </a:ext>
            </a:extLst>
          </a:blip>
          <a:stretch>
            <a:fillRect/>
          </a:stretch>
        </p:blipFill>
        <p:spPr>
          <a:xfrm>
            <a:off x="749300" y="437515"/>
            <a:ext cx="2529205" cy="685165"/>
          </a:xfrm>
          <a:prstGeom prst="rect">
            <a:avLst/>
          </a:prstGeom>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secHead" preserve="1">
  <p:cSld name="2_节标题">
    <p:spTree>
      <p:nvGrpSpPr>
        <p:cNvPr id="1" name=""/>
        <p:cNvGrpSpPr/>
        <p:nvPr/>
      </p:nvGrpSpPr>
      <p:grpSpPr>
        <a:xfrm>
          <a:off x="0" y="0"/>
          <a:ext cx="0" cy="0"/>
          <a:chOff x="0" y="0"/>
          <a:chExt cx="0" cy="0"/>
        </a:xfrm>
      </p:grpSpPr>
      <p:sp>
        <p:nvSpPr>
          <p:cNvPr id="40" name="矩形 39"/>
          <p:cNvSpPr/>
          <p:nvPr userDrawn="1"/>
        </p:nvSpPr>
        <p:spPr>
          <a:xfrm>
            <a:off x="0" y="-635"/>
            <a:ext cx="12191365" cy="6859270"/>
          </a:xfrm>
          <a:prstGeom prst="rect">
            <a:avLst/>
          </a:prstGeom>
          <a:gradFill>
            <a:gsLst>
              <a:gs pos="0">
                <a:srgbClr val="9ED9F6">
                  <a:alpha val="20000"/>
                </a:srgbClr>
              </a:gs>
              <a:gs pos="100000">
                <a:srgbClr val="00A0E9"/>
              </a:gs>
            </a:gsLst>
            <a:lin ang="4140000" scaled="0"/>
          </a:gradFill>
          <a:ln w="25400" cap="flat" cmpd="sng" algn="ctr">
            <a:noFill/>
            <a:prstDash val="solid"/>
          </a:ln>
          <a:effectLst/>
        </p:spPr>
        <p:txBody>
          <a:bodyPr rtlCol="0" anchor="ctr"/>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黑体-简" panose="02000000000000000000" charset="-122"/>
              <a:ea typeface="黑体-简" panose="02000000000000000000" charset="-122"/>
              <a:cs typeface="黑体-简" panose="02000000000000000000" charset="-122"/>
            </a:endParaRPr>
          </a:p>
        </p:txBody>
      </p:sp>
      <p:sp>
        <p:nvSpPr>
          <p:cNvPr id="64" name="矩形 63"/>
          <p:cNvSpPr/>
          <p:nvPr userDrawn="1"/>
        </p:nvSpPr>
        <p:spPr>
          <a:xfrm>
            <a:off x="156210" y="153000"/>
            <a:ext cx="11880215" cy="6552000"/>
          </a:xfrm>
          <a:prstGeom prst="rect">
            <a:avLst/>
          </a:prstGeom>
          <a:solidFill>
            <a:srgbClr val="FFFFFF"/>
          </a:solidFill>
          <a:ln w="25400" cap="flat" cmpd="sng" algn="ctr">
            <a:noFill/>
            <a:prstDash val="solid"/>
          </a:ln>
          <a:effectLst/>
        </p:spPr>
        <p:txBody>
          <a:bodyPr rtlCol="0" anchor="ctr"/>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黑体-简" panose="02000000000000000000" charset="-122"/>
              <a:ea typeface="黑体-简" panose="02000000000000000000" charset="-122"/>
              <a:cs typeface="黑体-简" panose="02000000000000000000" charset="-122"/>
            </a:endParaRPr>
          </a:p>
        </p:txBody>
      </p:sp>
      <p:sp>
        <p:nvSpPr>
          <p:cNvPr id="65" name="矩形 64"/>
          <p:cNvSpPr/>
          <p:nvPr userDrawn="1"/>
        </p:nvSpPr>
        <p:spPr>
          <a:xfrm>
            <a:off x="155575" y="1810385"/>
            <a:ext cx="11881485" cy="3230245"/>
          </a:xfrm>
          <a:prstGeom prst="rect">
            <a:avLst/>
          </a:prstGeom>
          <a:solidFill>
            <a:srgbClr val="9ED9F6">
              <a:alpha val="30000"/>
            </a:srgbClr>
          </a:solidFill>
          <a:ln w="25400" cap="flat" cmpd="sng" algn="ctr">
            <a:noFill/>
            <a:prstDash val="solid"/>
          </a:ln>
          <a:effectLst/>
        </p:spPr>
        <p:txBody>
          <a:bodyPr rtlCol="0" anchor="ctr"/>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黑体-简" panose="02000000000000000000" charset="-122"/>
              <a:ea typeface="黑体-简" panose="02000000000000000000" charset="-122"/>
              <a:cs typeface="黑体-简" panose="02000000000000000000" charset="-122"/>
            </a:endParaRPr>
          </a:p>
        </p:txBody>
      </p:sp>
      <p:sp>
        <p:nvSpPr>
          <p:cNvPr id="7" name="矩形 6"/>
          <p:cNvSpPr/>
          <p:nvPr userDrawn="1"/>
        </p:nvSpPr>
        <p:spPr>
          <a:xfrm>
            <a:off x="0" y="2096770"/>
            <a:ext cx="5147945" cy="2663825"/>
          </a:xfrm>
          <a:prstGeom prst="rect">
            <a:avLst/>
          </a:prstGeom>
          <a:gradFill>
            <a:gsLst>
              <a:gs pos="0">
                <a:srgbClr val="9ED9F6"/>
              </a:gs>
              <a:gs pos="100000">
                <a:srgbClr val="00A0E9"/>
              </a:gs>
            </a:gsLst>
            <a:lin ang="5400000" scaled="0"/>
          </a:gradFill>
          <a:ln w="25400" cap="flat" cmpd="sng" algn="ctr">
            <a:noFill/>
            <a:prstDash val="solid"/>
          </a:ln>
          <a:effectLst/>
        </p:spPr>
        <p:txBody>
          <a:bodyPr rtlCol="0" anchor="ctr"/>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黑体-简" panose="02000000000000000000" charset="-122"/>
              <a:ea typeface="黑体-简" panose="02000000000000000000" charset="-122"/>
              <a:cs typeface="黑体-简" panose="02000000000000000000" charset="-122"/>
            </a:endParaRPr>
          </a:p>
        </p:txBody>
      </p:sp>
      <p:sp>
        <p:nvSpPr>
          <p:cNvPr id="13" name="矩形 12"/>
          <p:cNvSpPr/>
          <p:nvPr userDrawn="1"/>
        </p:nvSpPr>
        <p:spPr>
          <a:xfrm>
            <a:off x="5231765" y="2096770"/>
            <a:ext cx="6960870" cy="2663825"/>
          </a:xfrm>
          <a:prstGeom prst="rect">
            <a:avLst/>
          </a:prstGeom>
          <a:gradFill>
            <a:gsLst>
              <a:gs pos="0">
                <a:srgbClr val="9ED9F6"/>
              </a:gs>
              <a:gs pos="100000">
                <a:srgbClr val="00A0E9"/>
              </a:gs>
            </a:gsLst>
            <a:lin ang="5400000" scaled="0"/>
          </a:gradFill>
          <a:ln w="25400" cap="flat" cmpd="sng" algn="ctr">
            <a:noFill/>
            <a:prstDash val="solid"/>
          </a:ln>
          <a:effectLst/>
        </p:spPr>
        <p:txBody>
          <a:bodyPr rtlCol="0" anchor="ctr"/>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黑体-简" panose="02000000000000000000" charset="-122"/>
              <a:ea typeface="黑体-简" panose="02000000000000000000" charset="-122"/>
              <a:cs typeface="黑体-简" panose="02000000000000000000" charset="-122"/>
            </a:endParaRPr>
          </a:p>
        </p:txBody>
      </p:sp>
      <p:sp>
        <p:nvSpPr>
          <p:cNvPr id="2" name="标题 1"/>
          <p:cNvSpPr>
            <a:spLocks noGrp="1"/>
          </p:cNvSpPr>
          <p:nvPr>
            <p:ph type="title" hasCustomPrompt="1"/>
            <p:custDataLst>
              <p:tags r:id="rId2"/>
            </p:custDataLst>
          </p:nvPr>
        </p:nvSpPr>
        <p:spPr>
          <a:xfrm>
            <a:off x="5864225" y="2745105"/>
            <a:ext cx="5890260" cy="808990"/>
          </a:xfrm>
          <a:effectLst>
            <a:outerShdw blurRad="50800" dist="38100" dir="2700000" algn="tl" rotWithShape="0">
              <a:prstClr val="black">
                <a:alpha val="40000"/>
              </a:prstClr>
            </a:outerShdw>
          </a:effectLst>
        </p:spPr>
        <p:txBody>
          <a:bodyPr lIns="90000" tIns="46800" rIns="90000" bIns="46800" anchor="b" anchorCtr="0">
            <a:normAutofit/>
          </a:bodyPr>
          <a:lstStyle>
            <a:lvl1pPr>
              <a:defRPr sz="4400" b="1">
                <a:solidFill>
                  <a:schemeClr val="bg1"/>
                </a:solidFill>
                <a:latin typeface="Source Han Sans SC Bold" charset="-122"/>
                <a:ea typeface="Source Han Sans SC Bold" charset="-122"/>
              </a:defRPr>
            </a:lvl1pPr>
          </a:lstStyle>
          <a:p>
            <a:r>
              <a:rPr lang="zh-CN" altLang="en-US" dirty="0"/>
              <a:t>章节</a:t>
            </a:r>
            <a:r>
              <a:rPr lang="zh-CN" altLang="en-US" dirty="0"/>
              <a:t>标题</a:t>
            </a:r>
            <a:endParaRPr lang="zh-CN" altLang="en-US" dirty="0"/>
          </a:p>
        </p:txBody>
      </p:sp>
      <p:sp>
        <p:nvSpPr>
          <p:cNvPr id="3" name="文本占位符 2"/>
          <p:cNvSpPr>
            <a:spLocks noGrp="1"/>
          </p:cNvSpPr>
          <p:nvPr>
            <p:ph type="body" idx="1" hasCustomPrompt="1"/>
            <p:custDataLst>
              <p:tags r:id="rId3"/>
            </p:custDataLst>
          </p:nvPr>
        </p:nvSpPr>
        <p:spPr>
          <a:xfrm>
            <a:off x="5864225" y="3554095"/>
            <a:ext cx="5890260" cy="867410"/>
          </a:xfrm>
          <a:effectLst>
            <a:outerShdw blurRad="50800" dist="38100" dir="2700000" algn="tl" rotWithShape="0">
              <a:prstClr val="black">
                <a:alpha val="40000"/>
              </a:prstClr>
            </a:outerShdw>
          </a:effectLst>
        </p:spPr>
        <p:txBody>
          <a:bodyPr lIns="90000" tIns="46800" rIns="90000" bIns="46800">
            <a:normAutofit/>
          </a:bodyPr>
          <a:lstStyle>
            <a:lvl1pPr marL="0" indent="0">
              <a:buNone/>
              <a:defRPr sz="1800">
                <a:solidFill>
                  <a:schemeClr val="bg1"/>
                </a:solidFill>
                <a:latin typeface="Source Han Sans SC Regular" charset="-122"/>
                <a:ea typeface="Source Han Sans SC Regular" charset="-122"/>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
        <p:nvSpPr>
          <p:cNvPr id="66" name="右箭头 65"/>
          <p:cNvSpPr/>
          <p:nvPr userDrawn="1"/>
        </p:nvSpPr>
        <p:spPr>
          <a:xfrm>
            <a:off x="0" y="2611120"/>
            <a:ext cx="1443990" cy="421640"/>
          </a:xfrm>
          <a:prstGeom prst="rightArrow">
            <a:avLst/>
          </a:prstGeom>
          <a:gradFill>
            <a:gsLst>
              <a:gs pos="0">
                <a:srgbClr val="9ED9F6">
                  <a:alpha val="17000"/>
                </a:srgbClr>
              </a:gs>
              <a:gs pos="100000">
                <a:srgbClr val="00A0E9">
                  <a:alpha val="34000"/>
                </a:srgbClr>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黑体-简" panose="02000000000000000000" charset="-122"/>
            </a:endParaRPr>
          </a:p>
        </p:txBody>
      </p:sp>
      <p:sp>
        <p:nvSpPr>
          <p:cNvPr id="67" name="右箭头 66"/>
          <p:cNvSpPr/>
          <p:nvPr userDrawn="1"/>
        </p:nvSpPr>
        <p:spPr>
          <a:xfrm>
            <a:off x="635" y="3232150"/>
            <a:ext cx="1912620" cy="1480185"/>
          </a:xfrm>
          <a:prstGeom prst="rightArrow">
            <a:avLst/>
          </a:prstGeom>
          <a:gradFill>
            <a:gsLst>
              <a:gs pos="0">
                <a:srgbClr val="9ED9F6">
                  <a:alpha val="17000"/>
                </a:srgbClr>
              </a:gs>
              <a:gs pos="100000">
                <a:srgbClr val="00A0E9">
                  <a:alpha val="34000"/>
                </a:srgbClr>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黑体-简" panose="02000000000000000000" charset="-122"/>
            </a:endParaRPr>
          </a:p>
        </p:txBody>
      </p:sp>
      <p:sp>
        <p:nvSpPr>
          <p:cNvPr id="68" name="右箭头 67"/>
          <p:cNvSpPr/>
          <p:nvPr userDrawn="1"/>
        </p:nvSpPr>
        <p:spPr>
          <a:xfrm>
            <a:off x="156210" y="2216150"/>
            <a:ext cx="1756410" cy="615315"/>
          </a:xfrm>
          <a:prstGeom prst="rightArrow">
            <a:avLst/>
          </a:prstGeom>
          <a:gradFill>
            <a:gsLst>
              <a:gs pos="0">
                <a:srgbClr val="9ED9F6">
                  <a:alpha val="17000"/>
                </a:srgbClr>
              </a:gs>
              <a:gs pos="100000">
                <a:srgbClr val="00A0E9">
                  <a:alpha val="34000"/>
                </a:srgbClr>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黑体-简" panose="02000000000000000000" charset="-122"/>
            </a:endParaRPr>
          </a:p>
        </p:txBody>
      </p:sp>
      <p:sp>
        <p:nvSpPr>
          <p:cNvPr id="69" name="右箭头 68"/>
          <p:cNvSpPr/>
          <p:nvPr userDrawn="1"/>
        </p:nvSpPr>
        <p:spPr>
          <a:xfrm>
            <a:off x="635" y="2921635"/>
            <a:ext cx="2515870" cy="970280"/>
          </a:xfrm>
          <a:prstGeom prst="rightArrow">
            <a:avLst/>
          </a:prstGeom>
          <a:gradFill>
            <a:gsLst>
              <a:gs pos="0">
                <a:srgbClr val="9ED9F6">
                  <a:alpha val="17000"/>
                </a:srgbClr>
              </a:gs>
              <a:gs pos="100000">
                <a:srgbClr val="00A0E9">
                  <a:alpha val="34000"/>
                </a:srgbClr>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黑体-简" panose="02000000000000000000" charset="-122"/>
            </a:endParaRPr>
          </a:p>
        </p:txBody>
      </p:sp>
      <p:grpSp>
        <p:nvGrpSpPr>
          <p:cNvPr id="70" name="组合 69"/>
          <p:cNvGrpSpPr/>
          <p:nvPr userDrawn="1"/>
        </p:nvGrpSpPr>
        <p:grpSpPr>
          <a:xfrm>
            <a:off x="770255" y="2095500"/>
            <a:ext cx="4377055" cy="2664460"/>
            <a:chOff x="1213" y="3300"/>
            <a:chExt cx="6893" cy="4196"/>
          </a:xfrm>
        </p:grpSpPr>
        <p:sp>
          <p:nvSpPr>
            <p:cNvPr id="15" name="标题 1"/>
            <p:cNvSpPr>
              <a:spLocks noGrp="1"/>
            </p:cNvSpPr>
            <p:nvPr userDrawn="1">
              <p:custDataLst>
                <p:tags r:id="rId7"/>
              </p:custDataLst>
            </p:nvPr>
          </p:nvSpPr>
          <p:spPr>
            <a:xfrm>
              <a:off x="3962" y="3300"/>
              <a:ext cx="4145" cy="4196"/>
            </a:xfrm>
            <a:prstGeom prst="rect">
              <a:avLst/>
            </a:prstGeom>
            <a:effectLst>
              <a:outerShdw blurRad="50800" dist="38100" dir="2700000" algn="tl" rotWithShape="0">
                <a:prstClr val="black">
                  <a:alpha val="40000"/>
                </a:prstClr>
              </a:outerShdw>
            </a:effectLst>
          </p:spPr>
          <p:txBody>
            <a:bodyPr vert="horz" lIns="90000" tIns="46800" rIns="90000" bIns="46800" rtlCol="0" anchor="b" anchorCtr="0"/>
            <a:lstStyle>
              <a:lvl1pPr>
                <a:defRPr sz="4400" b="1">
                  <a:solidFill>
                    <a:schemeClr val="bg1"/>
                  </a:solidFill>
                  <a:latin typeface="Source Han Sans SC Bold" charset="-122"/>
                  <a:ea typeface="Source Han Sans SC Bold" charset="-122"/>
                </a:defRPr>
              </a:lvl1pPr>
            </a:lstStyle>
            <a:p>
              <a:r>
                <a:rPr lang="en-US" altLang="zh-CN" sz="13800" dirty="0">
                  <a:solidFill>
                    <a:schemeClr val="bg1"/>
                  </a:solidFill>
                  <a:cs typeface="黑体-简" panose="02000000000000000000" charset="-122"/>
                </a:rPr>
                <a:t>03</a:t>
              </a:r>
              <a:endParaRPr lang="en-US" altLang="zh-CN" sz="13800" dirty="0">
                <a:solidFill>
                  <a:schemeClr val="bg1"/>
                </a:solidFill>
                <a:cs typeface="黑体-简" panose="02000000000000000000" charset="-122"/>
              </a:endParaRPr>
            </a:p>
          </p:txBody>
        </p:sp>
        <p:sp>
          <p:nvSpPr>
            <p:cNvPr id="9" name="标题 1"/>
            <p:cNvSpPr>
              <a:spLocks noGrp="1"/>
            </p:cNvSpPr>
            <p:nvPr userDrawn="1">
              <p:custDataLst>
                <p:tags r:id="rId8"/>
              </p:custDataLst>
            </p:nvPr>
          </p:nvSpPr>
          <p:spPr>
            <a:xfrm>
              <a:off x="1213" y="4601"/>
              <a:ext cx="3504" cy="2308"/>
            </a:xfrm>
            <a:prstGeom prst="rect">
              <a:avLst/>
            </a:prstGeom>
            <a:effectLst>
              <a:outerShdw blurRad="50800" dist="38100" dir="2700000" algn="tl" rotWithShape="0">
                <a:prstClr val="black">
                  <a:alpha val="40000"/>
                </a:prstClr>
              </a:outerShdw>
            </a:effectLst>
          </p:spPr>
          <p:txBody>
            <a:bodyPr vert="horz" lIns="90000" tIns="46800" rIns="90000" bIns="46800" rtlCol="0" anchor="b" anchorCtr="0"/>
            <a:lstStyle>
              <a:lvl1pPr>
                <a:defRPr sz="4400">
                  <a:latin typeface="Source Han Sans SC Regular" charset="-122"/>
                  <a:ea typeface="Source Han Sans SC Regular" charset="-122"/>
                </a:defRPr>
              </a:lvl1pPr>
            </a:lstStyle>
            <a:p>
              <a:r>
                <a:rPr lang="en-US" altLang="zh-CN" sz="4800" b="1" dirty="0">
                  <a:solidFill>
                    <a:schemeClr val="bg1"/>
                  </a:solidFill>
                  <a:latin typeface="Source Han Sans SC Bold" charset="-122"/>
                  <a:ea typeface="Source Han Sans SC Bold" charset="-122"/>
                  <a:cs typeface="黑体-简" panose="02000000000000000000" charset="-122"/>
                </a:rPr>
                <a:t>PART</a:t>
              </a:r>
              <a:endParaRPr lang="en-US" altLang="zh-CN" sz="4800" b="1" dirty="0">
                <a:solidFill>
                  <a:schemeClr val="bg1"/>
                </a:solidFill>
                <a:latin typeface="Source Han Sans SC Bold" charset="-122"/>
                <a:ea typeface="Source Han Sans SC Bold" charset="-122"/>
                <a:cs typeface="黑体-简" panose="02000000000000000000" charset="-122"/>
              </a:endParaRPr>
            </a:p>
          </p:txBody>
        </p:sp>
      </p:grpSp>
      <p:sp>
        <p:nvSpPr>
          <p:cNvPr id="72" name="矩形 71"/>
          <p:cNvSpPr/>
          <p:nvPr userDrawn="1"/>
        </p:nvSpPr>
        <p:spPr>
          <a:xfrm>
            <a:off x="635" y="2095500"/>
            <a:ext cx="154940" cy="2663825"/>
          </a:xfrm>
          <a:prstGeom prst="rect">
            <a:avLst/>
          </a:prstGeom>
          <a:solidFill>
            <a:srgbClr val="39D4EE"/>
          </a:solidFill>
          <a:ln w="25400" cap="flat" cmpd="sng" algn="ctr">
            <a:noFill/>
            <a:prstDash val="solid"/>
          </a:ln>
          <a:effectLst/>
        </p:spPr>
        <p:txBody>
          <a:bodyPr rtlCol="0" anchor="ctr"/>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黑体-简" panose="02000000000000000000" charset="-122"/>
              <a:ea typeface="黑体-简" panose="02000000000000000000" charset="-122"/>
              <a:cs typeface="黑体-简" panose="02000000000000000000" charset="-122"/>
            </a:endParaRPr>
          </a:p>
        </p:txBody>
      </p:sp>
      <p:pic>
        <p:nvPicPr>
          <p:cNvPr id="37" name="图片 36" descr="拼音-21"/>
          <p:cNvPicPr>
            <a:picLocks noChangeAspect="1"/>
          </p:cNvPicPr>
          <p:nvPr userDrawn="1"/>
        </p:nvPicPr>
        <p:blipFill>
          <a:blip r:embed="rId9">
            <a:extLst>
              <a:ext uri="{96DAC541-7B7A-43D3-8B79-37D633B846F1}">
                <asvg:svgBlip xmlns:asvg="http://schemas.microsoft.com/office/drawing/2016/SVG/main" r:embed="rId10"/>
              </a:ext>
            </a:extLst>
          </a:blip>
          <a:stretch>
            <a:fillRect/>
          </a:stretch>
        </p:blipFill>
        <p:spPr>
          <a:xfrm>
            <a:off x="749300" y="437515"/>
            <a:ext cx="2529205" cy="685165"/>
          </a:xfrm>
          <a:prstGeom prst="rect">
            <a:avLst/>
          </a:prstGeom>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secHead" preserve="1">
  <p:cSld name="3_节标题">
    <p:spTree>
      <p:nvGrpSpPr>
        <p:cNvPr id="1" name=""/>
        <p:cNvGrpSpPr/>
        <p:nvPr/>
      </p:nvGrpSpPr>
      <p:grpSpPr>
        <a:xfrm>
          <a:off x="0" y="0"/>
          <a:ext cx="0" cy="0"/>
          <a:chOff x="0" y="0"/>
          <a:chExt cx="0" cy="0"/>
        </a:xfrm>
      </p:grpSpPr>
      <p:sp>
        <p:nvSpPr>
          <p:cNvPr id="40" name="矩形 39"/>
          <p:cNvSpPr/>
          <p:nvPr userDrawn="1"/>
        </p:nvSpPr>
        <p:spPr>
          <a:xfrm>
            <a:off x="0" y="-635"/>
            <a:ext cx="12191365" cy="6859270"/>
          </a:xfrm>
          <a:prstGeom prst="rect">
            <a:avLst/>
          </a:prstGeom>
          <a:gradFill>
            <a:gsLst>
              <a:gs pos="0">
                <a:srgbClr val="9ED9F6">
                  <a:alpha val="20000"/>
                </a:srgbClr>
              </a:gs>
              <a:gs pos="100000">
                <a:srgbClr val="00A0E9"/>
              </a:gs>
            </a:gsLst>
            <a:lin ang="4140000" scaled="0"/>
          </a:gradFill>
          <a:ln w="25400" cap="flat" cmpd="sng" algn="ctr">
            <a:noFill/>
            <a:prstDash val="solid"/>
          </a:ln>
          <a:effectLst/>
        </p:spPr>
        <p:txBody>
          <a:bodyPr rtlCol="0" anchor="ctr"/>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黑体-简" panose="02000000000000000000" charset="-122"/>
              <a:ea typeface="黑体-简" panose="02000000000000000000" charset="-122"/>
              <a:cs typeface="黑体-简" panose="02000000000000000000" charset="-122"/>
            </a:endParaRPr>
          </a:p>
        </p:txBody>
      </p:sp>
      <p:sp>
        <p:nvSpPr>
          <p:cNvPr id="64" name="矩形 63"/>
          <p:cNvSpPr/>
          <p:nvPr userDrawn="1"/>
        </p:nvSpPr>
        <p:spPr>
          <a:xfrm>
            <a:off x="156210" y="153000"/>
            <a:ext cx="11880215" cy="6552000"/>
          </a:xfrm>
          <a:prstGeom prst="rect">
            <a:avLst/>
          </a:prstGeom>
          <a:solidFill>
            <a:srgbClr val="FFFFFF"/>
          </a:solidFill>
          <a:ln w="25400" cap="flat" cmpd="sng" algn="ctr">
            <a:noFill/>
            <a:prstDash val="solid"/>
          </a:ln>
          <a:effectLst/>
        </p:spPr>
        <p:txBody>
          <a:bodyPr rtlCol="0" anchor="ctr"/>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黑体-简" panose="02000000000000000000" charset="-122"/>
              <a:ea typeface="黑体-简" panose="02000000000000000000" charset="-122"/>
              <a:cs typeface="黑体-简" panose="02000000000000000000" charset="-122"/>
            </a:endParaRPr>
          </a:p>
        </p:txBody>
      </p:sp>
      <p:sp>
        <p:nvSpPr>
          <p:cNvPr id="65" name="矩形 64"/>
          <p:cNvSpPr/>
          <p:nvPr userDrawn="1"/>
        </p:nvSpPr>
        <p:spPr>
          <a:xfrm>
            <a:off x="155575" y="1810385"/>
            <a:ext cx="11881485" cy="3230245"/>
          </a:xfrm>
          <a:prstGeom prst="rect">
            <a:avLst/>
          </a:prstGeom>
          <a:solidFill>
            <a:srgbClr val="9ED9F6">
              <a:alpha val="30000"/>
            </a:srgbClr>
          </a:solidFill>
          <a:ln w="25400" cap="flat" cmpd="sng" algn="ctr">
            <a:noFill/>
            <a:prstDash val="solid"/>
          </a:ln>
          <a:effectLst/>
        </p:spPr>
        <p:txBody>
          <a:bodyPr rtlCol="0" anchor="ctr"/>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黑体-简" panose="02000000000000000000" charset="-122"/>
              <a:ea typeface="黑体-简" panose="02000000000000000000" charset="-122"/>
              <a:cs typeface="黑体-简" panose="02000000000000000000" charset="-122"/>
            </a:endParaRPr>
          </a:p>
        </p:txBody>
      </p:sp>
      <p:sp>
        <p:nvSpPr>
          <p:cNvPr id="7" name="矩形 6"/>
          <p:cNvSpPr/>
          <p:nvPr userDrawn="1"/>
        </p:nvSpPr>
        <p:spPr>
          <a:xfrm>
            <a:off x="0" y="2096770"/>
            <a:ext cx="5147945" cy="2663825"/>
          </a:xfrm>
          <a:prstGeom prst="rect">
            <a:avLst/>
          </a:prstGeom>
          <a:gradFill>
            <a:gsLst>
              <a:gs pos="0">
                <a:srgbClr val="9ED9F6"/>
              </a:gs>
              <a:gs pos="100000">
                <a:srgbClr val="00A0E9"/>
              </a:gs>
            </a:gsLst>
            <a:lin ang="5400000" scaled="0"/>
          </a:gradFill>
          <a:ln w="25400" cap="flat" cmpd="sng" algn="ctr">
            <a:noFill/>
            <a:prstDash val="solid"/>
          </a:ln>
          <a:effectLst/>
        </p:spPr>
        <p:txBody>
          <a:bodyPr rtlCol="0" anchor="ctr"/>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黑体-简" panose="02000000000000000000" charset="-122"/>
              <a:ea typeface="黑体-简" panose="02000000000000000000" charset="-122"/>
              <a:cs typeface="黑体-简" panose="02000000000000000000" charset="-122"/>
            </a:endParaRPr>
          </a:p>
        </p:txBody>
      </p:sp>
      <p:sp>
        <p:nvSpPr>
          <p:cNvPr id="13" name="矩形 12"/>
          <p:cNvSpPr/>
          <p:nvPr userDrawn="1"/>
        </p:nvSpPr>
        <p:spPr>
          <a:xfrm>
            <a:off x="5231765" y="2096770"/>
            <a:ext cx="6960870" cy="2663825"/>
          </a:xfrm>
          <a:prstGeom prst="rect">
            <a:avLst/>
          </a:prstGeom>
          <a:gradFill>
            <a:gsLst>
              <a:gs pos="0">
                <a:srgbClr val="9ED9F6"/>
              </a:gs>
              <a:gs pos="100000">
                <a:srgbClr val="00A0E9"/>
              </a:gs>
            </a:gsLst>
            <a:lin ang="5400000" scaled="0"/>
          </a:gradFill>
          <a:ln w="25400" cap="flat" cmpd="sng" algn="ctr">
            <a:noFill/>
            <a:prstDash val="solid"/>
          </a:ln>
          <a:effectLst/>
        </p:spPr>
        <p:txBody>
          <a:bodyPr rtlCol="0" anchor="ctr"/>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黑体-简" panose="02000000000000000000" charset="-122"/>
              <a:ea typeface="黑体-简" panose="02000000000000000000" charset="-122"/>
              <a:cs typeface="黑体-简" panose="02000000000000000000" charset="-122"/>
            </a:endParaRPr>
          </a:p>
        </p:txBody>
      </p:sp>
      <p:sp>
        <p:nvSpPr>
          <p:cNvPr id="2" name="标题 1"/>
          <p:cNvSpPr>
            <a:spLocks noGrp="1"/>
          </p:cNvSpPr>
          <p:nvPr>
            <p:ph type="title" hasCustomPrompt="1"/>
            <p:custDataLst>
              <p:tags r:id="rId2"/>
            </p:custDataLst>
          </p:nvPr>
        </p:nvSpPr>
        <p:spPr>
          <a:xfrm>
            <a:off x="5864225" y="2745105"/>
            <a:ext cx="5890260" cy="808990"/>
          </a:xfrm>
          <a:effectLst>
            <a:outerShdw blurRad="50800" dist="38100" dir="2700000" algn="tl" rotWithShape="0">
              <a:prstClr val="black">
                <a:alpha val="40000"/>
              </a:prstClr>
            </a:outerShdw>
          </a:effectLst>
        </p:spPr>
        <p:txBody>
          <a:bodyPr lIns="90000" tIns="46800" rIns="90000" bIns="46800" anchor="b" anchorCtr="0">
            <a:normAutofit/>
          </a:bodyPr>
          <a:lstStyle>
            <a:lvl1pPr>
              <a:defRPr sz="4400" b="1">
                <a:solidFill>
                  <a:schemeClr val="bg1"/>
                </a:solidFill>
                <a:latin typeface="Source Han Sans SC Bold" charset="-122"/>
                <a:ea typeface="Source Han Sans SC Bold" charset="-122"/>
              </a:defRPr>
            </a:lvl1pPr>
          </a:lstStyle>
          <a:p>
            <a:r>
              <a:rPr lang="zh-CN" altLang="en-US" dirty="0"/>
              <a:t>章节</a:t>
            </a:r>
            <a:r>
              <a:rPr lang="zh-CN" altLang="en-US" dirty="0"/>
              <a:t>标题</a:t>
            </a:r>
            <a:endParaRPr lang="zh-CN" altLang="en-US" dirty="0"/>
          </a:p>
        </p:txBody>
      </p:sp>
      <p:sp>
        <p:nvSpPr>
          <p:cNvPr id="3" name="文本占位符 2"/>
          <p:cNvSpPr>
            <a:spLocks noGrp="1"/>
          </p:cNvSpPr>
          <p:nvPr>
            <p:ph type="body" idx="1" hasCustomPrompt="1"/>
            <p:custDataLst>
              <p:tags r:id="rId3"/>
            </p:custDataLst>
          </p:nvPr>
        </p:nvSpPr>
        <p:spPr>
          <a:xfrm>
            <a:off x="5864225" y="3554095"/>
            <a:ext cx="5890260" cy="867410"/>
          </a:xfrm>
          <a:effectLst>
            <a:outerShdw blurRad="50800" dist="38100" dir="2700000" algn="tl" rotWithShape="0">
              <a:prstClr val="black">
                <a:alpha val="40000"/>
              </a:prstClr>
            </a:outerShdw>
          </a:effectLst>
        </p:spPr>
        <p:txBody>
          <a:bodyPr lIns="90000" tIns="46800" rIns="90000" bIns="46800">
            <a:normAutofit/>
          </a:bodyPr>
          <a:lstStyle>
            <a:lvl1pPr marL="0" indent="0">
              <a:buNone/>
              <a:defRPr sz="1800">
                <a:solidFill>
                  <a:schemeClr val="bg1"/>
                </a:solidFill>
                <a:latin typeface="Source Han Sans SC Regular" charset="-122"/>
                <a:ea typeface="Source Han Sans SC Regular" charset="-122"/>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
        <p:nvSpPr>
          <p:cNvPr id="66" name="右箭头 65"/>
          <p:cNvSpPr/>
          <p:nvPr userDrawn="1"/>
        </p:nvSpPr>
        <p:spPr>
          <a:xfrm>
            <a:off x="0" y="2611120"/>
            <a:ext cx="1443990" cy="421640"/>
          </a:xfrm>
          <a:prstGeom prst="rightArrow">
            <a:avLst/>
          </a:prstGeom>
          <a:gradFill>
            <a:gsLst>
              <a:gs pos="0">
                <a:srgbClr val="9ED9F6">
                  <a:alpha val="17000"/>
                </a:srgbClr>
              </a:gs>
              <a:gs pos="100000">
                <a:srgbClr val="00A0E9">
                  <a:alpha val="34000"/>
                </a:srgbClr>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黑体-简" panose="02000000000000000000" charset="-122"/>
            </a:endParaRPr>
          </a:p>
        </p:txBody>
      </p:sp>
      <p:sp>
        <p:nvSpPr>
          <p:cNvPr id="67" name="右箭头 66"/>
          <p:cNvSpPr/>
          <p:nvPr userDrawn="1"/>
        </p:nvSpPr>
        <p:spPr>
          <a:xfrm>
            <a:off x="635" y="3232150"/>
            <a:ext cx="1912620" cy="1480185"/>
          </a:xfrm>
          <a:prstGeom prst="rightArrow">
            <a:avLst/>
          </a:prstGeom>
          <a:gradFill>
            <a:gsLst>
              <a:gs pos="0">
                <a:srgbClr val="9ED9F6">
                  <a:alpha val="17000"/>
                </a:srgbClr>
              </a:gs>
              <a:gs pos="100000">
                <a:srgbClr val="00A0E9">
                  <a:alpha val="34000"/>
                </a:srgbClr>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黑体-简" panose="02000000000000000000" charset="-122"/>
            </a:endParaRPr>
          </a:p>
        </p:txBody>
      </p:sp>
      <p:sp>
        <p:nvSpPr>
          <p:cNvPr id="68" name="右箭头 67"/>
          <p:cNvSpPr/>
          <p:nvPr userDrawn="1"/>
        </p:nvSpPr>
        <p:spPr>
          <a:xfrm>
            <a:off x="156210" y="2216150"/>
            <a:ext cx="1756410" cy="615315"/>
          </a:xfrm>
          <a:prstGeom prst="rightArrow">
            <a:avLst/>
          </a:prstGeom>
          <a:gradFill>
            <a:gsLst>
              <a:gs pos="0">
                <a:srgbClr val="9ED9F6">
                  <a:alpha val="17000"/>
                </a:srgbClr>
              </a:gs>
              <a:gs pos="100000">
                <a:srgbClr val="00A0E9">
                  <a:alpha val="34000"/>
                </a:srgbClr>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黑体-简" panose="02000000000000000000" charset="-122"/>
            </a:endParaRPr>
          </a:p>
        </p:txBody>
      </p:sp>
      <p:sp>
        <p:nvSpPr>
          <p:cNvPr id="69" name="右箭头 68"/>
          <p:cNvSpPr/>
          <p:nvPr userDrawn="1"/>
        </p:nvSpPr>
        <p:spPr>
          <a:xfrm>
            <a:off x="635" y="2921635"/>
            <a:ext cx="2515870" cy="970280"/>
          </a:xfrm>
          <a:prstGeom prst="rightArrow">
            <a:avLst/>
          </a:prstGeom>
          <a:gradFill>
            <a:gsLst>
              <a:gs pos="0">
                <a:srgbClr val="9ED9F6">
                  <a:alpha val="17000"/>
                </a:srgbClr>
              </a:gs>
              <a:gs pos="100000">
                <a:srgbClr val="00A0E9">
                  <a:alpha val="34000"/>
                </a:srgbClr>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黑体-简" panose="02000000000000000000" charset="-122"/>
            </a:endParaRPr>
          </a:p>
        </p:txBody>
      </p:sp>
      <p:grpSp>
        <p:nvGrpSpPr>
          <p:cNvPr id="70" name="组合 69"/>
          <p:cNvGrpSpPr/>
          <p:nvPr userDrawn="1"/>
        </p:nvGrpSpPr>
        <p:grpSpPr>
          <a:xfrm>
            <a:off x="770255" y="2095500"/>
            <a:ext cx="4377055" cy="2664460"/>
            <a:chOff x="1213" y="3300"/>
            <a:chExt cx="6893" cy="4196"/>
          </a:xfrm>
        </p:grpSpPr>
        <p:sp>
          <p:nvSpPr>
            <p:cNvPr id="15" name="标题 1"/>
            <p:cNvSpPr>
              <a:spLocks noGrp="1"/>
            </p:cNvSpPr>
            <p:nvPr userDrawn="1">
              <p:custDataLst>
                <p:tags r:id="rId7"/>
              </p:custDataLst>
            </p:nvPr>
          </p:nvSpPr>
          <p:spPr>
            <a:xfrm>
              <a:off x="3962" y="3300"/>
              <a:ext cx="4145" cy="4196"/>
            </a:xfrm>
            <a:prstGeom prst="rect">
              <a:avLst/>
            </a:prstGeom>
            <a:effectLst>
              <a:outerShdw blurRad="50800" dist="38100" dir="2700000" algn="tl" rotWithShape="0">
                <a:prstClr val="black">
                  <a:alpha val="40000"/>
                </a:prstClr>
              </a:outerShdw>
            </a:effectLst>
          </p:spPr>
          <p:txBody>
            <a:bodyPr vert="horz" lIns="90000" tIns="46800" rIns="90000" bIns="46800" rtlCol="0" anchor="b" anchorCtr="0"/>
            <a:lstStyle>
              <a:lvl1pPr>
                <a:defRPr sz="4400" b="1">
                  <a:solidFill>
                    <a:schemeClr val="bg1"/>
                  </a:solidFill>
                  <a:latin typeface="Source Han Sans SC Bold" charset="-122"/>
                  <a:ea typeface="Source Han Sans SC Bold" charset="-122"/>
                </a:defRPr>
              </a:lvl1pPr>
            </a:lstStyle>
            <a:p>
              <a:r>
                <a:rPr lang="en-US" altLang="zh-CN" sz="13800" dirty="0">
                  <a:solidFill>
                    <a:schemeClr val="bg1"/>
                  </a:solidFill>
                  <a:cs typeface="黑体-简" panose="02000000000000000000" charset="-122"/>
                </a:rPr>
                <a:t>04</a:t>
              </a:r>
              <a:endParaRPr lang="en-US" altLang="zh-CN" sz="13800" dirty="0">
                <a:solidFill>
                  <a:schemeClr val="bg1"/>
                </a:solidFill>
                <a:cs typeface="黑体-简" panose="02000000000000000000" charset="-122"/>
              </a:endParaRPr>
            </a:p>
          </p:txBody>
        </p:sp>
        <p:sp>
          <p:nvSpPr>
            <p:cNvPr id="9" name="标题 1"/>
            <p:cNvSpPr>
              <a:spLocks noGrp="1"/>
            </p:cNvSpPr>
            <p:nvPr userDrawn="1">
              <p:custDataLst>
                <p:tags r:id="rId8"/>
              </p:custDataLst>
            </p:nvPr>
          </p:nvSpPr>
          <p:spPr>
            <a:xfrm>
              <a:off x="1213" y="4601"/>
              <a:ext cx="3504" cy="2308"/>
            </a:xfrm>
            <a:prstGeom prst="rect">
              <a:avLst/>
            </a:prstGeom>
            <a:effectLst>
              <a:outerShdw blurRad="50800" dist="38100" dir="2700000" algn="tl" rotWithShape="0">
                <a:prstClr val="black">
                  <a:alpha val="40000"/>
                </a:prstClr>
              </a:outerShdw>
            </a:effectLst>
          </p:spPr>
          <p:txBody>
            <a:bodyPr vert="horz" lIns="90000" tIns="46800" rIns="90000" bIns="46800" rtlCol="0" anchor="b" anchorCtr="0"/>
            <a:lstStyle>
              <a:lvl1pPr>
                <a:defRPr sz="4400">
                  <a:latin typeface="Source Han Sans SC Regular" charset="-122"/>
                  <a:ea typeface="Source Han Sans SC Regular" charset="-122"/>
                </a:defRPr>
              </a:lvl1pPr>
            </a:lstStyle>
            <a:p>
              <a:r>
                <a:rPr lang="en-US" altLang="zh-CN" sz="4800" b="1" dirty="0">
                  <a:solidFill>
                    <a:schemeClr val="bg1"/>
                  </a:solidFill>
                  <a:latin typeface="Source Han Sans SC Bold" charset="-122"/>
                  <a:ea typeface="Source Han Sans SC Bold" charset="-122"/>
                  <a:cs typeface="黑体-简" panose="02000000000000000000" charset="-122"/>
                </a:rPr>
                <a:t>PART</a:t>
              </a:r>
              <a:endParaRPr lang="en-US" altLang="zh-CN" sz="4800" b="1" dirty="0">
                <a:solidFill>
                  <a:schemeClr val="bg1"/>
                </a:solidFill>
                <a:latin typeface="Source Han Sans SC Bold" charset="-122"/>
                <a:ea typeface="Source Han Sans SC Bold" charset="-122"/>
                <a:cs typeface="黑体-简" panose="02000000000000000000" charset="-122"/>
              </a:endParaRPr>
            </a:p>
          </p:txBody>
        </p:sp>
      </p:grpSp>
      <p:sp>
        <p:nvSpPr>
          <p:cNvPr id="72" name="矩形 71"/>
          <p:cNvSpPr/>
          <p:nvPr userDrawn="1"/>
        </p:nvSpPr>
        <p:spPr>
          <a:xfrm>
            <a:off x="635" y="2095500"/>
            <a:ext cx="154940" cy="2663825"/>
          </a:xfrm>
          <a:prstGeom prst="rect">
            <a:avLst/>
          </a:prstGeom>
          <a:solidFill>
            <a:srgbClr val="39D4EE"/>
          </a:solidFill>
          <a:ln w="25400" cap="flat" cmpd="sng" algn="ctr">
            <a:noFill/>
            <a:prstDash val="solid"/>
          </a:ln>
          <a:effectLst/>
        </p:spPr>
        <p:txBody>
          <a:bodyPr rtlCol="0" anchor="ctr"/>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黑体-简" panose="02000000000000000000" charset="-122"/>
              <a:ea typeface="黑体-简" panose="02000000000000000000" charset="-122"/>
              <a:cs typeface="黑体-简" panose="02000000000000000000" charset="-122"/>
            </a:endParaRPr>
          </a:p>
        </p:txBody>
      </p:sp>
      <p:pic>
        <p:nvPicPr>
          <p:cNvPr id="37" name="图片 36" descr="拼音-21"/>
          <p:cNvPicPr>
            <a:picLocks noChangeAspect="1"/>
          </p:cNvPicPr>
          <p:nvPr userDrawn="1"/>
        </p:nvPicPr>
        <p:blipFill>
          <a:blip r:embed="rId9">
            <a:extLst>
              <a:ext uri="{96DAC541-7B7A-43D3-8B79-37D633B846F1}">
                <asvg:svgBlip xmlns:asvg="http://schemas.microsoft.com/office/drawing/2016/SVG/main" r:embed="rId10"/>
              </a:ext>
            </a:extLst>
          </a:blip>
          <a:stretch>
            <a:fillRect/>
          </a:stretch>
        </p:blipFill>
        <p:spPr>
          <a:xfrm>
            <a:off x="749300" y="437515"/>
            <a:ext cx="2529205" cy="685165"/>
          </a:xfrm>
          <a:prstGeom prst="rect">
            <a:avLst/>
          </a:prstGeom>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123" name="任意多边形 122"/>
          <p:cNvSpPr/>
          <p:nvPr userDrawn="1"/>
        </p:nvSpPr>
        <p:spPr>
          <a:xfrm>
            <a:off x="0" y="1819275"/>
            <a:ext cx="7668895" cy="3046730"/>
          </a:xfrm>
          <a:custGeom>
            <a:avLst/>
            <a:gdLst>
              <a:gd name="connsiteX0" fmla="*/ 0 w 10565"/>
              <a:gd name="connsiteY0" fmla="*/ 0 h 4197"/>
              <a:gd name="connsiteX1" fmla="*/ 10565 w 10565"/>
              <a:gd name="connsiteY1" fmla="*/ 0 h 4197"/>
              <a:gd name="connsiteX2" fmla="*/ 8100 w 10565"/>
              <a:gd name="connsiteY2" fmla="*/ 4197 h 4197"/>
              <a:gd name="connsiteX3" fmla="*/ 0 w 10565"/>
              <a:gd name="connsiteY3" fmla="*/ 4181 h 4197"/>
              <a:gd name="connsiteX4" fmla="*/ 0 w 10565"/>
              <a:gd name="connsiteY4" fmla="*/ 0 h 41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565" h="4197">
                <a:moveTo>
                  <a:pt x="0" y="0"/>
                </a:moveTo>
                <a:lnTo>
                  <a:pt x="10565" y="0"/>
                </a:lnTo>
                <a:lnTo>
                  <a:pt x="8100" y="4197"/>
                </a:lnTo>
                <a:lnTo>
                  <a:pt x="0" y="4181"/>
                </a:lnTo>
                <a:lnTo>
                  <a:pt x="0" y="0"/>
                </a:lnTo>
                <a:close/>
              </a:path>
            </a:pathLst>
          </a:custGeom>
          <a:gradFill>
            <a:gsLst>
              <a:gs pos="0">
                <a:srgbClr val="9ED9F6"/>
              </a:gs>
              <a:gs pos="100000">
                <a:srgbClr val="00A0E9"/>
              </a:gs>
            </a:gsLst>
            <a:lin ang="54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黑体-简" panose="02000000000000000000" charset="-122"/>
            </a:endParaRPr>
          </a:p>
        </p:txBody>
      </p:sp>
      <p:sp>
        <p:nvSpPr>
          <p:cNvPr id="125" name="任意多边形 124"/>
          <p:cNvSpPr/>
          <p:nvPr userDrawn="1"/>
        </p:nvSpPr>
        <p:spPr>
          <a:xfrm rot="10800000">
            <a:off x="4618990" y="2147570"/>
            <a:ext cx="7668895" cy="3046730"/>
          </a:xfrm>
          <a:custGeom>
            <a:avLst/>
            <a:gdLst>
              <a:gd name="connsiteX0" fmla="*/ 0 w 10565"/>
              <a:gd name="connsiteY0" fmla="*/ 0 h 4197"/>
              <a:gd name="connsiteX1" fmla="*/ 10565 w 10565"/>
              <a:gd name="connsiteY1" fmla="*/ 0 h 4197"/>
              <a:gd name="connsiteX2" fmla="*/ 8100 w 10565"/>
              <a:gd name="connsiteY2" fmla="*/ 4197 h 4197"/>
              <a:gd name="connsiteX3" fmla="*/ 0 w 10565"/>
              <a:gd name="connsiteY3" fmla="*/ 4181 h 4197"/>
              <a:gd name="connsiteX4" fmla="*/ 0 w 10565"/>
              <a:gd name="connsiteY4" fmla="*/ 0 h 41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565" h="4197">
                <a:moveTo>
                  <a:pt x="0" y="0"/>
                </a:moveTo>
                <a:lnTo>
                  <a:pt x="10565" y="0"/>
                </a:lnTo>
                <a:lnTo>
                  <a:pt x="8100" y="4197"/>
                </a:lnTo>
                <a:lnTo>
                  <a:pt x="0" y="4181"/>
                </a:lnTo>
                <a:lnTo>
                  <a:pt x="0" y="0"/>
                </a:lnTo>
                <a:close/>
              </a:path>
            </a:pathLst>
          </a:custGeom>
          <a:gradFill>
            <a:gsLst>
              <a:gs pos="0">
                <a:srgbClr val="9ED9F6"/>
              </a:gs>
              <a:gs pos="100000">
                <a:srgbClr val="00A0E9"/>
              </a:gs>
            </a:gsLst>
            <a:lin ang="54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黑体-简" panose="02000000000000000000" charset="-122"/>
            </a:endParaRPr>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
        <p:nvSpPr>
          <p:cNvPr id="6" name="标题 5"/>
          <p:cNvSpPr>
            <a:spLocks noGrp="1"/>
          </p:cNvSpPr>
          <p:nvPr>
            <p:ph type="title" hasCustomPrompt="1"/>
            <p:custDataLst>
              <p:tags r:id="rId2"/>
            </p:custDataLst>
          </p:nvPr>
        </p:nvSpPr>
        <p:spPr>
          <a:xfrm>
            <a:off x="6096000" y="2745105"/>
            <a:ext cx="5658485" cy="808990"/>
          </a:xfrm>
          <a:effectLst>
            <a:outerShdw blurRad="50800" dist="38100" dir="2700000" algn="tl" rotWithShape="0">
              <a:prstClr val="black">
                <a:alpha val="40000"/>
              </a:prstClr>
            </a:outerShdw>
          </a:effectLst>
        </p:spPr>
        <p:txBody>
          <a:bodyPr lIns="90000" tIns="46800" rIns="90000" bIns="46800" anchor="b" anchorCtr="0">
            <a:normAutofit/>
          </a:bodyPr>
          <a:lstStyle>
            <a:lvl1pPr>
              <a:defRPr sz="4400" b="1">
                <a:solidFill>
                  <a:schemeClr val="bg1"/>
                </a:solidFill>
                <a:latin typeface="Source Han Sans SC Bold" charset="-122"/>
                <a:ea typeface="Source Han Sans SC Bold" charset="-122"/>
              </a:defRPr>
            </a:lvl1pPr>
          </a:lstStyle>
          <a:p>
            <a:r>
              <a:rPr lang="zh-CN" altLang="en-US" dirty="0"/>
              <a:t>章节</a:t>
            </a:r>
            <a:r>
              <a:rPr lang="zh-CN" altLang="en-US" dirty="0"/>
              <a:t>标题</a:t>
            </a:r>
            <a:endParaRPr lang="zh-CN" altLang="en-US" dirty="0"/>
          </a:p>
        </p:txBody>
      </p:sp>
      <p:sp>
        <p:nvSpPr>
          <p:cNvPr id="8" name="文本占位符 7"/>
          <p:cNvSpPr>
            <a:spLocks noGrp="1"/>
          </p:cNvSpPr>
          <p:nvPr>
            <p:ph type="body" idx="1" hasCustomPrompt="1"/>
            <p:custDataLst>
              <p:tags r:id="rId3"/>
            </p:custDataLst>
          </p:nvPr>
        </p:nvSpPr>
        <p:spPr>
          <a:xfrm>
            <a:off x="6096000" y="3554095"/>
            <a:ext cx="5658485" cy="867410"/>
          </a:xfrm>
          <a:effectLst>
            <a:outerShdw blurRad="50800" dist="38100" dir="2700000" algn="tl" rotWithShape="0">
              <a:prstClr val="black">
                <a:alpha val="40000"/>
              </a:prstClr>
            </a:outerShdw>
          </a:effectLst>
        </p:spPr>
        <p:txBody>
          <a:bodyPr lIns="90000" tIns="46800" rIns="90000" bIns="46800">
            <a:normAutofit/>
          </a:bodyPr>
          <a:lstStyle>
            <a:lvl1pPr marL="0" indent="0">
              <a:buNone/>
              <a:defRPr sz="1800">
                <a:solidFill>
                  <a:schemeClr val="bg1"/>
                </a:solidFill>
                <a:latin typeface="Source Han Sans SC Regular" charset="-122"/>
                <a:ea typeface="Source Han Sans SC Regular" charset="-122"/>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9" name="标题 1"/>
          <p:cNvSpPr>
            <a:spLocks noGrp="1"/>
          </p:cNvSpPr>
          <p:nvPr userDrawn="1">
            <p:custDataLst>
              <p:tags r:id="rId4"/>
            </p:custDataLst>
          </p:nvPr>
        </p:nvSpPr>
        <p:spPr>
          <a:xfrm>
            <a:off x="770255" y="2921635"/>
            <a:ext cx="2225040" cy="1465580"/>
          </a:xfrm>
          <a:prstGeom prst="rect">
            <a:avLst/>
          </a:prstGeom>
          <a:effectLst>
            <a:outerShdw blurRad="50800" dist="38100" dir="2700000" algn="tl" rotWithShape="0">
              <a:prstClr val="black">
                <a:alpha val="40000"/>
              </a:prstClr>
            </a:outerShdw>
          </a:effectLst>
        </p:spPr>
        <p:txBody>
          <a:bodyPr vert="horz" lIns="90000" tIns="46800" rIns="90000" bIns="46800" rtlCol="0" anchor="b" anchorCtr="0"/>
          <a:lstStyle>
            <a:lvl1pPr>
              <a:defRPr sz="4400">
                <a:latin typeface="Source Han Sans SC Regular" charset="-122"/>
                <a:ea typeface="Source Han Sans SC Regular" charset="-122"/>
              </a:defRPr>
            </a:lvl1pPr>
          </a:lstStyle>
          <a:p>
            <a:r>
              <a:rPr lang="en-US" altLang="zh-CN" sz="4800" b="1" dirty="0">
                <a:solidFill>
                  <a:srgbClr val="FFF899"/>
                </a:solidFill>
                <a:latin typeface="Source Han Sans SC Bold" charset="-122"/>
                <a:ea typeface="Source Han Sans SC Bold" charset="-122"/>
                <a:cs typeface="黑体-简" panose="02000000000000000000" charset="-122"/>
              </a:rPr>
              <a:t>PART</a:t>
            </a:r>
            <a:endParaRPr lang="en-US" altLang="zh-CN" sz="4800" b="1" dirty="0">
              <a:solidFill>
                <a:srgbClr val="FFF899"/>
              </a:solidFill>
              <a:latin typeface="Source Han Sans SC Bold" charset="-122"/>
              <a:ea typeface="Source Han Sans SC Bold" charset="-122"/>
              <a:cs typeface="黑体-简" panose="02000000000000000000" charset="-122"/>
            </a:endParaRPr>
          </a:p>
        </p:txBody>
      </p:sp>
      <p:sp>
        <p:nvSpPr>
          <p:cNvPr id="15" name="标题 1"/>
          <p:cNvSpPr>
            <a:spLocks noGrp="1"/>
          </p:cNvSpPr>
          <p:nvPr userDrawn="1">
            <p:custDataLst>
              <p:tags r:id="rId5"/>
            </p:custDataLst>
          </p:nvPr>
        </p:nvSpPr>
        <p:spPr>
          <a:xfrm>
            <a:off x="2515870" y="2095500"/>
            <a:ext cx="2632075" cy="2664460"/>
          </a:xfrm>
          <a:prstGeom prst="rect">
            <a:avLst/>
          </a:prstGeom>
          <a:effectLst>
            <a:outerShdw blurRad="50800" dist="38100" dir="2700000" algn="tl" rotWithShape="0">
              <a:prstClr val="black">
                <a:alpha val="40000"/>
              </a:prstClr>
            </a:outerShdw>
          </a:effectLst>
        </p:spPr>
        <p:txBody>
          <a:bodyPr vert="horz" lIns="90000" tIns="46800" rIns="90000" bIns="46800" rtlCol="0" anchor="b" anchorCtr="0"/>
          <a:lstStyle>
            <a:lvl1pPr>
              <a:defRPr sz="4400" b="1">
                <a:solidFill>
                  <a:schemeClr val="bg1"/>
                </a:solidFill>
                <a:latin typeface="Source Han Sans SC Bold" charset="-122"/>
                <a:ea typeface="Source Han Sans SC Bold" charset="-122"/>
              </a:defRPr>
            </a:lvl1pPr>
          </a:lstStyle>
          <a:p>
            <a:r>
              <a:rPr lang="en-US" altLang="zh-CN" sz="13800" dirty="0">
                <a:solidFill>
                  <a:srgbClr val="FFF899"/>
                </a:solidFill>
                <a:cs typeface="黑体-简" panose="02000000000000000000" charset="-122"/>
              </a:rPr>
              <a:t>01</a:t>
            </a:r>
            <a:endParaRPr lang="en-US" altLang="zh-CN" sz="13800" dirty="0">
              <a:solidFill>
                <a:srgbClr val="FFF899"/>
              </a:solidFill>
              <a:cs typeface="黑体-简" panose="02000000000000000000" charset="-122"/>
            </a:endParaRPr>
          </a:p>
        </p:txBody>
      </p:sp>
      <p:sp>
        <p:nvSpPr>
          <p:cNvPr id="16" name="矩形 15"/>
          <p:cNvSpPr/>
          <p:nvPr userDrawn="1"/>
        </p:nvSpPr>
        <p:spPr>
          <a:xfrm>
            <a:off x="0" y="1819275"/>
            <a:ext cx="531495" cy="3046095"/>
          </a:xfrm>
          <a:prstGeom prst="rect">
            <a:avLst/>
          </a:prstGeom>
          <a:solidFill>
            <a:srgbClr val="FFF899"/>
          </a:solidFill>
          <a:ln w="25400" cap="flat" cmpd="sng" algn="ctr">
            <a:noFill/>
            <a:prstDash val="solid"/>
          </a:ln>
          <a:effectLst/>
        </p:spPr>
        <p:txBody>
          <a:bodyPr rtlCol="0" anchor="ctr"/>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黑体-简" panose="02000000000000000000" charset="-122"/>
              <a:ea typeface="黑体-简" panose="02000000000000000000" charset="-122"/>
              <a:cs typeface="黑体-简" panose="02000000000000000000" charset="-122"/>
            </a:endParaRPr>
          </a:p>
        </p:txBody>
      </p:sp>
      <p:pic>
        <p:nvPicPr>
          <p:cNvPr id="37" name="图片 36" descr="拼音-21"/>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749300" y="437515"/>
            <a:ext cx="2529205" cy="685165"/>
          </a:xfrm>
          <a:prstGeom prst="rect">
            <a:avLst/>
          </a:prstGeom>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 preserve="1">
  <p:cSld name="2_标题幻灯片">
    <p:spTree>
      <p:nvGrpSpPr>
        <p:cNvPr id="1" name=""/>
        <p:cNvGrpSpPr/>
        <p:nvPr/>
      </p:nvGrpSpPr>
      <p:grpSpPr>
        <a:xfrm>
          <a:off x="0" y="0"/>
          <a:ext cx="0" cy="0"/>
          <a:chOff x="0" y="0"/>
          <a:chExt cx="0" cy="0"/>
        </a:xfrm>
      </p:grpSpPr>
      <p:pic>
        <p:nvPicPr>
          <p:cNvPr id="35" name="图片 34" descr="图片1"/>
          <p:cNvPicPr>
            <a:picLocks noChangeAspect="1"/>
          </p:cNvPicPr>
          <p:nvPr userDrawn="1"/>
        </p:nvPicPr>
        <p:blipFill>
          <a:blip r:embed="rId2">
            <a:alphaModFix amt="40000"/>
          </a:blip>
          <a:stretch>
            <a:fillRect/>
          </a:stretch>
        </p:blipFill>
        <p:spPr>
          <a:xfrm>
            <a:off x="-1270" y="0"/>
            <a:ext cx="12192635" cy="6858635"/>
          </a:xfrm>
          <a:prstGeom prst="rect">
            <a:avLst/>
          </a:prstGeom>
        </p:spPr>
      </p:pic>
      <p:sp>
        <p:nvSpPr>
          <p:cNvPr id="65" name="矩形 64"/>
          <p:cNvSpPr/>
          <p:nvPr userDrawn="1"/>
        </p:nvSpPr>
        <p:spPr>
          <a:xfrm>
            <a:off x="-635" y="1328420"/>
            <a:ext cx="12192000" cy="3533775"/>
          </a:xfrm>
          <a:prstGeom prst="rect">
            <a:avLst/>
          </a:prstGeom>
          <a:solidFill>
            <a:srgbClr val="9ED9F6">
              <a:alpha val="30000"/>
            </a:srgbClr>
          </a:solidFill>
          <a:ln w="25400" cap="flat" cmpd="sng" algn="ctr">
            <a:noFill/>
            <a:prstDash val="solid"/>
          </a:ln>
          <a:effectLst/>
        </p:spPr>
        <p:txBody>
          <a:bodyPr rtlCol="0" anchor="ctr"/>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黑体-简" panose="02000000000000000000" charset="-122"/>
              <a:ea typeface="黑体-简" panose="02000000000000000000" charset="-122"/>
              <a:cs typeface="黑体-简" panose="02000000000000000000" charset="-122"/>
            </a:endParaRPr>
          </a:p>
        </p:txBody>
      </p:sp>
      <p:pic>
        <p:nvPicPr>
          <p:cNvPr id="39" name="图片 38" descr="图片1"/>
          <p:cNvPicPr>
            <a:picLocks noChangeAspect="1"/>
          </p:cNvPicPr>
          <p:nvPr userDrawn="1"/>
        </p:nvPicPr>
        <p:blipFill>
          <a:blip r:embed="rId2">
            <a:alphaModFix amt="5000"/>
          </a:blip>
          <a:stretch>
            <a:fillRect/>
          </a:stretch>
        </p:blipFill>
        <p:spPr>
          <a:xfrm>
            <a:off x="0" y="-635"/>
            <a:ext cx="12192635" cy="6858635"/>
          </a:xfrm>
          <a:prstGeom prst="rect">
            <a:avLst/>
          </a:prstGeom>
        </p:spPr>
      </p:pic>
      <p:sp>
        <p:nvSpPr>
          <p:cNvPr id="7" name="矩形 6"/>
          <p:cNvSpPr/>
          <p:nvPr userDrawn="1"/>
        </p:nvSpPr>
        <p:spPr>
          <a:xfrm>
            <a:off x="0" y="1614170"/>
            <a:ext cx="12192000" cy="2825115"/>
          </a:xfrm>
          <a:prstGeom prst="rect">
            <a:avLst/>
          </a:prstGeom>
          <a:solidFill>
            <a:srgbClr val="00A0E9"/>
          </a:solidFill>
          <a:ln w="25400" cap="flat" cmpd="sng" algn="ctr">
            <a:noFill/>
            <a:prstDash val="solid"/>
          </a:ln>
          <a:effectLst/>
        </p:spPr>
        <p:txBody>
          <a:bodyPr rtlCol="0" anchor="ctr"/>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黑体-简" panose="02000000000000000000" charset="-122"/>
              <a:ea typeface="黑体-简" panose="02000000000000000000" charset="-122"/>
              <a:cs typeface="黑体-简" panose="02000000000000000000" charset="-122"/>
            </a:endParaRPr>
          </a:p>
        </p:txBody>
      </p:sp>
      <p:sp>
        <p:nvSpPr>
          <p:cNvPr id="10" name="矩形 9"/>
          <p:cNvSpPr/>
          <p:nvPr userDrawn="1"/>
        </p:nvSpPr>
        <p:spPr>
          <a:xfrm>
            <a:off x="0" y="4431983"/>
            <a:ext cx="12192000" cy="177800"/>
          </a:xfrm>
          <a:prstGeom prst="rect">
            <a:avLst/>
          </a:prstGeom>
          <a:solidFill>
            <a:srgbClr val="39D4EE"/>
          </a:solidFill>
          <a:ln w="25400" cap="flat" cmpd="sng" algn="ctr">
            <a:noFill/>
            <a:prstDash val="solid"/>
          </a:ln>
          <a:effectLst/>
        </p:spPr>
        <p:txBody>
          <a:bodyPr rtlCol="0" anchor="ctr"/>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黑体-简" panose="02000000000000000000" charset="-122"/>
              <a:ea typeface="黑体-简" panose="02000000000000000000" charset="-122"/>
              <a:cs typeface="黑体-简" panose="02000000000000000000" charset="-122"/>
            </a:endParaRPr>
          </a:p>
        </p:txBody>
      </p:sp>
      <p:grpSp>
        <p:nvGrpSpPr>
          <p:cNvPr id="11" name="组合 10"/>
          <p:cNvGrpSpPr/>
          <p:nvPr userDrawn="1"/>
        </p:nvGrpSpPr>
        <p:grpSpPr>
          <a:xfrm>
            <a:off x="9261475" y="5299075"/>
            <a:ext cx="540385" cy="520700"/>
            <a:chOff x="2892684" y="1262808"/>
            <a:chExt cx="681980" cy="681980"/>
          </a:xfrm>
        </p:grpSpPr>
        <p:sp>
          <p:nvSpPr>
            <p:cNvPr id="12" name="椭圆 50"/>
            <p:cNvSpPr>
              <a:spLocks noChangeArrowheads="1"/>
            </p:cNvSpPr>
            <p:nvPr/>
          </p:nvSpPr>
          <p:spPr bwMode="auto">
            <a:xfrm>
              <a:off x="2892684" y="1262808"/>
              <a:ext cx="681980" cy="681980"/>
            </a:xfrm>
            <a:prstGeom prst="ellipse">
              <a:avLst/>
            </a:prstGeom>
            <a:solidFill>
              <a:srgbClr val="7F7F7F"/>
            </a:solidFill>
            <a:ln w="76200" cap="sq" cmpd="sng">
              <a:solidFill>
                <a:srgbClr val="C8C6BD"/>
              </a:solidFill>
              <a:round/>
            </a:ln>
          </p:spPr>
          <p:txBody>
            <a:bodyPr anchor="ctr"/>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zh-CN" sz="2400" b="0" i="0" u="none" strike="noStrike" kern="0" cap="none" spc="0" normalizeH="0" baseline="0" noProof="0">
                <a:ln>
                  <a:noFill/>
                </a:ln>
                <a:solidFill>
                  <a:srgbClr val="FFFFFF"/>
                </a:solidFill>
                <a:effectLst/>
                <a:uLnTx/>
                <a:uFillTx/>
                <a:latin typeface="黑体-简" panose="02000000000000000000" charset="-122"/>
                <a:cs typeface="黑体-简" panose="02000000000000000000" charset="-122"/>
                <a:sym typeface="黑体-简" panose="02000000000000000000" charset="-122"/>
              </a:endParaRPr>
            </a:p>
          </p:txBody>
        </p:sp>
        <p:sp>
          <p:nvSpPr>
            <p:cNvPr id="13" name="Freeform 11"/>
            <p:cNvSpPr>
              <a:spLocks noChangeAspect="1" noEditPoints="1"/>
            </p:cNvSpPr>
            <p:nvPr/>
          </p:nvSpPr>
          <p:spPr bwMode="auto">
            <a:xfrm>
              <a:off x="3019075" y="1434229"/>
              <a:ext cx="429197" cy="339138"/>
            </a:xfrm>
            <a:custGeom>
              <a:avLst/>
              <a:gdLst>
                <a:gd name="T0" fmla="*/ 392 w 1065"/>
                <a:gd name="T1" fmla="*/ 422 h 834"/>
                <a:gd name="T2" fmla="*/ 544 w 1065"/>
                <a:gd name="T3" fmla="*/ 344 h 834"/>
                <a:gd name="T4" fmla="*/ 828 w 1065"/>
                <a:gd name="T5" fmla="*/ 296 h 834"/>
                <a:gd name="T6" fmla="*/ 907 w 1065"/>
                <a:gd name="T7" fmla="*/ 179 h 834"/>
                <a:gd name="T8" fmla="*/ 792 w 1065"/>
                <a:gd name="T9" fmla="*/ 259 h 834"/>
                <a:gd name="T10" fmla="*/ 543 w 1065"/>
                <a:gd name="T11" fmla="*/ 271 h 834"/>
                <a:gd name="T12" fmla="*/ 1065 w 1065"/>
                <a:gd name="T13" fmla="*/ 111 h 834"/>
                <a:gd name="T14" fmla="*/ 647 w 1065"/>
                <a:gd name="T15" fmla="*/ 44 h 834"/>
                <a:gd name="T16" fmla="*/ 607 w 1065"/>
                <a:gd name="T17" fmla="*/ 0 h 834"/>
                <a:gd name="T18" fmla="*/ 214 w 1065"/>
                <a:gd name="T19" fmla="*/ 44 h 834"/>
                <a:gd name="T20" fmla="*/ 243 w 1065"/>
                <a:gd name="T21" fmla="*/ 111 h 834"/>
                <a:gd name="T22" fmla="*/ 300 w 1065"/>
                <a:gd name="T23" fmla="*/ 189 h 834"/>
                <a:gd name="T24" fmla="*/ 981 w 1065"/>
                <a:gd name="T25" fmla="*/ 111 h 834"/>
                <a:gd name="T26" fmla="*/ 493 w 1065"/>
                <a:gd name="T27" fmla="*/ 548 h 834"/>
                <a:gd name="T28" fmla="*/ 981 w 1065"/>
                <a:gd name="T29" fmla="*/ 570 h 834"/>
                <a:gd name="T30" fmla="*/ 501 w 1065"/>
                <a:gd name="T31" fmla="*/ 593 h 834"/>
                <a:gd name="T32" fmla="*/ 503 w 1065"/>
                <a:gd name="T33" fmla="*/ 664 h 834"/>
                <a:gd name="T34" fmla="*/ 607 w 1065"/>
                <a:gd name="T35" fmla="*/ 828 h 834"/>
                <a:gd name="T36" fmla="*/ 647 w 1065"/>
                <a:gd name="T37" fmla="*/ 664 h 834"/>
                <a:gd name="T38" fmla="*/ 839 w 1065"/>
                <a:gd name="T39" fmla="*/ 823 h 834"/>
                <a:gd name="T40" fmla="*/ 822 w 1065"/>
                <a:gd name="T41" fmla="*/ 664 h 834"/>
                <a:gd name="T42" fmla="*/ 1065 w 1065"/>
                <a:gd name="T43" fmla="*/ 593 h 834"/>
                <a:gd name="T44" fmla="*/ 1039 w 1065"/>
                <a:gd name="T45" fmla="*/ 111 h 834"/>
                <a:gd name="T46" fmla="*/ 223 w 1065"/>
                <a:gd name="T47" fmla="*/ 431 h 834"/>
                <a:gd name="T48" fmla="*/ 327 w 1065"/>
                <a:gd name="T49" fmla="*/ 328 h 834"/>
                <a:gd name="T50" fmla="*/ 120 w 1065"/>
                <a:gd name="T51" fmla="*/ 328 h 834"/>
                <a:gd name="T52" fmla="*/ 290 w 1065"/>
                <a:gd name="T53" fmla="*/ 453 h 834"/>
                <a:gd name="T54" fmla="*/ 251 w 1065"/>
                <a:gd name="T55" fmla="*/ 453 h 834"/>
                <a:gd name="T56" fmla="*/ 262 w 1065"/>
                <a:gd name="T57" fmla="*/ 472 h 834"/>
                <a:gd name="T58" fmla="*/ 273 w 1065"/>
                <a:gd name="T59" fmla="*/ 709 h 834"/>
                <a:gd name="T60" fmla="*/ 180 w 1065"/>
                <a:gd name="T61" fmla="*/ 709 h 834"/>
                <a:gd name="T62" fmla="*/ 191 w 1065"/>
                <a:gd name="T63" fmla="*/ 472 h 834"/>
                <a:gd name="T64" fmla="*/ 201 w 1065"/>
                <a:gd name="T65" fmla="*/ 453 h 834"/>
                <a:gd name="T66" fmla="*/ 0 w 1065"/>
                <a:gd name="T67" fmla="*/ 609 h 834"/>
                <a:gd name="T68" fmla="*/ 92 w 1065"/>
                <a:gd name="T69" fmla="*/ 834 h 834"/>
                <a:gd name="T70" fmla="*/ 124 w 1065"/>
                <a:gd name="T71" fmla="*/ 601 h 834"/>
                <a:gd name="T72" fmla="*/ 320 w 1065"/>
                <a:gd name="T73" fmla="*/ 834 h 834"/>
                <a:gd name="T74" fmla="*/ 352 w 1065"/>
                <a:gd name="T75" fmla="*/ 601 h 834"/>
                <a:gd name="T76" fmla="*/ 446 w 1065"/>
                <a:gd name="T77" fmla="*/ 834 h 834"/>
                <a:gd name="T78" fmla="*/ 290 w 1065"/>
                <a:gd name="T79" fmla="*/ 453 h 8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065" h="834">
                  <a:moveTo>
                    <a:pt x="543" y="271"/>
                  </a:moveTo>
                  <a:lnTo>
                    <a:pt x="392" y="422"/>
                  </a:lnTo>
                  <a:cubicBezTo>
                    <a:pt x="408" y="431"/>
                    <a:pt x="422" y="442"/>
                    <a:pt x="434" y="454"/>
                  </a:cubicBezTo>
                  <a:lnTo>
                    <a:pt x="544" y="344"/>
                  </a:lnTo>
                  <a:lnTo>
                    <a:pt x="662" y="463"/>
                  </a:lnTo>
                  <a:lnTo>
                    <a:pt x="828" y="296"/>
                  </a:lnTo>
                  <a:lnTo>
                    <a:pt x="854" y="361"/>
                  </a:lnTo>
                  <a:lnTo>
                    <a:pt x="907" y="179"/>
                  </a:lnTo>
                  <a:lnTo>
                    <a:pt x="725" y="232"/>
                  </a:lnTo>
                  <a:lnTo>
                    <a:pt x="792" y="259"/>
                  </a:lnTo>
                  <a:lnTo>
                    <a:pt x="662" y="389"/>
                  </a:lnTo>
                  <a:lnTo>
                    <a:pt x="543" y="271"/>
                  </a:lnTo>
                  <a:close/>
                  <a:moveTo>
                    <a:pt x="1065" y="111"/>
                  </a:moveTo>
                  <a:lnTo>
                    <a:pt x="1065" y="111"/>
                  </a:lnTo>
                  <a:lnTo>
                    <a:pt x="1065" y="44"/>
                  </a:lnTo>
                  <a:lnTo>
                    <a:pt x="647" y="44"/>
                  </a:lnTo>
                  <a:lnTo>
                    <a:pt x="647" y="0"/>
                  </a:lnTo>
                  <a:lnTo>
                    <a:pt x="607" y="0"/>
                  </a:lnTo>
                  <a:lnTo>
                    <a:pt x="607" y="44"/>
                  </a:lnTo>
                  <a:lnTo>
                    <a:pt x="214" y="44"/>
                  </a:lnTo>
                  <a:lnTo>
                    <a:pt x="214" y="111"/>
                  </a:lnTo>
                  <a:lnTo>
                    <a:pt x="243" y="111"/>
                  </a:lnTo>
                  <a:lnTo>
                    <a:pt x="243" y="170"/>
                  </a:lnTo>
                  <a:cubicBezTo>
                    <a:pt x="264" y="172"/>
                    <a:pt x="283" y="179"/>
                    <a:pt x="300" y="189"/>
                  </a:cubicBezTo>
                  <a:lnTo>
                    <a:pt x="300" y="111"/>
                  </a:lnTo>
                  <a:lnTo>
                    <a:pt x="981" y="111"/>
                  </a:lnTo>
                  <a:lnTo>
                    <a:pt x="981" y="548"/>
                  </a:lnTo>
                  <a:lnTo>
                    <a:pt x="493" y="548"/>
                  </a:lnTo>
                  <a:cubicBezTo>
                    <a:pt x="496" y="555"/>
                    <a:pt x="497" y="562"/>
                    <a:pt x="499" y="570"/>
                  </a:cubicBezTo>
                  <a:lnTo>
                    <a:pt x="981" y="570"/>
                  </a:lnTo>
                  <a:lnTo>
                    <a:pt x="981" y="593"/>
                  </a:lnTo>
                  <a:lnTo>
                    <a:pt x="501" y="593"/>
                  </a:lnTo>
                  <a:cubicBezTo>
                    <a:pt x="502" y="599"/>
                    <a:pt x="503" y="604"/>
                    <a:pt x="503" y="609"/>
                  </a:cubicBezTo>
                  <a:lnTo>
                    <a:pt x="503" y="664"/>
                  </a:lnTo>
                  <a:lnTo>
                    <a:pt x="607" y="664"/>
                  </a:lnTo>
                  <a:lnTo>
                    <a:pt x="607" y="828"/>
                  </a:lnTo>
                  <a:lnTo>
                    <a:pt x="647" y="828"/>
                  </a:lnTo>
                  <a:lnTo>
                    <a:pt x="647" y="664"/>
                  </a:lnTo>
                  <a:lnTo>
                    <a:pt x="779" y="664"/>
                  </a:lnTo>
                  <a:lnTo>
                    <a:pt x="839" y="823"/>
                  </a:lnTo>
                  <a:lnTo>
                    <a:pt x="878" y="813"/>
                  </a:lnTo>
                  <a:lnTo>
                    <a:pt x="822" y="664"/>
                  </a:lnTo>
                  <a:lnTo>
                    <a:pt x="1065" y="664"/>
                  </a:lnTo>
                  <a:lnTo>
                    <a:pt x="1065" y="593"/>
                  </a:lnTo>
                  <a:lnTo>
                    <a:pt x="1039" y="593"/>
                  </a:lnTo>
                  <a:lnTo>
                    <a:pt x="1039" y="111"/>
                  </a:lnTo>
                  <a:lnTo>
                    <a:pt x="1065" y="111"/>
                  </a:lnTo>
                  <a:close/>
                  <a:moveTo>
                    <a:pt x="223" y="431"/>
                  </a:moveTo>
                  <a:lnTo>
                    <a:pt x="223" y="431"/>
                  </a:lnTo>
                  <a:cubicBezTo>
                    <a:pt x="280" y="431"/>
                    <a:pt x="327" y="385"/>
                    <a:pt x="327" y="328"/>
                  </a:cubicBezTo>
                  <a:cubicBezTo>
                    <a:pt x="327" y="271"/>
                    <a:pt x="280" y="224"/>
                    <a:pt x="223" y="224"/>
                  </a:cubicBezTo>
                  <a:cubicBezTo>
                    <a:pt x="166" y="224"/>
                    <a:pt x="120" y="271"/>
                    <a:pt x="120" y="328"/>
                  </a:cubicBezTo>
                  <a:cubicBezTo>
                    <a:pt x="120" y="385"/>
                    <a:pt x="166" y="431"/>
                    <a:pt x="223" y="431"/>
                  </a:cubicBezTo>
                  <a:close/>
                  <a:moveTo>
                    <a:pt x="290" y="453"/>
                  </a:moveTo>
                  <a:lnTo>
                    <a:pt x="290" y="453"/>
                  </a:lnTo>
                  <a:lnTo>
                    <a:pt x="251" y="453"/>
                  </a:lnTo>
                  <a:lnTo>
                    <a:pt x="257" y="457"/>
                  </a:lnTo>
                  <a:cubicBezTo>
                    <a:pt x="262" y="460"/>
                    <a:pt x="264" y="467"/>
                    <a:pt x="262" y="472"/>
                  </a:cubicBezTo>
                  <a:lnTo>
                    <a:pt x="248" y="507"/>
                  </a:lnTo>
                  <a:lnTo>
                    <a:pt x="273" y="709"/>
                  </a:lnTo>
                  <a:lnTo>
                    <a:pt x="226" y="751"/>
                  </a:lnTo>
                  <a:lnTo>
                    <a:pt x="180" y="709"/>
                  </a:lnTo>
                  <a:lnTo>
                    <a:pt x="205" y="507"/>
                  </a:lnTo>
                  <a:lnTo>
                    <a:pt x="191" y="472"/>
                  </a:lnTo>
                  <a:cubicBezTo>
                    <a:pt x="188" y="467"/>
                    <a:pt x="191" y="460"/>
                    <a:pt x="195" y="457"/>
                  </a:cubicBezTo>
                  <a:lnTo>
                    <a:pt x="201" y="453"/>
                  </a:lnTo>
                  <a:lnTo>
                    <a:pt x="156" y="453"/>
                  </a:lnTo>
                  <a:cubicBezTo>
                    <a:pt x="70" y="453"/>
                    <a:pt x="0" y="523"/>
                    <a:pt x="0" y="609"/>
                  </a:cubicBezTo>
                  <a:lnTo>
                    <a:pt x="0" y="834"/>
                  </a:lnTo>
                  <a:lnTo>
                    <a:pt x="92" y="834"/>
                  </a:lnTo>
                  <a:lnTo>
                    <a:pt x="92" y="601"/>
                  </a:lnTo>
                  <a:lnTo>
                    <a:pt x="124" y="601"/>
                  </a:lnTo>
                  <a:lnTo>
                    <a:pt x="124" y="834"/>
                  </a:lnTo>
                  <a:lnTo>
                    <a:pt x="320" y="834"/>
                  </a:lnTo>
                  <a:lnTo>
                    <a:pt x="320" y="601"/>
                  </a:lnTo>
                  <a:lnTo>
                    <a:pt x="352" y="601"/>
                  </a:lnTo>
                  <a:lnTo>
                    <a:pt x="352" y="834"/>
                  </a:lnTo>
                  <a:lnTo>
                    <a:pt x="446" y="834"/>
                  </a:lnTo>
                  <a:lnTo>
                    <a:pt x="446" y="609"/>
                  </a:lnTo>
                  <a:cubicBezTo>
                    <a:pt x="446" y="523"/>
                    <a:pt x="376" y="453"/>
                    <a:pt x="290" y="453"/>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cs typeface="黑体-简" panose="02000000000000000000" charset="-122"/>
              </a:endParaRPr>
            </a:p>
          </p:txBody>
        </p:sp>
      </p:grpSp>
      <p:grpSp>
        <p:nvGrpSpPr>
          <p:cNvPr id="14" name="组合 13"/>
          <p:cNvGrpSpPr/>
          <p:nvPr userDrawn="1"/>
        </p:nvGrpSpPr>
        <p:grpSpPr>
          <a:xfrm>
            <a:off x="11071225" y="5304155"/>
            <a:ext cx="540385" cy="521970"/>
            <a:chOff x="4453834" y="4980930"/>
            <a:chExt cx="681980" cy="681980"/>
          </a:xfrm>
        </p:grpSpPr>
        <p:sp>
          <p:nvSpPr>
            <p:cNvPr id="15" name="椭圆 14"/>
            <p:cNvSpPr>
              <a:spLocks noChangeArrowheads="1"/>
            </p:cNvSpPr>
            <p:nvPr/>
          </p:nvSpPr>
          <p:spPr bwMode="auto">
            <a:xfrm>
              <a:off x="4453834" y="4980930"/>
              <a:ext cx="681980" cy="681980"/>
            </a:xfrm>
            <a:prstGeom prst="ellipse">
              <a:avLst/>
            </a:prstGeom>
            <a:solidFill>
              <a:srgbClr val="7F7F7F"/>
            </a:solidFill>
            <a:ln w="76200" cap="sq" cmpd="sng">
              <a:solidFill>
                <a:srgbClr val="C8C6BD"/>
              </a:solidFill>
              <a:round/>
            </a:ln>
          </p:spPr>
          <p:txBody>
            <a:bodyPr anchor="ctr"/>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zh-CN" sz="2400" b="0" i="0" u="none" strike="noStrike" kern="0" cap="none" spc="0" normalizeH="0" baseline="0" noProof="0">
                <a:ln>
                  <a:noFill/>
                </a:ln>
                <a:solidFill>
                  <a:srgbClr val="FFFFFF"/>
                </a:solidFill>
                <a:effectLst/>
                <a:uLnTx/>
                <a:uFillTx/>
                <a:latin typeface="黑体-简" panose="02000000000000000000" charset="-122"/>
                <a:cs typeface="黑体-简" panose="02000000000000000000" charset="-122"/>
                <a:sym typeface="黑体-简" panose="02000000000000000000" charset="-122"/>
              </a:endParaRPr>
            </a:p>
          </p:txBody>
        </p:sp>
        <p:sp>
          <p:nvSpPr>
            <p:cNvPr id="19" name="Freeform 5"/>
            <p:cNvSpPr>
              <a:spLocks noChangeAspect="1" noEditPoints="1"/>
            </p:cNvSpPr>
            <p:nvPr/>
          </p:nvSpPr>
          <p:spPr bwMode="auto">
            <a:xfrm>
              <a:off x="4621081" y="5153506"/>
              <a:ext cx="396000" cy="351791"/>
            </a:xfrm>
            <a:custGeom>
              <a:avLst/>
              <a:gdLst>
                <a:gd name="T0" fmla="*/ 746 w 1802"/>
                <a:gd name="T1" fmla="*/ 524 h 1618"/>
                <a:gd name="T2" fmla="*/ 223 w 1802"/>
                <a:gd name="T3" fmla="*/ 599 h 1618"/>
                <a:gd name="T4" fmla="*/ 223 w 1802"/>
                <a:gd name="T5" fmla="*/ 383 h 1618"/>
                <a:gd name="T6" fmla="*/ 1059 w 1802"/>
                <a:gd name="T7" fmla="*/ 458 h 1618"/>
                <a:gd name="T8" fmla="*/ 223 w 1802"/>
                <a:gd name="T9" fmla="*/ 383 h 1618"/>
                <a:gd name="T10" fmla="*/ 1059 w 1802"/>
                <a:gd name="T11" fmla="*/ 241 h 1618"/>
                <a:gd name="T12" fmla="*/ 223 w 1802"/>
                <a:gd name="T13" fmla="*/ 317 h 1618"/>
                <a:gd name="T14" fmla="*/ 0 w 1802"/>
                <a:gd name="T15" fmla="*/ 1182 h 1618"/>
                <a:gd name="T16" fmla="*/ 202 w 1802"/>
                <a:gd name="T17" fmla="*/ 1455 h 1618"/>
                <a:gd name="T18" fmla="*/ 1283 w 1802"/>
                <a:gd name="T19" fmla="*/ 1548 h 1618"/>
                <a:gd name="T20" fmla="*/ 1198 w 1802"/>
                <a:gd name="T21" fmla="*/ 1219 h 1618"/>
                <a:gd name="T22" fmla="*/ 382 w 1802"/>
                <a:gd name="T23" fmla="*/ 1228 h 1618"/>
                <a:gd name="T24" fmla="*/ 298 w 1802"/>
                <a:gd name="T25" fmla="*/ 1320 h 1618"/>
                <a:gd name="T26" fmla="*/ 84 w 1802"/>
                <a:gd name="T27" fmla="*/ 1164 h 1618"/>
                <a:gd name="T28" fmla="*/ 1198 w 1802"/>
                <a:gd name="T29" fmla="*/ 85 h 1618"/>
                <a:gd name="T30" fmla="*/ 1283 w 1802"/>
                <a:gd name="T31" fmla="*/ 840 h 1618"/>
                <a:gd name="T32" fmla="*/ 0 w 1802"/>
                <a:gd name="T33" fmla="*/ 0 h 1618"/>
                <a:gd name="T34" fmla="*/ 302 w 1802"/>
                <a:gd name="T35" fmla="*/ 1398 h 1618"/>
                <a:gd name="T36" fmla="*/ 972 w 1802"/>
                <a:gd name="T37" fmla="*/ 1492 h 1618"/>
                <a:gd name="T38" fmla="*/ 302 w 1802"/>
                <a:gd name="T39" fmla="*/ 1398 h 1618"/>
                <a:gd name="T40" fmla="*/ 1442 w 1802"/>
                <a:gd name="T41" fmla="*/ 1062 h 1618"/>
                <a:gd name="T42" fmla="*/ 993 w 1802"/>
                <a:gd name="T43" fmla="*/ 851 h 1618"/>
                <a:gd name="T44" fmla="*/ 1783 w 1802"/>
                <a:gd name="T45" fmla="*/ 1547 h 1618"/>
                <a:gd name="T46" fmla="*/ 1604 w 1802"/>
                <a:gd name="T47" fmla="*/ 1057 h 1618"/>
                <a:gd name="T48" fmla="*/ 1387 w 1802"/>
                <a:gd name="T49" fmla="*/ 940 h 1618"/>
                <a:gd name="T50" fmla="*/ 1393 w 1802"/>
                <a:gd name="T51" fmla="*/ 863 h 1618"/>
                <a:gd name="T52" fmla="*/ 1333 w 1802"/>
                <a:gd name="T53" fmla="*/ 914 h 1618"/>
                <a:gd name="T54" fmla="*/ 1360 w 1802"/>
                <a:gd name="T55" fmla="*/ 951 h 1618"/>
                <a:gd name="T56" fmla="*/ 1549 w 1802"/>
                <a:gd name="T57" fmla="*/ 1082 h 1618"/>
                <a:gd name="T58" fmla="*/ 1681 w 1802"/>
                <a:gd name="T59" fmla="*/ 1321 h 1618"/>
                <a:gd name="T60" fmla="*/ 1572 w 1802"/>
                <a:gd name="T61" fmla="*/ 1171 h 1618"/>
                <a:gd name="T62" fmla="*/ 1270 w 1802"/>
                <a:gd name="T63" fmla="*/ 1253 h 1618"/>
                <a:gd name="T64" fmla="*/ 1696 w 1802"/>
                <a:gd name="T65" fmla="*/ 1610 h 1618"/>
                <a:gd name="T66" fmla="*/ 1069 w 1802"/>
                <a:gd name="T67" fmla="*/ 618 h 1618"/>
                <a:gd name="T68" fmla="*/ 823 w 1802"/>
                <a:gd name="T69" fmla="*/ 496 h 1618"/>
                <a:gd name="T70" fmla="*/ 1007 w 1802"/>
                <a:gd name="T71" fmla="*/ 661 h 1618"/>
                <a:gd name="T72" fmla="*/ 941 w 1802"/>
                <a:gd name="T73" fmla="*/ 716 h 1618"/>
                <a:gd name="T74" fmla="*/ 810 w 1802"/>
                <a:gd name="T75" fmla="*/ 507 h 1618"/>
                <a:gd name="T76" fmla="*/ 889 w 1802"/>
                <a:gd name="T77" fmla="*/ 770 h 1618"/>
                <a:gd name="T78" fmla="*/ 1111 w 1802"/>
                <a:gd name="T79" fmla="*/ 712 h 16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802" h="1618">
                  <a:moveTo>
                    <a:pt x="223" y="524"/>
                  </a:moveTo>
                  <a:lnTo>
                    <a:pt x="746" y="524"/>
                  </a:lnTo>
                  <a:lnTo>
                    <a:pt x="746" y="599"/>
                  </a:lnTo>
                  <a:lnTo>
                    <a:pt x="223" y="599"/>
                  </a:lnTo>
                  <a:lnTo>
                    <a:pt x="223" y="524"/>
                  </a:lnTo>
                  <a:close/>
                  <a:moveTo>
                    <a:pt x="223" y="383"/>
                  </a:moveTo>
                  <a:lnTo>
                    <a:pt x="1059" y="383"/>
                  </a:lnTo>
                  <a:lnTo>
                    <a:pt x="1059" y="458"/>
                  </a:lnTo>
                  <a:lnTo>
                    <a:pt x="223" y="458"/>
                  </a:lnTo>
                  <a:lnTo>
                    <a:pt x="223" y="383"/>
                  </a:lnTo>
                  <a:close/>
                  <a:moveTo>
                    <a:pt x="223" y="241"/>
                  </a:moveTo>
                  <a:lnTo>
                    <a:pt x="1059" y="241"/>
                  </a:lnTo>
                  <a:lnTo>
                    <a:pt x="1059" y="317"/>
                  </a:lnTo>
                  <a:lnTo>
                    <a:pt x="223" y="317"/>
                  </a:lnTo>
                  <a:lnTo>
                    <a:pt x="223" y="241"/>
                  </a:lnTo>
                  <a:close/>
                  <a:moveTo>
                    <a:pt x="0" y="1182"/>
                  </a:moveTo>
                  <a:cubicBezTo>
                    <a:pt x="0" y="1254"/>
                    <a:pt x="9" y="1311"/>
                    <a:pt x="54" y="1369"/>
                  </a:cubicBezTo>
                  <a:cubicBezTo>
                    <a:pt x="92" y="1419"/>
                    <a:pt x="140" y="1446"/>
                    <a:pt x="202" y="1455"/>
                  </a:cubicBezTo>
                  <a:lnTo>
                    <a:pt x="1206" y="1612"/>
                  </a:lnTo>
                  <a:cubicBezTo>
                    <a:pt x="1248" y="1618"/>
                    <a:pt x="1283" y="1590"/>
                    <a:pt x="1283" y="1548"/>
                  </a:cubicBezTo>
                  <a:lnTo>
                    <a:pt x="1283" y="1335"/>
                  </a:lnTo>
                  <a:cubicBezTo>
                    <a:pt x="1254" y="1299"/>
                    <a:pt x="1226" y="1259"/>
                    <a:pt x="1198" y="1219"/>
                  </a:cubicBezTo>
                  <a:lnTo>
                    <a:pt x="1198" y="1490"/>
                  </a:lnTo>
                  <a:lnTo>
                    <a:pt x="382" y="1228"/>
                  </a:lnTo>
                  <a:cubicBezTo>
                    <a:pt x="372" y="1225"/>
                    <a:pt x="361" y="1229"/>
                    <a:pt x="356" y="1239"/>
                  </a:cubicBezTo>
                  <a:cubicBezTo>
                    <a:pt x="339" y="1273"/>
                    <a:pt x="319" y="1304"/>
                    <a:pt x="298" y="1320"/>
                  </a:cubicBezTo>
                  <a:cubicBezTo>
                    <a:pt x="239" y="1366"/>
                    <a:pt x="166" y="1357"/>
                    <a:pt x="121" y="1299"/>
                  </a:cubicBezTo>
                  <a:cubicBezTo>
                    <a:pt x="88" y="1256"/>
                    <a:pt x="84" y="1215"/>
                    <a:pt x="84" y="1164"/>
                  </a:cubicBezTo>
                  <a:lnTo>
                    <a:pt x="84" y="85"/>
                  </a:lnTo>
                  <a:lnTo>
                    <a:pt x="1198" y="85"/>
                  </a:lnTo>
                  <a:lnTo>
                    <a:pt x="1198" y="751"/>
                  </a:lnTo>
                  <a:lnTo>
                    <a:pt x="1283" y="840"/>
                  </a:lnTo>
                  <a:lnTo>
                    <a:pt x="1283" y="0"/>
                  </a:lnTo>
                  <a:lnTo>
                    <a:pt x="0" y="0"/>
                  </a:lnTo>
                  <a:lnTo>
                    <a:pt x="0" y="1182"/>
                  </a:lnTo>
                  <a:close/>
                  <a:moveTo>
                    <a:pt x="302" y="1398"/>
                  </a:moveTo>
                  <a:lnTo>
                    <a:pt x="970" y="1503"/>
                  </a:lnTo>
                  <a:cubicBezTo>
                    <a:pt x="977" y="1504"/>
                    <a:pt x="980" y="1494"/>
                    <a:pt x="972" y="1492"/>
                  </a:cubicBezTo>
                  <a:lnTo>
                    <a:pt x="390" y="1305"/>
                  </a:lnTo>
                  <a:cubicBezTo>
                    <a:pt x="364" y="1349"/>
                    <a:pt x="344" y="1371"/>
                    <a:pt x="302" y="1398"/>
                  </a:cubicBezTo>
                  <a:close/>
                  <a:moveTo>
                    <a:pt x="1131" y="735"/>
                  </a:moveTo>
                  <a:lnTo>
                    <a:pt x="1442" y="1062"/>
                  </a:lnTo>
                  <a:lnTo>
                    <a:pt x="1264" y="1213"/>
                  </a:lnTo>
                  <a:lnTo>
                    <a:pt x="993" y="851"/>
                  </a:lnTo>
                  <a:lnTo>
                    <a:pt x="1131" y="735"/>
                  </a:lnTo>
                  <a:close/>
                  <a:moveTo>
                    <a:pt x="1783" y="1547"/>
                  </a:moveTo>
                  <a:cubicBezTo>
                    <a:pt x="1788" y="1530"/>
                    <a:pt x="1791" y="1511"/>
                    <a:pt x="1793" y="1489"/>
                  </a:cubicBezTo>
                  <a:cubicBezTo>
                    <a:pt x="1802" y="1343"/>
                    <a:pt x="1781" y="1146"/>
                    <a:pt x="1604" y="1057"/>
                  </a:cubicBezTo>
                  <a:cubicBezTo>
                    <a:pt x="1550" y="1030"/>
                    <a:pt x="1446" y="989"/>
                    <a:pt x="1408" y="959"/>
                  </a:cubicBezTo>
                  <a:cubicBezTo>
                    <a:pt x="1399" y="952"/>
                    <a:pt x="1392" y="946"/>
                    <a:pt x="1387" y="940"/>
                  </a:cubicBezTo>
                  <a:cubicBezTo>
                    <a:pt x="1392" y="939"/>
                    <a:pt x="1397" y="937"/>
                    <a:pt x="1401" y="933"/>
                  </a:cubicBezTo>
                  <a:cubicBezTo>
                    <a:pt x="1418" y="919"/>
                    <a:pt x="1414" y="888"/>
                    <a:pt x="1393" y="863"/>
                  </a:cubicBezTo>
                  <a:cubicBezTo>
                    <a:pt x="1373" y="838"/>
                    <a:pt x="1342" y="830"/>
                    <a:pt x="1325" y="844"/>
                  </a:cubicBezTo>
                  <a:cubicBezTo>
                    <a:pt x="1309" y="858"/>
                    <a:pt x="1312" y="890"/>
                    <a:pt x="1333" y="914"/>
                  </a:cubicBezTo>
                  <a:cubicBezTo>
                    <a:pt x="1338" y="920"/>
                    <a:pt x="1343" y="925"/>
                    <a:pt x="1349" y="929"/>
                  </a:cubicBezTo>
                  <a:cubicBezTo>
                    <a:pt x="1351" y="937"/>
                    <a:pt x="1355" y="944"/>
                    <a:pt x="1360" y="951"/>
                  </a:cubicBezTo>
                  <a:cubicBezTo>
                    <a:pt x="1367" y="963"/>
                    <a:pt x="1379" y="975"/>
                    <a:pt x="1394" y="986"/>
                  </a:cubicBezTo>
                  <a:cubicBezTo>
                    <a:pt x="1436" y="1019"/>
                    <a:pt x="1494" y="1051"/>
                    <a:pt x="1549" y="1082"/>
                  </a:cubicBezTo>
                  <a:cubicBezTo>
                    <a:pt x="1666" y="1148"/>
                    <a:pt x="1695" y="1231"/>
                    <a:pt x="1700" y="1321"/>
                  </a:cubicBezTo>
                  <a:cubicBezTo>
                    <a:pt x="1701" y="1334"/>
                    <a:pt x="1694" y="1341"/>
                    <a:pt x="1681" y="1321"/>
                  </a:cubicBezTo>
                  <a:cubicBezTo>
                    <a:pt x="1677" y="1316"/>
                    <a:pt x="1673" y="1310"/>
                    <a:pt x="1670" y="1305"/>
                  </a:cubicBezTo>
                  <a:cubicBezTo>
                    <a:pt x="1643" y="1261"/>
                    <a:pt x="1610" y="1216"/>
                    <a:pt x="1572" y="1171"/>
                  </a:cubicBezTo>
                  <a:cubicBezTo>
                    <a:pt x="1542" y="1136"/>
                    <a:pt x="1512" y="1104"/>
                    <a:pt x="1481" y="1075"/>
                  </a:cubicBezTo>
                  <a:lnTo>
                    <a:pt x="1270" y="1253"/>
                  </a:lnTo>
                  <a:cubicBezTo>
                    <a:pt x="1293" y="1288"/>
                    <a:pt x="1320" y="1324"/>
                    <a:pt x="1350" y="1359"/>
                  </a:cubicBezTo>
                  <a:cubicBezTo>
                    <a:pt x="1476" y="1508"/>
                    <a:pt x="1615" y="1606"/>
                    <a:pt x="1696" y="1610"/>
                  </a:cubicBezTo>
                  <a:cubicBezTo>
                    <a:pt x="1739" y="1613"/>
                    <a:pt x="1770" y="1585"/>
                    <a:pt x="1783" y="1547"/>
                  </a:cubicBezTo>
                  <a:close/>
                  <a:moveTo>
                    <a:pt x="1069" y="618"/>
                  </a:moveTo>
                  <a:lnTo>
                    <a:pt x="835" y="486"/>
                  </a:lnTo>
                  <a:lnTo>
                    <a:pt x="823" y="496"/>
                  </a:lnTo>
                  <a:lnTo>
                    <a:pt x="953" y="651"/>
                  </a:lnTo>
                  <a:cubicBezTo>
                    <a:pt x="971" y="641"/>
                    <a:pt x="993" y="645"/>
                    <a:pt x="1007" y="661"/>
                  </a:cubicBezTo>
                  <a:cubicBezTo>
                    <a:pt x="1022" y="679"/>
                    <a:pt x="1020" y="706"/>
                    <a:pt x="1002" y="722"/>
                  </a:cubicBezTo>
                  <a:cubicBezTo>
                    <a:pt x="984" y="737"/>
                    <a:pt x="957" y="734"/>
                    <a:pt x="941" y="716"/>
                  </a:cubicBezTo>
                  <a:cubicBezTo>
                    <a:pt x="928" y="700"/>
                    <a:pt x="928" y="677"/>
                    <a:pt x="940" y="662"/>
                  </a:cubicBezTo>
                  <a:lnTo>
                    <a:pt x="810" y="507"/>
                  </a:lnTo>
                  <a:lnTo>
                    <a:pt x="797" y="518"/>
                  </a:lnTo>
                  <a:lnTo>
                    <a:pt x="889" y="770"/>
                  </a:lnTo>
                  <a:lnTo>
                    <a:pt x="974" y="828"/>
                  </a:lnTo>
                  <a:lnTo>
                    <a:pt x="1111" y="712"/>
                  </a:lnTo>
                  <a:lnTo>
                    <a:pt x="1069" y="618"/>
                  </a:lnTo>
                  <a:close/>
                </a:path>
              </a:pathLst>
            </a:custGeom>
            <a:solidFill>
              <a:srgbClr val="FFFFFF"/>
            </a:solidFill>
            <a:ln>
              <a:noFill/>
            </a:ln>
          </p:spPr>
          <p:txBody>
            <a:bodyPr vert="horz" wrap="square" lIns="91440" tIns="45720" rIns="91440" bIns="45720" numCol="1" anchor="t" anchorCtr="0" compatLnSpc="1"/>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C4261D"/>
                </a:solidFill>
                <a:effectLst/>
                <a:uLnTx/>
                <a:uFillTx/>
                <a:cs typeface="黑体-简" panose="02000000000000000000" charset="-122"/>
              </a:endParaRPr>
            </a:p>
          </p:txBody>
        </p:sp>
      </p:grpSp>
      <p:grpSp>
        <p:nvGrpSpPr>
          <p:cNvPr id="20" name="组合 19"/>
          <p:cNvGrpSpPr/>
          <p:nvPr userDrawn="1"/>
        </p:nvGrpSpPr>
        <p:grpSpPr>
          <a:xfrm>
            <a:off x="10166350" y="5299075"/>
            <a:ext cx="540385" cy="520700"/>
            <a:chOff x="4670606" y="4037909"/>
            <a:chExt cx="681980" cy="681980"/>
          </a:xfrm>
        </p:grpSpPr>
        <p:sp>
          <p:nvSpPr>
            <p:cNvPr id="21" name="椭圆 20"/>
            <p:cNvSpPr>
              <a:spLocks noChangeArrowheads="1"/>
            </p:cNvSpPr>
            <p:nvPr/>
          </p:nvSpPr>
          <p:spPr bwMode="auto">
            <a:xfrm>
              <a:off x="4670606" y="4037909"/>
              <a:ext cx="681980" cy="681980"/>
            </a:xfrm>
            <a:prstGeom prst="ellipse">
              <a:avLst/>
            </a:prstGeom>
            <a:solidFill>
              <a:srgbClr val="7F7F7F"/>
            </a:solidFill>
            <a:ln w="76200" cap="sq" cmpd="sng">
              <a:solidFill>
                <a:srgbClr val="C8C6BD"/>
              </a:solidFill>
              <a:round/>
            </a:ln>
          </p:spPr>
          <p:txBody>
            <a:bodyPr anchor="ctr"/>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zh-CN" sz="2400" b="0" i="0" u="none" strike="noStrike" kern="0" cap="none" spc="0" normalizeH="0" baseline="0" noProof="0">
                <a:ln>
                  <a:noFill/>
                </a:ln>
                <a:solidFill>
                  <a:srgbClr val="FFFFFF"/>
                </a:solidFill>
                <a:effectLst/>
                <a:uLnTx/>
                <a:uFillTx/>
                <a:latin typeface="黑体-简" panose="02000000000000000000" charset="-122"/>
                <a:cs typeface="黑体-简" panose="02000000000000000000" charset="-122"/>
                <a:sym typeface="黑体-简" panose="02000000000000000000" charset="-122"/>
              </a:endParaRPr>
            </a:p>
          </p:txBody>
        </p:sp>
        <p:sp>
          <p:nvSpPr>
            <p:cNvPr id="22" name="Freeform 14"/>
            <p:cNvSpPr>
              <a:spLocks noEditPoints="1"/>
            </p:cNvSpPr>
            <p:nvPr/>
          </p:nvSpPr>
          <p:spPr bwMode="auto">
            <a:xfrm>
              <a:off x="4795447" y="4168006"/>
              <a:ext cx="432298" cy="432297"/>
            </a:xfrm>
            <a:custGeom>
              <a:avLst/>
              <a:gdLst>
                <a:gd name="T0" fmla="*/ 785115 w 1145"/>
                <a:gd name="T1" fmla="*/ 436260 h 1145"/>
                <a:gd name="T2" fmla="*/ 877887 w 1145"/>
                <a:gd name="T3" fmla="*/ 436260 h 1145"/>
                <a:gd name="T4" fmla="*/ 631772 w 1145"/>
                <a:gd name="T5" fmla="*/ 584236 h 1145"/>
                <a:gd name="T6" fmla="*/ 631772 w 1145"/>
                <a:gd name="T7" fmla="*/ 677009 h 1145"/>
                <a:gd name="T8" fmla="*/ 631772 w 1145"/>
                <a:gd name="T9" fmla="*/ 584236 h 1145"/>
                <a:gd name="T10" fmla="*/ 274483 w 1145"/>
                <a:gd name="T11" fmla="*/ 228481 h 1145"/>
                <a:gd name="T12" fmla="*/ 417859 w 1145"/>
                <a:gd name="T13" fmla="*/ 90472 h 1145"/>
                <a:gd name="T14" fmla="*/ 417859 w 1145"/>
                <a:gd name="T15" fmla="*/ 787416 h 1145"/>
                <a:gd name="T16" fmla="*/ 272950 w 1145"/>
                <a:gd name="T17" fmla="*/ 646340 h 1145"/>
                <a:gd name="T18" fmla="*/ 417859 w 1145"/>
                <a:gd name="T19" fmla="*/ 787416 h 1145"/>
                <a:gd name="T20" fmla="*/ 233848 w 1145"/>
                <a:gd name="T21" fmla="*/ 658608 h 1145"/>
                <a:gd name="T22" fmla="*/ 185545 w 1145"/>
                <a:gd name="T23" fmla="*/ 679309 h 1145"/>
                <a:gd name="T24" fmla="*/ 716877 w 1145"/>
                <a:gd name="T25" fmla="*/ 647874 h 1145"/>
                <a:gd name="T26" fmla="*/ 650173 w 1145"/>
                <a:gd name="T27" fmla="*/ 715345 h 1145"/>
                <a:gd name="T28" fmla="*/ 617204 w 1145"/>
                <a:gd name="T29" fmla="*/ 715345 h 1145"/>
                <a:gd name="T30" fmla="*/ 520598 w 1145"/>
                <a:gd name="T31" fmla="*/ 777448 h 1145"/>
                <a:gd name="T32" fmla="*/ 457728 w 1145"/>
                <a:gd name="T33" fmla="*/ 625639 h 1145"/>
                <a:gd name="T34" fmla="*/ 545900 w 1145"/>
                <a:gd name="T35" fmla="*/ 630239 h 1145"/>
                <a:gd name="T36" fmla="*/ 457728 w 1145"/>
                <a:gd name="T37" fmla="*/ 585770 h 1145"/>
                <a:gd name="T38" fmla="*/ 637139 w 1145"/>
                <a:gd name="T39" fmla="*/ 458495 h 1145"/>
                <a:gd name="T40" fmla="*/ 631772 w 1145"/>
                <a:gd name="T41" fmla="*/ 543601 h 1145"/>
                <a:gd name="T42" fmla="*/ 677008 w 1145"/>
                <a:gd name="T43" fmla="*/ 458495 h 1145"/>
                <a:gd name="T44" fmla="*/ 744479 w 1145"/>
                <a:gd name="T45" fmla="*/ 436260 h 1145"/>
                <a:gd name="T46" fmla="*/ 677008 w 1145"/>
                <a:gd name="T47" fmla="*/ 418626 h 1145"/>
                <a:gd name="T48" fmla="*/ 627938 w 1145"/>
                <a:gd name="T49" fmla="*/ 325854 h 1145"/>
                <a:gd name="T50" fmla="*/ 637139 w 1145"/>
                <a:gd name="T51" fmla="*/ 418626 h 1145"/>
                <a:gd name="T52" fmla="*/ 457728 w 1145"/>
                <a:gd name="T53" fmla="*/ 289051 h 1145"/>
                <a:gd name="T54" fmla="*/ 541300 w 1145"/>
                <a:gd name="T55" fmla="*/ 240748 h 1145"/>
                <a:gd name="T56" fmla="*/ 457728 w 1145"/>
                <a:gd name="T57" fmla="*/ 90472 h 1145"/>
                <a:gd name="T58" fmla="*/ 575802 w 1145"/>
                <a:gd name="T59" fmla="*/ 170977 h 1145"/>
                <a:gd name="T60" fmla="*/ 598803 w 1145"/>
                <a:gd name="T61" fmla="*/ 129575 h 1145"/>
                <a:gd name="T62" fmla="*/ 713810 w 1145"/>
                <a:gd name="T63" fmla="*/ 228481 h 1145"/>
                <a:gd name="T64" fmla="*/ 778981 w 1145"/>
                <a:gd name="T65" fmla="*/ 368023 h 1145"/>
                <a:gd name="T66" fmla="*/ 868686 w 1145"/>
                <a:gd name="T67" fmla="*/ 358822 h 1145"/>
                <a:gd name="T68" fmla="*/ 157176 w 1145"/>
                <a:gd name="T69" fmla="*/ 101973 h 1145"/>
                <a:gd name="T70" fmla="*/ 277550 w 1145"/>
                <a:gd name="T71" fmla="*/ 129575 h 1145"/>
                <a:gd name="T72" fmla="*/ 220047 w 1145"/>
                <a:gd name="T73" fmla="*/ 210846 h 1145"/>
                <a:gd name="T74" fmla="*/ 223114 w 1145"/>
                <a:gd name="T75" fmla="*/ 254549 h 1145"/>
                <a:gd name="T76" fmla="*/ 219280 w 1145"/>
                <a:gd name="T77" fmla="*/ 351922 h 1145"/>
                <a:gd name="T78" fmla="*/ 262216 w 1145"/>
                <a:gd name="T79" fmla="*/ 266817 h 1145"/>
                <a:gd name="T80" fmla="*/ 417859 w 1145"/>
                <a:gd name="T81" fmla="*/ 418626 h 1145"/>
                <a:gd name="T82" fmla="*/ 305152 w 1145"/>
                <a:gd name="T83" fmla="*/ 438561 h 1145"/>
                <a:gd name="T84" fmla="*/ 417859 w 1145"/>
                <a:gd name="T85" fmla="*/ 458495 h 1145"/>
                <a:gd name="T86" fmla="*/ 261449 w 1145"/>
                <a:gd name="T87" fmla="*/ 608005 h 1145"/>
                <a:gd name="T88" fmla="*/ 219280 w 1145"/>
                <a:gd name="T89" fmla="*/ 525199 h 1145"/>
                <a:gd name="T90" fmla="*/ 222347 w 1145"/>
                <a:gd name="T91" fmla="*/ 620272 h 1145"/>
                <a:gd name="T92" fmla="*/ 90472 w 1145"/>
                <a:gd name="T93" fmla="*/ 458495 h 1145"/>
                <a:gd name="T94" fmla="*/ 132641 w 1145"/>
                <a:gd name="T95" fmla="*/ 438561 h 1145"/>
                <a:gd name="T96" fmla="*/ 90472 w 1145"/>
                <a:gd name="T97" fmla="*/ 418626 h 1145"/>
                <a:gd name="T98" fmla="*/ 58270 w 1145"/>
                <a:gd name="T99" fmla="*/ 220814 h 1145"/>
                <a:gd name="T100" fmla="*/ 437793 w 1145"/>
                <a:gd name="T101" fmla="*/ 877888 h 1145"/>
                <a:gd name="T102" fmla="*/ 831117 w 1145"/>
                <a:gd name="T103" fmla="*/ 522899 h 1145"/>
                <a:gd name="T104" fmla="*/ 581169 w 1145"/>
                <a:gd name="T105" fmla="*/ 239215 h 1145"/>
                <a:gd name="T106" fmla="*/ 673941 w 1145"/>
                <a:gd name="T107" fmla="*/ 239215 h 1145"/>
                <a:gd name="T108" fmla="*/ 581169 w 1145"/>
                <a:gd name="T109" fmla="*/ 239215 h 1145"/>
                <a:gd name="T110" fmla="*/ 184011 w 1145"/>
                <a:gd name="T111" fmla="*/ 186312 h 1145"/>
                <a:gd name="T112" fmla="*/ 91239 w 1145"/>
                <a:gd name="T113" fmla="*/ 186312 h 1145"/>
                <a:gd name="T114" fmla="*/ 219280 w 1145"/>
                <a:gd name="T115" fmla="*/ 485330 h 1145"/>
                <a:gd name="T116" fmla="*/ 219280 w 1145"/>
                <a:gd name="T117" fmla="*/ 392558 h 1145"/>
                <a:gd name="T118" fmla="*/ 219280 w 1145"/>
                <a:gd name="T119" fmla="*/ 485330 h 1145"/>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0" t="0" r="r" b="b"/>
              <a:pathLst>
                <a:path w="1145" h="1145">
                  <a:moveTo>
                    <a:pt x="1084" y="509"/>
                  </a:moveTo>
                  <a:cubicBezTo>
                    <a:pt x="1051" y="509"/>
                    <a:pt x="1024" y="536"/>
                    <a:pt x="1024" y="569"/>
                  </a:cubicBezTo>
                  <a:cubicBezTo>
                    <a:pt x="1024" y="603"/>
                    <a:pt x="1051" y="630"/>
                    <a:pt x="1084" y="630"/>
                  </a:cubicBezTo>
                  <a:cubicBezTo>
                    <a:pt x="1117" y="630"/>
                    <a:pt x="1145" y="603"/>
                    <a:pt x="1145" y="569"/>
                  </a:cubicBezTo>
                  <a:cubicBezTo>
                    <a:pt x="1145" y="536"/>
                    <a:pt x="1117" y="509"/>
                    <a:pt x="1084" y="509"/>
                  </a:cubicBezTo>
                  <a:close/>
                  <a:moveTo>
                    <a:pt x="824" y="762"/>
                  </a:moveTo>
                  <a:cubicBezTo>
                    <a:pt x="791" y="762"/>
                    <a:pt x="764" y="789"/>
                    <a:pt x="764" y="822"/>
                  </a:cubicBezTo>
                  <a:cubicBezTo>
                    <a:pt x="764" y="856"/>
                    <a:pt x="791" y="883"/>
                    <a:pt x="824" y="883"/>
                  </a:cubicBezTo>
                  <a:cubicBezTo>
                    <a:pt x="858" y="883"/>
                    <a:pt x="885" y="856"/>
                    <a:pt x="885" y="822"/>
                  </a:cubicBezTo>
                  <a:cubicBezTo>
                    <a:pt x="885" y="789"/>
                    <a:pt x="858" y="762"/>
                    <a:pt x="824" y="762"/>
                  </a:cubicBezTo>
                  <a:close/>
                  <a:moveTo>
                    <a:pt x="545" y="325"/>
                  </a:moveTo>
                  <a:cubicBezTo>
                    <a:pt x="479" y="323"/>
                    <a:pt x="416" y="314"/>
                    <a:pt x="358" y="298"/>
                  </a:cubicBezTo>
                  <a:cubicBezTo>
                    <a:pt x="384" y="226"/>
                    <a:pt x="421" y="168"/>
                    <a:pt x="463" y="130"/>
                  </a:cubicBezTo>
                  <a:cubicBezTo>
                    <a:pt x="490" y="124"/>
                    <a:pt x="517" y="120"/>
                    <a:pt x="545" y="118"/>
                  </a:cubicBezTo>
                  <a:lnTo>
                    <a:pt x="545" y="325"/>
                  </a:lnTo>
                  <a:close/>
                  <a:moveTo>
                    <a:pt x="545" y="1027"/>
                  </a:moveTo>
                  <a:cubicBezTo>
                    <a:pt x="517" y="1025"/>
                    <a:pt x="490" y="1021"/>
                    <a:pt x="463" y="1014"/>
                  </a:cubicBezTo>
                  <a:cubicBezTo>
                    <a:pt x="420" y="976"/>
                    <a:pt x="383" y="917"/>
                    <a:pt x="356" y="843"/>
                  </a:cubicBezTo>
                  <a:cubicBezTo>
                    <a:pt x="415" y="827"/>
                    <a:pt x="479" y="818"/>
                    <a:pt x="545" y="816"/>
                  </a:cubicBezTo>
                  <a:lnTo>
                    <a:pt x="545" y="1027"/>
                  </a:lnTo>
                  <a:close/>
                  <a:moveTo>
                    <a:pt x="242" y="886"/>
                  </a:moveTo>
                  <a:cubicBezTo>
                    <a:pt x="262" y="876"/>
                    <a:pt x="283" y="867"/>
                    <a:pt x="305" y="859"/>
                  </a:cubicBezTo>
                  <a:cubicBezTo>
                    <a:pt x="321" y="903"/>
                    <a:pt x="340" y="942"/>
                    <a:pt x="362" y="976"/>
                  </a:cubicBezTo>
                  <a:cubicBezTo>
                    <a:pt x="317" y="953"/>
                    <a:pt x="277" y="922"/>
                    <a:pt x="242" y="886"/>
                  </a:cubicBezTo>
                  <a:close/>
                  <a:moveTo>
                    <a:pt x="1017" y="660"/>
                  </a:moveTo>
                  <a:cubicBezTo>
                    <a:pt x="1004" y="728"/>
                    <a:pt x="975" y="791"/>
                    <a:pt x="935" y="845"/>
                  </a:cubicBezTo>
                  <a:cubicBezTo>
                    <a:pt x="935" y="845"/>
                    <a:pt x="935" y="845"/>
                    <a:pt x="935" y="845"/>
                  </a:cubicBezTo>
                  <a:cubicBezTo>
                    <a:pt x="926" y="888"/>
                    <a:pt x="892" y="923"/>
                    <a:pt x="848" y="933"/>
                  </a:cubicBezTo>
                  <a:cubicBezTo>
                    <a:pt x="827" y="949"/>
                    <a:pt x="805" y="963"/>
                    <a:pt x="781" y="976"/>
                  </a:cubicBezTo>
                  <a:cubicBezTo>
                    <a:pt x="789" y="963"/>
                    <a:pt x="797" y="948"/>
                    <a:pt x="805" y="933"/>
                  </a:cubicBezTo>
                  <a:cubicBezTo>
                    <a:pt x="787" y="930"/>
                    <a:pt x="770" y="923"/>
                    <a:pt x="756" y="912"/>
                  </a:cubicBezTo>
                  <a:cubicBezTo>
                    <a:pt x="734" y="954"/>
                    <a:pt x="708" y="989"/>
                    <a:pt x="679" y="1014"/>
                  </a:cubicBezTo>
                  <a:cubicBezTo>
                    <a:pt x="653" y="1021"/>
                    <a:pt x="625" y="1025"/>
                    <a:pt x="597" y="1027"/>
                  </a:cubicBezTo>
                  <a:lnTo>
                    <a:pt x="597" y="816"/>
                  </a:lnTo>
                  <a:cubicBezTo>
                    <a:pt x="637" y="817"/>
                    <a:pt x="675" y="821"/>
                    <a:pt x="712" y="827"/>
                  </a:cubicBezTo>
                  <a:cubicBezTo>
                    <a:pt x="712" y="826"/>
                    <a:pt x="712" y="824"/>
                    <a:pt x="712" y="822"/>
                  </a:cubicBezTo>
                  <a:cubicBezTo>
                    <a:pt x="712" y="806"/>
                    <a:pt x="715" y="790"/>
                    <a:pt x="722" y="776"/>
                  </a:cubicBezTo>
                  <a:cubicBezTo>
                    <a:pt x="682" y="769"/>
                    <a:pt x="640" y="765"/>
                    <a:pt x="597" y="764"/>
                  </a:cubicBezTo>
                  <a:lnTo>
                    <a:pt x="597" y="598"/>
                  </a:lnTo>
                  <a:lnTo>
                    <a:pt x="831" y="598"/>
                  </a:lnTo>
                  <a:cubicBezTo>
                    <a:pt x="830" y="637"/>
                    <a:pt x="826" y="674"/>
                    <a:pt x="820" y="710"/>
                  </a:cubicBezTo>
                  <a:cubicBezTo>
                    <a:pt x="822" y="710"/>
                    <a:pt x="823" y="709"/>
                    <a:pt x="824" y="709"/>
                  </a:cubicBezTo>
                  <a:cubicBezTo>
                    <a:pt x="842" y="709"/>
                    <a:pt x="858" y="713"/>
                    <a:pt x="872" y="720"/>
                  </a:cubicBezTo>
                  <a:cubicBezTo>
                    <a:pt x="878" y="681"/>
                    <a:pt x="882" y="641"/>
                    <a:pt x="883" y="598"/>
                  </a:cubicBezTo>
                  <a:lnTo>
                    <a:pt x="975" y="598"/>
                  </a:lnTo>
                  <a:cubicBezTo>
                    <a:pt x="973" y="589"/>
                    <a:pt x="971" y="579"/>
                    <a:pt x="971" y="569"/>
                  </a:cubicBezTo>
                  <a:cubicBezTo>
                    <a:pt x="971" y="561"/>
                    <a:pt x="972" y="554"/>
                    <a:pt x="974" y="546"/>
                  </a:cubicBezTo>
                  <a:lnTo>
                    <a:pt x="883" y="546"/>
                  </a:lnTo>
                  <a:cubicBezTo>
                    <a:pt x="882" y="500"/>
                    <a:pt x="878" y="455"/>
                    <a:pt x="870" y="413"/>
                  </a:cubicBezTo>
                  <a:cubicBezTo>
                    <a:pt x="855" y="421"/>
                    <a:pt x="837" y="425"/>
                    <a:pt x="819" y="425"/>
                  </a:cubicBezTo>
                  <a:cubicBezTo>
                    <a:pt x="826" y="464"/>
                    <a:pt x="830" y="504"/>
                    <a:pt x="831" y="546"/>
                  </a:cubicBezTo>
                  <a:lnTo>
                    <a:pt x="597" y="546"/>
                  </a:lnTo>
                  <a:lnTo>
                    <a:pt x="597" y="377"/>
                  </a:lnTo>
                  <a:cubicBezTo>
                    <a:pt x="639" y="376"/>
                    <a:pt x="680" y="372"/>
                    <a:pt x="719" y="365"/>
                  </a:cubicBezTo>
                  <a:cubicBezTo>
                    <a:pt x="711" y="350"/>
                    <a:pt x="707" y="333"/>
                    <a:pt x="706" y="314"/>
                  </a:cubicBezTo>
                  <a:cubicBezTo>
                    <a:pt x="671" y="320"/>
                    <a:pt x="635" y="323"/>
                    <a:pt x="597" y="325"/>
                  </a:cubicBezTo>
                  <a:lnTo>
                    <a:pt x="597" y="118"/>
                  </a:lnTo>
                  <a:cubicBezTo>
                    <a:pt x="625" y="120"/>
                    <a:pt x="653" y="124"/>
                    <a:pt x="679" y="130"/>
                  </a:cubicBezTo>
                  <a:cubicBezTo>
                    <a:pt x="706" y="154"/>
                    <a:pt x="730" y="185"/>
                    <a:pt x="751" y="223"/>
                  </a:cubicBezTo>
                  <a:cubicBezTo>
                    <a:pt x="765" y="212"/>
                    <a:pt x="782" y="204"/>
                    <a:pt x="800" y="201"/>
                  </a:cubicBezTo>
                  <a:cubicBezTo>
                    <a:pt x="794" y="190"/>
                    <a:pt x="787" y="179"/>
                    <a:pt x="781" y="169"/>
                  </a:cubicBezTo>
                  <a:cubicBezTo>
                    <a:pt x="799" y="178"/>
                    <a:pt x="816" y="189"/>
                    <a:pt x="832" y="200"/>
                  </a:cubicBezTo>
                  <a:cubicBezTo>
                    <a:pt x="883" y="206"/>
                    <a:pt x="924" y="247"/>
                    <a:pt x="931" y="298"/>
                  </a:cubicBezTo>
                  <a:cubicBezTo>
                    <a:pt x="931" y="298"/>
                    <a:pt x="932" y="298"/>
                    <a:pt x="933" y="297"/>
                  </a:cubicBezTo>
                  <a:cubicBezTo>
                    <a:pt x="973" y="350"/>
                    <a:pt x="1002" y="412"/>
                    <a:pt x="1016" y="480"/>
                  </a:cubicBezTo>
                  <a:cubicBezTo>
                    <a:pt x="1035" y="465"/>
                    <a:pt x="1059" y="456"/>
                    <a:pt x="1084" y="456"/>
                  </a:cubicBezTo>
                  <a:cubicBezTo>
                    <a:pt x="1102" y="456"/>
                    <a:pt x="1118" y="461"/>
                    <a:pt x="1133" y="468"/>
                  </a:cubicBezTo>
                  <a:cubicBezTo>
                    <a:pt x="1084" y="202"/>
                    <a:pt x="851" y="0"/>
                    <a:pt x="571" y="0"/>
                  </a:cubicBezTo>
                  <a:cubicBezTo>
                    <a:pt x="432" y="0"/>
                    <a:pt x="304" y="50"/>
                    <a:pt x="205" y="133"/>
                  </a:cubicBezTo>
                  <a:cubicBezTo>
                    <a:pt x="246" y="143"/>
                    <a:pt x="279" y="176"/>
                    <a:pt x="289" y="217"/>
                  </a:cubicBezTo>
                  <a:cubicBezTo>
                    <a:pt x="311" y="199"/>
                    <a:pt x="336" y="182"/>
                    <a:pt x="362" y="169"/>
                  </a:cubicBezTo>
                  <a:cubicBezTo>
                    <a:pt x="341" y="202"/>
                    <a:pt x="322" y="240"/>
                    <a:pt x="307" y="282"/>
                  </a:cubicBezTo>
                  <a:cubicBezTo>
                    <a:pt x="300" y="280"/>
                    <a:pt x="294" y="277"/>
                    <a:pt x="287" y="275"/>
                  </a:cubicBezTo>
                  <a:cubicBezTo>
                    <a:pt x="282" y="292"/>
                    <a:pt x="273" y="308"/>
                    <a:pt x="261" y="320"/>
                  </a:cubicBezTo>
                  <a:cubicBezTo>
                    <a:pt x="271" y="324"/>
                    <a:pt x="280" y="328"/>
                    <a:pt x="291" y="332"/>
                  </a:cubicBezTo>
                  <a:cubicBezTo>
                    <a:pt x="279" y="372"/>
                    <a:pt x="271" y="416"/>
                    <a:pt x="265" y="461"/>
                  </a:cubicBezTo>
                  <a:cubicBezTo>
                    <a:pt x="272" y="460"/>
                    <a:pt x="279" y="459"/>
                    <a:pt x="286" y="459"/>
                  </a:cubicBezTo>
                  <a:cubicBezTo>
                    <a:pt x="297" y="459"/>
                    <a:pt x="308" y="461"/>
                    <a:pt x="318" y="464"/>
                  </a:cubicBezTo>
                  <a:cubicBezTo>
                    <a:pt x="323" y="423"/>
                    <a:pt x="331" y="384"/>
                    <a:pt x="342" y="348"/>
                  </a:cubicBezTo>
                  <a:cubicBezTo>
                    <a:pt x="405" y="365"/>
                    <a:pt x="474" y="375"/>
                    <a:pt x="545" y="377"/>
                  </a:cubicBezTo>
                  <a:lnTo>
                    <a:pt x="545" y="546"/>
                  </a:lnTo>
                  <a:lnTo>
                    <a:pt x="395" y="546"/>
                  </a:lnTo>
                  <a:cubicBezTo>
                    <a:pt x="397" y="555"/>
                    <a:pt x="398" y="563"/>
                    <a:pt x="398" y="572"/>
                  </a:cubicBezTo>
                  <a:cubicBezTo>
                    <a:pt x="398" y="581"/>
                    <a:pt x="397" y="590"/>
                    <a:pt x="395" y="598"/>
                  </a:cubicBezTo>
                  <a:lnTo>
                    <a:pt x="545" y="598"/>
                  </a:lnTo>
                  <a:lnTo>
                    <a:pt x="545" y="764"/>
                  </a:lnTo>
                  <a:cubicBezTo>
                    <a:pt x="474" y="766"/>
                    <a:pt x="404" y="776"/>
                    <a:pt x="341" y="793"/>
                  </a:cubicBezTo>
                  <a:cubicBezTo>
                    <a:pt x="331" y="758"/>
                    <a:pt x="323" y="720"/>
                    <a:pt x="318" y="680"/>
                  </a:cubicBezTo>
                  <a:cubicBezTo>
                    <a:pt x="308" y="683"/>
                    <a:pt x="297" y="685"/>
                    <a:pt x="286" y="685"/>
                  </a:cubicBezTo>
                  <a:cubicBezTo>
                    <a:pt x="279" y="685"/>
                    <a:pt x="272" y="684"/>
                    <a:pt x="265" y="683"/>
                  </a:cubicBezTo>
                  <a:cubicBezTo>
                    <a:pt x="271" y="727"/>
                    <a:pt x="279" y="770"/>
                    <a:pt x="290" y="809"/>
                  </a:cubicBezTo>
                  <a:cubicBezTo>
                    <a:pt x="261" y="819"/>
                    <a:pt x="233" y="831"/>
                    <a:pt x="208" y="845"/>
                  </a:cubicBezTo>
                  <a:cubicBezTo>
                    <a:pt x="156" y="775"/>
                    <a:pt x="123" y="690"/>
                    <a:pt x="118" y="598"/>
                  </a:cubicBezTo>
                  <a:lnTo>
                    <a:pt x="176" y="598"/>
                  </a:lnTo>
                  <a:cubicBezTo>
                    <a:pt x="174" y="590"/>
                    <a:pt x="173" y="581"/>
                    <a:pt x="173" y="572"/>
                  </a:cubicBezTo>
                  <a:cubicBezTo>
                    <a:pt x="173" y="563"/>
                    <a:pt x="174" y="555"/>
                    <a:pt x="176" y="546"/>
                  </a:cubicBezTo>
                  <a:lnTo>
                    <a:pt x="118" y="546"/>
                  </a:lnTo>
                  <a:cubicBezTo>
                    <a:pt x="122" y="478"/>
                    <a:pt x="141" y="413"/>
                    <a:pt x="172" y="356"/>
                  </a:cubicBezTo>
                  <a:cubicBezTo>
                    <a:pt x="129" y="353"/>
                    <a:pt x="92" y="326"/>
                    <a:pt x="76" y="288"/>
                  </a:cubicBezTo>
                  <a:cubicBezTo>
                    <a:pt x="27" y="372"/>
                    <a:pt x="0" y="469"/>
                    <a:pt x="0" y="572"/>
                  </a:cubicBezTo>
                  <a:cubicBezTo>
                    <a:pt x="0" y="888"/>
                    <a:pt x="256" y="1145"/>
                    <a:pt x="571" y="1145"/>
                  </a:cubicBezTo>
                  <a:cubicBezTo>
                    <a:pt x="853" y="1145"/>
                    <a:pt x="1088" y="939"/>
                    <a:pt x="1135" y="670"/>
                  </a:cubicBezTo>
                  <a:cubicBezTo>
                    <a:pt x="1119" y="678"/>
                    <a:pt x="1102" y="682"/>
                    <a:pt x="1084" y="682"/>
                  </a:cubicBezTo>
                  <a:cubicBezTo>
                    <a:pt x="1059" y="682"/>
                    <a:pt x="1036" y="674"/>
                    <a:pt x="1017" y="660"/>
                  </a:cubicBezTo>
                  <a:close/>
                  <a:moveTo>
                    <a:pt x="758" y="312"/>
                  </a:moveTo>
                  <a:cubicBezTo>
                    <a:pt x="758" y="346"/>
                    <a:pt x="785" y="373"/>
                    <a:pt x="819" y="373"/>
                  </a:cubicBezTo>
                  <a:cubicBezTo>
                    <a:pt x="852" y="373"/>
                    <a:pt x="879" y="346"/>
                    <a:pt x="879" y="312"/>
                  </a:cubicBezTo>
                  <a:cubicBezTo>
                    <a:pt x="879" y="279"/>
                    <a:pt x="852" y="252"/>
                    <a:pt x="819" y="252"/>
                  </a:cubicBezTo>
                  <a:cubicBezTo>
                    <a:pt x="785" y="252"/>
                    <a:pt x="758" y="279"/>
                    <a:pt x="758" y="312"/>
                  </a:cubicBezTo>
                  <a:close/>
                  <a:moveTo>
                    <a:pt x="179" y="304"/>
                  </a:moveTo>
                  <a:cubicBezTo>
                    <a:pt x="213" y="304"/>
                    <a:pt x="240" y="277"/>
                    <a:pt x="240" y="243"/>
                  </a:cubicBezTo>
                  <a:cubicBezTo>
                    <a:pt x="240" y="210"/>
                    <a:pt x="213" y="183"/>
                    <a:pt x="179" y="183"/>
                  </a:cubicBezTo>
                  <a:cubicBezTo>
                    <a:pt x="146" y="183"/>
                    <a:pt x="119" y="210"/>
                    <a:pt x="119" y="243"/>
                  </a:cubicBezTo>
                  <a:cubicBezTo>
                    <a:pt x="119" y="277"/>
                    <a:pt x="146" y="304"/>
                    <a:pt x="179" y="304"/>
                  </a:cubicBezTo>
                  <a:close/>
                  <a:moveTo>
                    <a:pt x="286" y="633"/>
                  </a:moveTo>
                  <a:cubicBezTo>
                    <a:pt x="319" y="633"/>
                    <a:pt x="346" y="606"/>
                    <a:pt x="346" y="572"/>
                  </a:cubicBezTo>
                  <a:cubicBezTo>
                    <a:pt x="346" y="539"/>
                    <a:pt x="319" y="512"/>
                    <a:pt x="286" y="512"/>
                  </a:cubicBezTo>
                  <a:cubicBezTo>
                    <a:pt x="252" y="512"/>
                    <a:pt x="225" y="539"/>
                    <a:pt x="225" y="572"/>
                  </a:cubicBezTo>
                  <a:cubicBezTo>
                    <a:pt x="225" y="606"/>
                    <a:pt x="252" y="633"/>
                    <a:pt x="286" y="633"/>
                  </a:cubicBezTo>
                  <a:close/>
                </a:path>
              </a:pathLst>
            </a:custGeom>
            <a:solidFill>
              <a:srgbClr val="FFFFFF"/>
            </a:solidFill>
            <a:ln>
              <a:noFill/>
            </a:ln>
          </p:spPr>
          <p:txBody>
            <a:bodyPr/>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cs typeface="黑体-简" panose="02000000000000000000" charset="-122"/>
              </a:endParaRPr>
            </a:p>
          </p:txBody>
        </p:sp>
      </p:grpSp>
      <p:grpSp>
        <p:nvGrpSpPr>
          <p:cNvPr id="23" name="组合 22"/>
          <p:cNvGrpSpPr/>
          <p:nvPr userDrawn="1"/>
        </p:nvGrpSpPr>
        <p:grpSpPr>
          <a:xfrm>
            <a:off x="8356600" y="5299075"/>
            <a:ext cx="540385" cy="520700"/>
            <a:chOff x="4595344" y="2109904"/>
            <a:chExt cx="681980" cy="681980"/>
          </a:xfrm>
        </p:grpSpPr>
        <p:sp>
          <p:nvSpPr>
            <p:cNvPr id="25" name="椭圆 50"/>
            <p:cNvSpPr>
              <a:spLocks noChangeArrowheads="1"/>
            </p:cNvSpPr>
            <p:nvPr/>
          </p:nvSpPr>
          <p:spPr bwMode="auto">
            <a:xfrm>
              <a:off x="4595344" y="2109904"/>
              <a:ext cx="681980" cy="681980"/>
            </a:xfrm>
            <a:prstGeom prst="ellipse">
              <a:avLst/>
            </a:prstGeom>
            <a:solidFill>
              <a:srgbClr val="7F7F7F"/>
            </a:solidFill>
            <a:ln w="76200" cap="sq" cmpd="sng">
              <a:solidFill>
                <a:srgbClr val="C8C6BD"/>
              </a:solidFill>
              <a:round/>
            </a:ln>
          </p:spPr>
          <p:txBody>
            <a:bodyPr anchor="ctr"/>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zh-CN" sz="2400" b="0" i="0" u="none" strike="noStrike" kern="0" cap="none" spc="0" normalizeH="0" baseline="0" noProof="0">
                <a:ln>
                  <a:noFill/>
                </a:ln>
                <a:solidFill>
                  <a:srgbClr val="FFFFFF"/>
                </a:solidFill>
                <a:effectLst/>
                <a:uLnTx/>
                <a:uFillTx/>
                <a:latin typeface="黑体-简" panose="02000000000000000000" charset="-122"/>
                <a:cs typeface="黑体-简" panose="02000000000000000000" charset="-122"/>
                <a:sym typeface="黑体-简" panose="02000000000000000000" charset="-122"/>
              </a:endParaRPr>
            </a:p>
          </p:txBody>
        </p:sp>
        <p:sp>
          <p:nvSpPr>
            <p:cNvPr id="26" name="Freeform 16"/>
            <p:cNvSpPr>
              <a:spLocks noEditPoints="1"/>
            </p:cNvSpPr>
            <p:nvPr/>
          </p:nvSpPr>
          <p:spPr bwMode="auto">
            <a:xfrm>
              <a:off x="4728105" y="2245698"/>
              <a:ext cx="436662" cy="410396"/>
            </a:xfrm>
            <a:custGeom>
              <a:avLst/>
              <a:gdLst>
                <a:gd name="T0" fmla="*/ 21 w 643"/>
                <a:gd name="T1" fmla="*/ 478 h 603"/>
                <a:gd name="T2" fmla="*/ 459 w 643"/>
                <a:gd name="T3" fmla="*/ 359 h 603"/>
                <a:gd name="T4" fmla="*/ 420 w 643"/>
                <a:gd name="T5" fmla="*/ 494 h 603"/>
                <a:gd name="T6" fmla="*/ 407 w 643"/>
                <a:gd name="T7" fmla="*/ 377 h 603"/>
                <a:gd name="T8" fmla="*/ 408 w 643"/>
                <a:gd name="T9" fmla="*/ 272 h 603"/>
                <a:gd name="T10" fmla="*/ 397 w 643"/>
                <a:gd name="T11" fmla="*/ 276 h 603"/>
                <a:gd name="T12" fmla="*/ 405 w 643"/>
                <a:gd name="T13" fmla="*/ 292 h 603"/>
                <a:gd name="T14" fmla="*/ 415 w 643"/>
                <a:gd name="T15" fmla="*/ 288 h 603"/>
                <a:gd name="T16" fmla="*/ 356 w 643"/>
                <a:gd name="T17" fmla="*/ 302 h 603"/>
                <a:gd name="T18" fmla="*/ 360 w 643"/>
                <a:gd name="T19" fmla="*/ 322 h 603"/>
                <a:gd name="T20" fmla="*/ 368 w 643"/>
                <a:gd name="T21" fmla="*/ 315 h 603"/>
                <a:gd name="T22" fmla="*/ 324 w 643"/>
                <a:gd name="T23" fmla="*/ 341 h 603"/>
                <a:gd name="T24" fmla="*/ 319 w 643"/>
                <a:gd name="T25" fmla="*/ 351 h 603"/>
                <a:gd name="T26" fmla="*/ 335 w 643"/>
                <a:gd name="T27" fmla="*/ 359 h 603"/>
                <a:gd name="T28" fmla="*/ 340 w 643"/>
                <a:gd name="T29" fmla="*/ 349 h 603"/>
                <a:gd name="T30" fmla="*/ 305 w 643"/>
                <a:gd name="T31" fmla="*/ 399 h 603"/>
                <a:gd name="T32" fmla="*/ 322 w 643"/>
                <a:gd name="T33" fmla="*/ 411 h 603"/>
                <a:gd name="T34" fmla="*/ 323 w 643"/>
                <a:gd name="T35" fmla="*/ 400 h 603"/>
                <a:gd name="T36" fmla="*/ 308 w 643"/>
                <a:gd name="T37" fmla="*/ 450 h 603"/>
                <a:gd name="T38" fmla="*/ 311 w 643"/>
                <a:gd name="T39" fmla="*/ 461 h 603"/>
                <a:gd name="T40" fmla="*/ 327 w 643"/>
                <a:gd name="T41" fmla="*/ 455 h 603"/>
                <a:gd name="T42" fmla="*/ 324 w 643"/>
                <a:gd name="T43" fmla="*/ 444 h 603"/>
                <a:gd name="T44" fmla="*/ 332 w 643"/>
                <a:gd name="T45" fmla="*/ 506 h 603"/>
                <a:gd name="T46" fmla="*/ 353 w 643"/>
                <a:gd name="T47" fmla="*/ 503 h 603"/>
                <a:gd name="T48" fmla="*/ 346 w 643"/>
                <a:gd name="T49" fmla="*/ 495 h 603"/>
                <a:gd name="T50" fmla="*/ 367 w 643"/>
                <a:gd name="T51" fmla="*/ 541 h 603"/>
                <a:gd name="T52" fmla="*/ 377 w 643"/>
                <a:gd name="T53" fmla="*/ 547 h 603"/>
                <a:gd name="T54" fmla="*/ 386 w 643"/>
                <a:gd name="T55" fmla="*/ 532 h 603"/>
                <a:gd name="T56" fmla="*/ 377 w 643"/>
                <a:gd name="T57" fmla="*/ 526 h 603"/>
                <a:gd name="T58" fmla="*/ 423 w 643"/>
                <a:gd name="T59" fmla="*/ 566 h 603"/>
                <a:gd name="T60" fmla="*/ 434 w 643"/>
                <a:gd name="T61" fmla="*/ 568 h 603"/>
                <a:gd name="T62" fmla="*/ 427 w 643"/>
                <a:gd name="T63" fmla="*/ 549 h 603"/>
                <a:gd name="T64" fmla="*/ 472 w 643"/>
                <a:gd name="T65" fmla="*/ 569 h 603"/>
                <a:gd name="T66" fmla="*/ 484 w 643"/>
                <a:gd name="T67" fmla="*/ 568 h 603"/>
                <a:gd name="T68" fmla="*/ 483 w 643"/>
                <a:gd name="T69" fmla="*/ 550 h 603"/>
                <a:gd name="T70" fmla="*/ 472 w 643"/>
                <a:gd name="T71" fmla="*/ 552 h 603"/>
                <a:gd name="T72" fmla="*/ 530 w 643"/>
                <a:gd name="T73" fmla="*/ 552 h 603"/>
                <a:gd name="T74" fmla="*/ 540 w 643"/>
                <a:gd name="T75" fmla="*/ 545 h 603"/>
                <a:gd name="T76" fmla="*/ 524 w 643"/>
                <a:gd name="T77" fmla="*/ 535 h 603"/>
                <a:gd name="T78" fmla="*/ 570 w 643"/>
                <a:gd name="T79" fmla="*/ 521 h 603"/>
                <a:gd name="T80" fmla="*/ 577 w 643"/>
                <a:gd name="T81" fmla="*/ 512 h 603"/>
                <a:gd name="T82" fmla="*/ 565 w 643"/>
                <a:gd name="T83" fmla="*/ 499 h 603"/>
                <a:gd name="T84" fmla="*/ 559 w 643"/>
                <a:gd name="T85" fmla="*/ 507 h 603"/>
                <a:gd name="T86" fmla="*/ 601 w 643"/>
                <a:gd name="T87" fmla="*/ 469 h 603"/>
                <a:gd name="T88" fmla="*/ 605 w 643"/>
                <a:gd name="T89" fmla="*/ 457 h 603"/>
                <a:gd name="T90" fmla="*/ 586 w 643"/>
                <a:gd name="T91" fmla="*/ 459 h 603"/>
                <a:gd name="T92" fmla="*/ 610 w 643"/>
                <a:gd name="T93" fmla="*/ 419 h 603"/>
                <a:gd name="T94" fmla="*/ 610 w 643"/>
                <a:gd name="T95" fmla="*/ 408 h 603"/>
                <a:gd name="T96" fmla="*/ 592 w 643"/>
                <a:gd name="T97" fmla="*/ 406 h 603"/>
                <a:gd name="T98" fmla="*/ 593 w 643"/>
                <a:gd name="T99" fmla="*/ 417 h 603"/>
                <a:gd name="T100" fmla="*/ 599 w 643"/>
                <a:gd name="T101" fmla="*/ 358 h 603"/>
                <a:gd name="T102" fmla="*/ 594 w 643"/>
                <a:gd name="T103" fmla="*/ 347 h 603"/>
                <a:gd name="T104" fmla="*/ 581 w 643"/>
                <a:gd name="T105" fmla="*/ 363 h 603"/>
                <a:gd name="T106" fmla="*/ 573 w 643"/>
                <a:gd name="T107" fmla="*/ 316 h 603"/>
                <a:gd name="T108" fmla="*/ 565 w 643"/>
                <a:gd name="T109" fmla="*/ 308 h 603"/>
                <a:gd name="T110" fmla="*/ 550 w 643"/>
                <a:gd name="T111" fmla="*/ 318 h 603"/>
                <a:gd name="T112" fmla="*/ 557 w 643"/>
                <a:gd name="T113" fmla="*/ 326 h 603"/>
                <a:gd name="T114" fmla="*/ 524 w 643"/>
                <a:gd name="T115" fmla="*/ 279 h 603"/>
                <a:gd name="T116" fmla="*/ 513 w 643"/>
                <a:gd name="T117" fmla="*/ 274 h 603"/>
                <a:gd name="T118" fmla="*/ 513 w 643"/>
                <a:gd name="T119" fmla="*/ 293 h 603"/>
                <a:gd name="T120" fmla="*/ 457 w 643"/>
                <a:gd name="T121" fmla="*/ 231 h 603"/>
                <a:gd name="T122" fmla="*/ 358 w 643"/>
                <a:gd name="T123" fmla="*/ 9 h 603"/>
                <a:gd name="T124" fmla="*/ 30 w 643"/>
                <a:gd name="T125" fmla="*/ 153 h 6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643" h="603">
                  <a:moveTo>
                    <a:pt x="51" y="448"/>
                  </a:moveTo>
                  <a:cubicBezTo>
                    <a:pt x="83" y="445"/>
                    <a:pt x="115" y="443"/>
                    <a:pt x="147" y="442"/>
                  </a:cubicBezTo>
                  <a:cubicBezTo>
                    <a:pt x="127" y="440"/>
                    <a:pt x="108" y="439"/>
                    <a:pt x="88" y="437"/>
                  </a:cubicBezTo>
                  <a:cubicBezTo>
                    <a:pt x="72" y="435"/>
                    <a:pt x="59" y="423"/>
                    <a:pt x="59" y="407"/>
                  </a:cubicBezTo>
                  <a:cubicBezTo>
                    <a:pt x="59" y="383"/>
                    <a:pt x="59" y="359"/>
                    <a:pt x="59" y="335"/>
                  </a:cubicBezTo>
                  <a:cubicBezTo>
                    <a:pt x="59" y="318"/>
                    <a:pt x="72" y="306"/>
                    <a:pt x="88" y="305"/>
                  </a:cubicBezTo>
                  <a:cubicBezTo>
                    <a:pt x="148" y="299"/>
                    <a:pt x="207" y="297"/>
                    <a:pt x="267" y="298"/>
                  </a:cubicBezTo>
                  <a:cubicBezTo>
                    <a:pt x="245" y="333"/>
                    <a:pt x="233" y="373"/>
                    <a:pt x="233" y="417"/>
                  </a:cubicBezTo>
                  <a:cubicBezTo>
                    <a:pt x="233" y="479"/>
                    <a:pt x="258" y="535"/>
                    <a:pt x="299" y="575"/>
                  </a:cubicBezTo>
                  <a:cubicBezTo>
                    <a:pt x="301" y="578"/>
                    <a:pt x="304" y="581"/>
                    <a:pt x="306" y="583"/>
                  </a:cubicBezTo>
                  <a:cubicBezTo>
                    <a:pt x="221" y="590"/>
                    <a:pt x="136" y="589"/>
                    <a:pt x="51" y="579"/>
                  </a:cubicBezTo>
                  <a:cubicBezTo>
                    <a:pt x="35" y="578"/>
                    <a:pt x="21" y="566"/>
                    <a:pt x="21" y="550"/>
                  </a:cubicBezTo>
                  <a:cubicBezTo>
                    <a:pt x="21" y="526"/>
                    <a:pt x="21" y="502"/>
                    <a:pt x="21" y="478"/>
                  </a:cubicBezTo>
                  <a:cubicBezTo>
                    <a:pt x="21" y="461"/>
                    <a:pt x="35" y="449"/>
                    <a:pt x="51" y="448"/>
                  </a:cubicBezTo>
                  <a:close/>
                  <a:moveTo>
                    <a:pt x="442" y="265"/>
                  </a:moveTo>
                  <a:lnTo>
                    <a:pt x="442" y="265"/>
                  </a:lnTo>
                  <a:cubicBezTo>
                    <a:pt x="454" y="263"/>
                    <a:pt x="467" y="262"/>
                    <a:pt x="479" y="265"/>
                  </a:cubicBezTo>
                  <a:cubicBezTo>
                    <a:pt x="478" y="271"/>
                    <a:pt x="478" y="278"/>
                    <a:pt x="477" y="284"/>
                  </a:cubicBezTo>
                  <a:cubicBezTo>
                    <a:pt x="466" y="283"/>
                    <a:pt x="455" y="283"/>
                    <a:pt x="444" y="284"/>
                  </a:cubicBezTo>
                  <a:cubicBezTo>
                    <a:pt x="443" y="278"/>
                    <a:pt x="443" y="271"/>
                    <a:pt x="442" y="265"/>
                  </a:cubicBezTo>
                  <a:close/>
                  <a:moveTo>
                    <a:pt x="510" y="384"/>
                  </a:moveTo>
                  <a:lnTo>
                    <a:pt x="510" y="384"/>
                  </a:lnTo>
                  <a:lnTo>
                    <a:pt x="467" y="384"/>
                  </a:lnTo>
                  <a:lnTo>
                    <a:pt x="467" y="377"/>
                  </a:lnTo>
                  <a:cubicBezTo>
                    <a:pt x="467" y="369"/>
                    <a:pt x="466" y="364"/>
                    <a:pt x="465" y="362"/>
                  </a:cubicBezTo>
                  <a:cubicBezTo>
                    <a:pt x="464" y="360"/>
                    <a:pt x="462" y="359"/>
                    <a:pt x="459" y="359"/>
                  </a:cubicBezTo>
                  <a:cubicBezTo>
                    <a:pt x="456" y="359"/>
                    <a:pt x="454" y="360"/>
                    <a:pt x="453" y="362"/>
                  </a:cubicBezTo>
                  <a:cubicBezTo>
                    <a:pt x="452" y="364"/>
                    <a:pt x="451" y="367"/>
                    <a:pt x="451" y="371"/>
                  </a:cubicBezTo>
                  <a:cubicBezTo>
                    <a:pt x="451" y="378"/>
                    <a:pt x="452" y="382"/>
                    <a:pt x="455" y="385"/>
                  </a:cubicBezTo>
                  <a:cubicBezTo>
                    <a:pt x="458" y="388"/>
                    <a:pt x="466" y="393"/>
                    <a:pt x="478" y="401"/>
                  </a:cubicBezTo>
                  <a:cubicBezTo>
                    <a:pt x="489" y="407"/>
                    <a:pt x="497" y="413"/>
                    <a:pt x="501" y="416"/>
                  </a:cubicBezTo>
                  <a:cubicBezTo>
                    <a:pt x="505" y="420"/>
                    <a:pt x="508" y="425"/>
                    <a:pt x="511" y="431"/>
                  </a:cubicBezTo>
                  <a:cubicBezTo>
                    <a:pt x="514" y="438"/>
                    <a:pt x="515" y="446"/>
                    <a:pt x="515" y="455"/>
                  </a:cubicBezTo>
                  <a:cubicBezTo>
                    <a:pt x="515" y="471"/>
                    <a:pt x="511" y="483"/>
                    <a:pt x="504" y="491"/>
                  </a:cubicBezTo>
                  <a:cubicBezTo>
                    <a:pt x="497" y="500"/>
                    <a:pt x="485" y="506"/>
                    <a:pt x="471" y="508"/>
                  </a:cubicBezTo>
                  <a:lnTo>
                    <a:pt x="471" y="524"/>
                  </a:lnTo>
                  <a:lnTo>
                    <a:pt x="451" y="524"/>
                  </a:lnTo>
                  <a:lnTo>
                    <a:pt x="451" y="507"/>
                  </a:lnTo>
                  <a:cubicBezTo>
                    <a:pt x="439" y="506"/>
                    <a:pt x="429" y="502"/>
                    <a:pt x="420" y="494"/>
                  </a:cubicBezTo>
                  <a:cubicBezTo>
                    <a:pt x="412" y="486"/>
                    <a:pt x="407" y="473"/>
                    <a:pt x="407" y="453"/>
                  </a:cubicBezTo>
                  <a:lnTo>
                    <a:pt x="407" y="445"/>
                  </a:lnTo>
                  <a:lnTo>
                    <a:pt x="451" y="445"/>
                  </a:lnTo>
                  <a:lnTo>
                    <a:pt x="451" y="456"/>
                  </a:lnTo>
                  <a:cubicBezTo>
                    <a:pt x="451" y="467"/>
                    <a:pt x="451" y="474"/>
                    <a:pt x="452" y="477"/>
                  </a:cubicBezTo>
                  <a:cubicBezTo>
                    <a:pt x="453" y="480"/>
                    <a:pt x="455" y="481"/>
                    <a:pt x="458" y="481"/>
                  </a:cubicBezTo>
                  <a:cubicBezTo>
                    <a:pt x="461" y="481"/>
                    <a:pt x="464" y="480"/>
                    <a:pt x="465" y="479"/>
                  </a:cubicBezTo>
                  <a:cubicBezTo>
                    <a:pt x="466" y="477"/>
                    <a:pt x="467" y="474"/>
                    <a:pt x="467" y="470"/>
                  </a:cubicBezTo>
                  <a:cubicBezTo>
                    <a:pt x="467" y="460"/>
                    <a:pt x="466" y="453"/>
                    <a:pt x="465" y="449"/>
                  </a:cubicBezTo>
                  <a:cubicBezTo>
                    <a:pt x="464" y="445"/>
                    <a:pt x="459" y="440"/>
                    <a:pt x="451" y="435"/>
                  </a:cubicBezTo>
                  <a:cubicBezTo>
                    <a:pt x="438" y="427"/>
                    <a:pt x="429" y="421"/>
                    <a:pt x="424" y="417"/>
                  </a:cubicBezTo>
                  <a:cubicBezTo>
                    <a:pt x="420" y="413"/>
                    <a:pt x="415" y="408"/>
                    <a:pt x="412" y="401"/>
                  </a:cubicBezTo>
                  <a:cubicBezTo>
                    <a:pt x="408" y="394"/>
                    <a:pt x="407" y="386"/>
                    <a:pt x="407" y="377"/>
                  </a:cubicBezTo>
                  <a:cubicBezTo>
                    <a:pt x="407" y="364"/>
                    <a:pt x="410" y="354"/>
                    <a:pt x="418" y="346"/>
                  </a:cubicBezTo>
                  <a:cubicBezTo>
                    <a:pt x="425" y="339"/>
                    <a:pt x="436" y="334"/>
                    <a:pt x="451" y="333"/>
                  </a:cubicBezTo>
                  <a:lnTo>
                    <a:pt x="451" y="319"/>
                  </a:lnTo>
                  <a:lnTo>
                    <a:pt x="471" y="319"/>
                  </a:lnTo>
                  <a:lnTo>
                    <a:pt x="471" y="333"/>
                  </a:lnTo>
                  <a:cubicBezTo>
                    <a:pt x="484" y="334"/>
                    <a:pt x="494" y="339"/>
                    <a:pt x="501" y="346"/>
                  </a:cubicBezTo>
                  <a:cubicBezTo>
                    <a:pt x="507" y="353"/>
                    <a:pt x="511" y="363"/>
                    <a:pt x="511" y="376"/>
                  </a:cubicBezTo>
                  <a:cubicBezTo>
                    <a:pt x="511" y="378"/>
                    <a:pt x="510" y="381"/>
                    <a:pt x="510" y="384"/>
                  </a:cubicBezTo>
                  <a:close/>
                  <a:moveTo>
                    <a:pt x="411" y="271"/>
                  </a:moveTo>
                  <a:lnTo>
                    <a:pt x="411" y="271"/>
                  </a:lnTo>
                  <a:lnTo>
                    <a:pt x="410" y="271"/>
                  </a:lnTo>
                  <a:lnTo>
                    <a:pt x="409" y="272"/>
                  </a:lnTo>
                  <a:lnTo>
                    <a:pt x="408" y="272"/>
                  </a:lnTo>
                  <a:lnTo>
                    <a:pt x="407" y="272"/>
                  </a:lnTo>
                  <a:lnTo>
                    <a:pt x="406" y="272"/>
                  </a:lnTo>
                  <a:lnTo>
                    <a:pt x="405" y="273"/>
                  </a:lnTo>
                  <a:lnTo>
                    <a:pt x="404" y="273"/>
                  </a:lnTo>
                  <a:lnTo>
                    <a:pt x="404" y="273"/>
                  </a:lnTo>
                  <a:lnTo>
                    <a:pt x="403" y="274"/>
                  </a:lnTo>
                  <a:lnTo>
                    <a:pt x="402" y="274"/>
                  </a:lnTo>
                  <a:lnTo>
                    <a:pt x="401" y="274"/>
                  </a:lnTo>
                  <a:lnTo>
                    <a:pt x="400" y="275"/>
                  </a:lnTo>
                  <a:lnTo>
                    <a:pt x="399" y="275"/>
                  </a:lnTo>
                  <a:lnTo>
                    <a:pt x="398" y="275"/>
                  </a:lnTo>
                  <a:lnTo>
                    <a:pt x="398" y="276"/>
                  </a:lnTo>
                  <a:lnTo>
                    <a:pt x="397" y="276"/>
                  </a:lnTo>
                  <a:lnTo>
                    <a:pt x="396" y="277"/>
                  </a:lnTo>
                  <a:lnTo>
                    <a:pt x="395" y="277"/>
                  </a:lnTo>
                  <a:lnTo>
                    <a:pt x="394" y="277"/>
                  </a:lnTo>
                  <a:lnTo>
                    <a:pt x="393" y="278"/>
                  </a:lnTo>
                  <a:lnTo>
                    <a:pt x="393" y="278"/>
                  </a:lnTo>
                  <a:lnTo>
                    <a:pt x="401" y="294"/>
                  </a:lnTo>
                  <a:lnTo>
                    <a:pt x="401" y="294"/>
                  </a:lnTo>
                  <a:lnTo>
                    <a:pt x="401" y="293"/>
                  </a:lnTo>
                  <a:lnTo>
                    <a:pt x="402" y="293"/>
                  </a:lnTo>
                  <a:lnTo>
                    <a:pt x="403" y="293"/>
                  </a:lnTo>
                  <a:lnTo>
                    <a:pt x="404" y="292"/>
                  </a:lnTo>
                  <a:lnTo>
                    <a:pt x="404" y="292"/>
                  </a:lnTo>
                  <a:lnTo>
                    <a:pt x="405" y="292"/>
                  </a:lnTo>
                  <a:lnTo>
                    <a:pt x="406" y="291"/>
                  </a:lnTo>
                  <a:lnTo>
                    <a:pt x="407" y="291"/>
                  </a:lnTo>
                  <a:lnTo>
                    <a:pt x="407" y="291"/>
                  </a:lnTo>
                  <a:lnTo>
                    <a:pt x="408" y="290"/>
                  </a:lnTo>
                  <a:lnTo>
                    <a:pt x="409" y="290"/>
                  </a:lnTo>
                  <a:lnTo>
                    <a:pt x="410" y="290"/>
                  </a:lnTo>
                  <a:lnTo>
                    <a:pt x="411" y="290"/>
                  </a:lnTo>
                  <a:lnTo>
                    <a:pt x="411" y="289"/>
                  </a:lnTo>
                  <a:lnTo>
                    <a:pt x="412" y="289"/>
                  </a:lnTo>
                  <a:lnTo>
                    <a:pt x="413" y="289"/>
                  </a:lnTo>
                  <a:lnTo>
                    <a:pt x="414" y="289"/>
                  </a:lnTo>
                  <a:lnTo>
                    <a:pt x="414" y="288"/>
                  </a:lnTo>
                  <a:lnTo>
                    <a:pt x="415" y="288"/>
                  </a:lnTo>
                  <a:lnTo>
                    <a:pt x="416" y="288"/>
                  </a:lnTo>
                  <a:lnTo>
                    <a:pt x="411" y="271"/>
                  </a:lnTo>
                  <a:close/>
                  <a:moveTo>
                    <a:pt x="361" y="297"/>
                  </a:moveTo>
                  <a:lnTo>
                    <a:pt x="361" y="297"/>
                  </a:lnTo>
                  <a:lnTo>
                    <a:pt x="361" y="298"/>
                  </a:lnTo>
                  <a:lnTo>
                    <a:pt x="360" y="298"/>
                  </a:lnTo>
                  <a:lnTo>
                    <a:pt x="360" y="299"/>
                  </a:lnTo>
                  <a:lnTo>
                    <a:pt x="359" y="299"/>
                  </a:lnTo>
                  <a:lnTo>
                    <a:pt x="358" y="300"/>
                  </a:lnTo>
                  <a:lnTo>
                    <a:pt x="358" y="301"/>
                  </a:lnTo>
                  <a:lnTo>
                    <a:pt x="357" y="301"/>
                  </a:lnTo>
                  <a:lnTo>
                    <a:pt x="356" y="302"/>
                  </a:lnTo>
                  <a:lnTo>
                    <a:pt x="356" y="302"/>
                  </a:lnTo>
                  <a:lnTo>
                    <a:pt x="355" y="303"/>
                  </a:lnTo>
                  <a:lnTo>
                    <a:pt x="354" y="304"/>
                  </a:lnTo>
                  <a:lnTo>
                    <a:pt x="354" y="304"/>
                  </a:lnTo>
                  <a:lnTo>
                    <a:pt x="353" y="305"/>
                  </a:lnTo>
                  <a:lnTo>
                    <a:pt x="352" y="305"/>
                  </a:lnTo>
                  <a:lnTo>
                    <a:pt x="352" y="306"/>
                  </a:lnTo>
                  <a:lnTo>
                    <a:pt x="351" y="307"/>
                  </a:lnTo>
                  <a:lnTo>
                    <a:pt x="350" y="307"/>
                  </a:lnTo>
                  <a:lnTo>
                    <a:pt x="350" y="308"/>
                  </a:lnTo>
                  <a:lnTo>
                    <a:pt x="349" y="309"/>
                  </a:lnTo>
                  <a:lnTo>
                    <a:pt x="348" y="309"/>
                  </a:lnTo>
                  <a:lnTo>
                    <a:pt x="348" y="310"/>
                  </a:lnTo>
                  <a:lnTo>
                    <a:pt x="360" y="322"/>
                  </a:lnTo>
                  <a:lnTo>
                    <a:pt x="361" y="322"/>
                  </a:lnTo>
                  <a:lnTo>
                    <a:pt x="361" y="321"/>
                  </a:lnTo>
                  <a:lnTo>
                    <a:pt x="362" y="320"/>
                  </a:lnTo>
                  <a:lnTo>
                    <a:pt x="362" y="320"/>
                  </a:lnTo>
                  <a:lnTo>
                    <a:pt x="363" y="319"/>
                  </a:lnTo>
                  <a:lnTo>
                    <a:pt x="364" y="319"/>
                  </a:lnTo>
                  <a:lnTo>
                    <a:pt x="364" y="318"/>
                  </a:lnTo>
                  <a:lnTo>
                    <a:pt x="365" y="318"/>
                  </a:lnTo>
                  <a:lnTo>
                    <a:pt x="365" y="317"/>
                  </a:lnTo>
                  <a:lnTo>
                    <a:pt x="366" y="317"/>
                  </a:lnTo>
                  <a:lnTo>
                    <a:pt x="367" y="316"/>
                  </a:lnTo>
                  <a:lnTo>
                    <a:pt x="367" y="316"/>
                  </a:lnTo>
                  <a:lnTo>
                    <a:pt x="368" y="315"/>
                  </a:lnTo>
                  <a:lnTo>
                    <a:pt x="368" y="314"/>
                  </a:lnTo>
                  <a:lnTo>
                    <a:pt x="369" y="314"/>
                  </a:lnTo>
                  <a:lnTo>
                    <a:pt x="370" y="313"/>
                  </a:lnTo>
                  <a:lnTo>
                    <a:pt x="370" y="313"/>
                  </a:lnTo>
                  <a:lnTo>
                    <a:pt x="371" y="312"/>
                  </a:lnTo>
                  <a:lnTo>
                    <a:pt x="372" y="312"/>
                  </a:lnTo>
                  <a:lnTo>
                    <a:pt x="372" y="311"/>
                  </a:lnTo>
                  <a:lnTo>
                    <a:pt x="373" y="311"/>
                  </a:lnTo>
                  <a:lnTo>
                    <a:pt x="361" y="297"/>
                  </a:lnTo>
                  <a:close/>
                  <a:moveTo>
                    <a:pt x="325" y="339"/>
                  </a:moveTo>
                  <a:lnTo>
                    <a:pt x="325" y="339"/>
                  </a:lnTo>
                  <a:lnTo>
                    <a:pt x="325" y="340"/>
                  </a:lnTo>
                  <a:lnTo>
                    <a:pt x="324" y="341"/>
                  </a:lnTo>
                  <a:lnTo>
                    <a:pt x="324" y="341"/>
                  </a:lnTo>
                  <a:lnTo>
                    <a:pt x="323" y="342"/>
                  </a:lnTo>
                  <a:lnTo>
                    <a:pt x="323" y="343"/>
                  </a:lnTo>
                  <a:lnTo>
                    <a:pt x="323" y="344"/>
                  </a:lnTo>
                  <a:lnTo>
                    <a:pt x="322" y="345"/>
                  </a:lnTo>
                  <a:lnTo>
                    <a:pt x="322" y="346"/>
                  </a:lnTo>
                  <a:lnTo>
                    <a:pt x="321" y="346"/>
                  </a:lnTo>
                  <a:lnTo>
                    <a:pt x="321" y="347"/>
                  </a:lnTo>
                  <a:lnTo>
                    <a:pt x="320" y="348"/>
                  </a:lnTo>
                  <a:lnTo>
                    <a:pt x="320" y="349"/>
                  </a:lnTo>
                  <a:lnTo>
                    <a:pt x="320" y="350"/>
                  </a:lnTo>
                  <a:lnTo>
                    <a:pt x="319" y="350"/>
                  </a:lnTo>
                  <a:lnTo>
                    <a:pt x="319" y="351"/>
                  </a:lnTo>
                  <a:lnTo>
                    <a:pt x="318" y="352"/>
                  </a:lnTo>
                  <a:lnTo>
                    <a:pt x="318" y="353"/>
                  </a:lnTo>
                  <a:lnTo>
                    <a:pt x="318" y="354"/>
                  </a:lnTo>
                  <a:lnTo>
                    <a:pt x="317" y="355"/>
                  </a:lnTo>
                  <a:lnTo>
                    <a:pt x="317" y="356"/>
                  </a:lnTo>
                  <a:lnTo>
                    <a:pt x="317" y="356"/>
                  </a:lnTo>
                  <a:lnTo>
                    <a:pt x="333" y="363"/>
                  </a:lnTo>
                  <a:lnTo>
                    <a:pt x="333" y="363"/>
                  </a:lnTo>
                  <a:lnTo>
                    <a:pt x="333" y="362"/>
                  </a:lnTo>
                  <a:lnTo>
                    <a:pt x="334" y="361"/>
                  </a:lnTo>
                  <a:lnTo>
                    <a:pt x="334" y="360"/>
                  </a:lnTo>
                  <a:lnTo>
                    <a:pt x="334" y="360"/>
                  </a:lnTo>
                  <a:lnTo>
                    <a:pt x="335" y="359"/>
                  </a:lnTo>
                  <a:lnTo>
                    <a:pt x="335" y="358"/>
                  </a:lnTo>
                  <a:lnTo>
                    <a:pt x="335" y="357"/>
                  </a:lnTo>
                  <a:lnTo>
                    <a:pt x="336" y="357"/>
                  </a:lnTo>
                  <a:lnTo>
                    <a:pt x="336" y="356"/>
                  </a:lnTo>
                  <a:lnTo>
                    <a:pt x="336" y="355"/>
                  </a:lnTo>
                  <a:lnTo>
                    <a:pt x="337" y="354"/>
                  </a:lnTo>
                  <a:lnTo>
                    <a:pt x="337" y="354"/>
                  </a:lnTo>
                  <a:lnTo>
                    <a:pt x="338" y="353"/>
                  </a:lnTo>
                  <a:lnTo>
                    <a:pt x="338" y="352"/>
                  </a:lnTo>
                  <a:lnTo>
                    <a:pt x="338" y="352"/>
                  </a:lnTo>
                  <a:lnTo>
                    <a:pt x="339" y="351"/>
                  </a:lnTo>
                  <a:lnTo>
                    <a:pt x="339" y="350"/>
                  </a:lnTo>
                  <a:lnTo>
                    <a:pt x="340" y="349"/>
                  </a:lnTo>
                  <a:lnTo>
                    <a:pt x="340" y="349"/>
                  </a:lnTo>
                  <a:lnTo>
                    <a:pt x="340" y="348"/>
                  </a:lnTo>
                  <a:lnTo>
                    <a:pt x="325" y="339"/>
                  </a:lnTo>
                  <a:close/>
                  <a:moveTo>
                    <a:pt x="306" y="392"/>
                  </a:moveTo>
                  <a:lnTo>
                    <a:pt x="306" y="392"/>
                  </a:lnTo>
                  <a:lnTo>
                    <a:pt x="306" y="393"/>
                  </a:lnTo>
                  <a:lnTo>
                    <a:pt x="306" y="394"/>
                  </a:lnTo>
                  <a:lnTo>
                    <a:pt x="306" y="395"/>
                  </a:lnTo>
                  <a:lnTo>
                    <a:pt x="306" y="396"/>
                  </a:lnTo>
                  <a:lnTo>
                    <a:pt x="305" y="396"/>
                  </a:lnTo>
                  <a:lnTo>
                    <a:pt x="305" y="397"/>
                  </a:lnTo>
                  <a:lnTo>
                    <a:pt x="305" y="398"/>
                  </a:lnTo>
                  <a:lnTo>
                    <a:pt x="305" y="399"/>
                  </a:lnTo>
                  <a:lnTo>
                    <a:pt x="305" y="400"/>
                  </a:lnTo>
                  <a:lnTo>
                    <a:pt x="305" y="401"/>
                  </a:lnTo>
                  <a:lnTo>
                    <a:pt x="305" y="402"/>
                  </a:lnTo>
                  <a:lnTo>
                    <a:pt x="305" y="403"/>
                  </a:lnTo>
                  <a:lnTo>
                    <a:pt x="305" y="404"/>
                  </a:lnTo>
                  <a:lnTo>
                    <a:pt x="304" y="405"/>
                  </a:lnTo>
                  <a:lnTo>
                    <a:pt x="304" y="406"/>
                  </a:lnTo>
                  <a:lnTo>
                    <a:pt x="304" y="407"/>
                  </a:lnTo>
                  <a:lnTo>
                    <a:pt x="304" y="408"/>
                  </a:lnTo>
                  <a:lnTo>
                    <a:pt x="304" y="409"/>
                  </a:lnTo>
                  <a:lnTo>
                    <a:pt x="304" y="410"/>
                  </a:lnTo>
                  <a:lnTo>
                    <a:pt x="304" y="410"/>
                  </a:lnTo>
                  <a:lnTo>
                    <a:pt x="322" y="411"/>
                  </a:lnTo>
                  <a:lnTo>
                    <a:pt x="322" y="411"/>
                  </a:lnTo>
                  <a:lnTo>
                    <a:pt x="322" y="410"/>
                  </a:lnTo>
                  <a:lnTo>
                    <a:pt x="322" y="409"/>
                  </a:lnTo>
                  <a:lnTo>
                    <a:pt x="322" y="408"/>
                  </a:lnTo>
                  <a:lnTo>
                    <a:pt x="322" y="407"/>
                  </a:lnTo>
                  <a:lnTo>
                    <a:pt x="322" y="406"/>
                  </a:lnTo>
                  <a:lnTo>
                    <a:pt x="322" y="406"/>
                  </a:lnTo>
                  <a:lnTo>
                    <a:pt x="322" y="405"/>
                  </a:lnTo>
                  <a:lnTo>
                    <a:pt x="322" y="404"/>
                  </a:lnTo>
                  <a:lnTo>
                    <a:pt x="322" y="403"/>
                  </a:lnTo>
                  <a:lnTo>
                    <a:pt x="322" y="402"/>
                  </a:lnTo>
                  <a:lnTo>
                    <a:pt x="323" y="401"/>
                  </a:lnTo>
                  <a:lnTo>
                    <a:pt x="323" y="400"/>
                  </a:lnTo>
                  <a:lnTo>
                    <a:pt x="323" y="400"/>
                  </a:lnTo>
                  <a:lnTo>
                    <a:pt x="323" y="399"/>
                  </a:lnTo>
                  <a:lnTo>
                    <a:pt x="323" y="398"/>
                  </a:lnTo>
                  <a:lnTo>
                    <a:pt x="323" y="397"/>
                  </a:lnTo>
                  <a:lnTo>
                    <a:pt x="323" y="396"/>
                  </a:lnTo>
                  <a:lnTo>
                    <a:pt x="323" y="395"/>
                  </a:lnTo>
                  <a:lnTo>
                    <a:pt x="323" y="395"/>
                  </a:lnTo>
                  <a:lnTo>
                    <a:pt x="306" y="392"/>
                  </a:lnTo>
                  <a:close/>
                  <a:moveTo>
                    <a:pt x="307" y="447"/>
                  </a:moveTo>
                  <a:lnTo>
                    <a:pt x="307" y="447"/>
                  </a:lnTo>
                  <a:lnTo>
                    <a:pt x="307" y="448"/>
                  </a:lnTo>
                  <a:lnTo>
                    <a:pt x="307" y="449"/>
                  </a:lnTo>
                  <a:lnTo>
                    <a:pt x="308" y="450"/>
                  </a:lnTo>
                  <a:lnTo>
                    <a:pt x="308" y="451"/>
                  </a:lnTo>
                  <a:lnTo>
                    <a:pt x="308" y="451"/>
                  </a:lnTo>
                  <a:lnTo>
                    <a:pt x="308" y="452"/>
                  </a:lnTo>
                  <a:lnTo>
                    <a:pt x="308" y="453"/>
                  </a:lnTo>
                  <a:lnTo>
                    <a:pt x="309" y="454"/>
                  </a:lnTo>
                  <a:lnTo>
                    <a:pt x="309" y="455"/>
                  </a:lnTo>
                  <a:lnTo>
                    <a:pt x="309" y="456"/>
                  </a:lnTo>
                  <a:lnTo>
                    <a:pt x="309" y="457"/>
                  </a:lnTo>
                  <a:lnTo>
                    <a:pt x="310" y="458"/>
                  </a:lnTo>
                  <a:lnTo>
                    <a:pt x="310" y="459"/>
                  </a:lnTo>
                  <a:lnTo>
                    <a:pt x="310" y="460"/>
                  </a:lnTo>
                  <a:lnTo>
                    <a:pt x="310" y="461"/>
                  </a:lnTo>
                  <a:lnTo>
                    <a:pt x="311" y="461"/>
                  </a:lnTo>
                  <a:lnTo>
                    <a:pt x="311" y="462"/>
                  </a:lnTo>
                  <a:lnTo>
                    <a:pt x="311" y="463"/>
                  </a:lnTo>
                  <a:lnTo>
                    <a:pt x="311" y="464"/>
                  </a:lnTo>
                  <a:lnTo>
                    <a:pt x="312" y="465"/>
                  </a:lnTo>
                  <a:lnTo>
                    <a:pt x="312" y="466"/>
                  </a:lnTo>
                  <a:lnTo>
                    <a:pt x="329" y="460"/>
                  </a:lnTo>
                  <a:lnTo>
                    <a:pt x="328" y="460"/>
                  </a:lnTo>
                  <a:lnTo>
                    <a:pt x="328" y="459"/>
                  </a:lnTo>
                  <a:lnTo>
                    <a:pt x="328" y="458"/>
                  </a:lnTo>
                  <a:lnTo>
                    <a:pt x="328" y="457"/>
                  </a:lnTo>
                  <a:lnTo>
                    <a:pt x="327" y="456"/>
                  </a:lnTo>
                  <a:lnTo>
                    <a:pt x="327" y="456"/>
                  </a:lnTo>
                  <a:lnTo>
                    <a:pt x="327" y="455"/>
                  </a:lnTo>
                  <a:lnTo>
                    <a:pt x="327" y="454"/>
                  </a:lnTo>
                  <a:lnTo>
                    <a:pt x="327" y="453"/>
                  </a:lnTo>
                  <a:lnTo>
                    <a:pt x="326" y="452"/>
                  </a:lnTo>
                  <a:lnTo>
                    <a:pt x="326" y="452"/>
                  </a:lnTo>
                  <a:lnTo>
                    <a:pt x="326" y="451"/>
                  </a:lnTo>
                  <a:lnTo>
                    <a:pt x="326" y="450"/>
                  </a:lnTo>
                  <a:lnTo>
                    <a:pt x="325" y="449"/>
                  </a:lnTo>
                  <a:lnTo>
                    <a:pt x="325" y="448"/>
                  </a:lnTo>
                  <a:lnTo>
                    <a:pt x="325" y="447"/>
                  </a:lnTo>
                  <a:lnTo>
                    <a:pt x="325" y="447"/>
                  </a:lnTo>
                  <a:lnTo>
                    <a:pt x="325" y="446"/>
                  </a:lnTo>
                  <a:lnTo>
                    <a:pt x="325" y="445"/>
                  </a:lnTo>
                  <a:lnTo>
                    <a:pt x="324" y="444"/>
                  </a:lnTo>
                  <a:lnTo>
                    <a:pt x="324" y="444"/>
                  </a:lnTo>
                  <a:lnTo>
                    <a:pt x="307" y="447"/>
                  </a:lnTo>
                  <a:close/>
                  <a:moveTo>
                    <a:pt x="328" y="499"/>
                  </a:moveTo>
                  <a:lnTo>
                    <a:pt x="328" y="499"/>
                  </a:lnTo>
                  <a:lnTo>
                    <a:pt x="328" y="499"/>
                  </a:lnTo>
                  <a:lnTo>
                    <a:pt x="329" y="500"/>
                  </a:lnTo>
                  <a:lnTo>
                    <a:pt x="329" y="501"/>
                  </a:lnTo>
                  <a:lnTo>
                    <a:pt x="330" y="502"/>
                  </a:lnTo>
                  <a:lnTo>
                    <a:pt x="330" y="503"/>
                  </a:lnTo>
                  <a:lnTo>
                    <a:pt x="331" y="503"/>
                  </a:lnTo>
                  <a:lnTo>
                    <a:pt x="331" y="504"/>
                  </a:lnTo>
                  <a:lnTo>
                    <a:pt x="332" y="505"/>
                  </a:lnTo>
                  <a:lnTo>
                    <a:pt x="332" y="506"/>
                  </a:lnTo>
                  <a:lnTo>
                    <a:pt x="333" y="506"/>
                  </a:lnTo>
                  <a:lnTo>
                    <a:pt x="333" y="507"/>
                  </a:lnTo>
                  <a:lnTo>
                    <a:pt x="334" y="508"/>
                  </a:lnTo>
                  <a:lnTo>
                    <a:pt x="334" y="509"/>
                  </a:lnTo>
                  <a:lnTo>
                    <a:pt x="335" y="509"/>
                  </a:lnTo>
                  <a:lnTo>
                    <a:pt x="336" y="510"/>
                  </a:lnTo>
                  <a:lnTo>
                    <a:pt x="336" y="511"/>
                  </a:lnTo>
                  <a:lnTo>
                    <a:pt x="337" y="511"/>
                  </a:lnTo>
                  <a:lnTo>
                    <a:pt x="337" y="512"/>
                  </a:lnTo>
                  <a:lnTo>
                    <a:pt x="338" y="513"/>
                  </a:lnTo>
                  <a:lnTo>
                    <a:pt x="338" y="514"/>
                  </a:lnTo>
                  <a:lnTo>
                    <a:pt x="339" y="514"/>
                  </a:lnTo>
                  <a:lnTo>
                    <a:pt x="353" y="503"/>
                  </a:lnTo>
                  <a:lnTo>
                    <a:pt x="352" y="502"/>
                  </a:lnTo>
                  <a:lnTo>
                    <a:pt x="352" y="502"/>
                  </a:lnTo>
                  <a:lnTo>
                    <a:pt x="351" y="501"/>
                  </a:lnTo>
                  <a:lnTo>
                    <a:pt x="351" y="501"/>
                  </a:lnTo>
                  <a:lnTo>
                    <a:pt x="350" y="500"/>
                  </a:lnTo>
                  <a:lnTo>
                    <a:pt x="350" y="499"/>
                  </a:lnTo>
                  <a:lnTo>
                    <a:pt x="349" y="499"/>
                  </a:lnTo>
                  <a:lnTo>
                    <a:pt x="349" y="498"/>
                  </a:lnTo>
                  <a:lnTo>
                    <a:pt x="348" y="497"/>
                  </a:lnTo>
                  <a:lnTo>
                    <a:pt x="348" y="497"/>
                  </a:lnTo>
                  <a:lnTo>
                    <a:pt x="347" y="496"/>
                  </a:lnTo>
                  <a:lnTo>
                    <a:pt x="347" y="495"/>
                  </a:lnTo>
                  <a:lnTo>
                    <a:pt x="346" y="495"/>
                  </a:lnTo>
                  <a:lnTo>
                    <a:pt x="346" y="494"/>
                  </a:lnTo>
                  <a:lnTo>
                    <a:pt x="345" y="493"/>
                  </a:lnTo>
                  <a:lnTo>
                    <a:pt x="345" y="493"/>
                  </a:lnTo>
                  <a:lnTo>
                    <a:pt x="344" y="492"/>
                  </a:lnTo>
                  <a:lnTo>
                    <a:pt x="344" y="491"/>
                  </a:lnTo>
                  <a:lnTo>
                    <a:pt x="343" y="491"/>
                  </a:lnTo>
                  <a:lnTo>
                    <a:pt x="343" y="490"/>
                  </a:lnTo>
                  <a:lnTo>
                    <a:pt x="343" y="490"/>
                  </a:lnTo>
                  <a:lnTo>
                    <a:pt x="328" y="499"/>
                  </a:lnTo>
                  <a:close/>
                  <a:moveTo>
                    <a:pt x="366" y="540"/>
                  </a:moveTo>
                  <a:lnTo>
                    <a:pt x="366" y="540"/>
                  </a:lnTo>
                  <a:lnTo>
                    <a:pt x="366" y="540"/>
                  </a:lnTo>
                  <a:lnTo>
                    <a:pt x="367" y="541"/>
                  </a:lnTo>
                  <a:lnTo>
                    <a:pt x="368" y="541"/>
                  </a:lnTo>
                  <a:lnTo>
                    <a:pt x="369" y="542"/>
                  </a:lnTo>
                  <a:lnTo>
                    <a:pt x="369" y="542"/>
                  </a:lnTo>
                  <a:lnTo>
                    <a:pt x="370" y="543"/>
                  </a:lnTo>
                  <a:lnTo>
                    <a:pt x="371" y="543"/>
                  </a:lnTo>
                  <a:lnTo>
                    <a:pt x="372" y="544"/>
                  </a:lnTo>
                  <a:lnTo>
                    <a:pt x="372" y="544"/>
                  </a:lnTo>
                  <a:lnTo>
                    <a:pt x="373" y="545"/>
                  </a:lnTo>
                  <a:lnTo>
                    <a:pt x="374" y="545"/>
                  </a:lnTo>
                  <a:lnTo>
                    <a:pt x="375" y="546"/>
                  </a:lnTo>
                  <a:lnTo>
                    <a:pt x="375" y="546"/>
                  </a:lnTo>
                  <a:lnTo>
                    <a:pt x="376" y="547"/>
                  </a:lnTo>
                  <a:lnTo>
                    <a:pt x="377" y="547"/>
                  </a:lnTo>
                  <a:lnTo>
                    <a:pt x="378" y="548"/>
                  </a:lnTo>
                  <a:lnTo>
                    <a:pt x="379" y="548"/>
                  </a:lnTo>
                  <a:lnTo>
                    <a:pt x="379" y="549"/>
                  </a:lnTo>
                  <a:lnTo>
                    <a:pt x="380" y="549"/>
                  </a:lnTo>
                  <a:lnTo>
                    <a:pt x="381" y="550"/>
                  </a:lnTo>
                  <a:lnTo>
                    <a:pt x="382" y="550"/>
                  </a:lnTo>
                  <a:lnTo>
                    <a:pt x="390" y="535"/>
                  </a:lnTo>
                  <a:lnTo>
                    <a:pt x="390" y="534"/>
                  </a:lnTo>
                  <a:lnTo>
                    <a:pt x="389" y="534"/>
                  </a:lnTo>
                  <a:lnTo>
                    <a:pt x="388" y="534"/>
                  </a:lnTo>
                  <a:lnTo>
                    <a:pt x="388" y="533"/>
                  </a:lnTo>
                  <a:lnTo>
                    <a:pt x="387" y="533"/>
                  </a:lnTo>
                  <a:lnTo>
                    <a:pt x="386" y="532"/>
                  </a:lnTo>
                  <a:lnTo>
                    <a:pt x="385" y="532"/>
                  </a:lnTo>
                  <a:lnTo>
                    <a:pt x="385" y="531"/>
                  </a:lnTo>
                  <a:lnTo>
                    <a:pt x="384" y="531"/>
                  </a:lnTo>
                  <a:lnTo>
                    <a:pt x="383" y="531"/>
                  </a:lnTo>
                  <a:lnTo>
                    <a:pt x="383" y="530"/>
                  </a:lnTo>
                  <a:lnTo>
                    <a:pt x="382" y="530"/>
                  </a:lnTo>
                  <a:lnTo>
                    <a:pt x="381" y="529"/>
                  </a:lnTo>
                  <a:lnTo>
                    <a:pt x="381" y="529"/>
                  </a:lnTo>
                  <a:lnTo>
                    <a:pt x="380" y="528"/>
                  </a:lnTo>
                  <a:lnTo>
                    <a:pt x="379" y="528"/>
                  </a:lnTo>
                  <a:lnTo>
                    <a:pt x="379" y="527"/>
                  </a:lnTo>
                  <a:lnTo>
                    <a:pt x="378" y="527"/>
                  </a:lnTo>
                  <a:lnTo>
                    <a:pt x="377" y="526"/>
                  </a:lnTo>
                  <a:lnTo>
                    <a:pt x="377" y="526"/>
                  </a:lnTo>
                  <a:lnTo>
                    <a:pt x="376" y="526"/>
                  </a:lnTo>
                  <a:lnTo>
                    <a:pt x="366" y="540"/>
                  </a:lnTo>
                  <a:close/>
                  <a:moveTo>
                    <a:pt x="416" y="564"/>
                  </a:moveTo>
                  <a:lnTo>
                    <a:pt x="416" y="564"/>
                  </a:lnTo>
                  <a:lnTo>
                    <a:pt x="416" y="564"/>
                  </a:lnTo>
                  <a:lnTo>
                    <a:pt x="417" y="565"/>
                  </a:lnTo>
                  <a:lnTo>
                    <a:pt x="418" y="565"/>
                  </a:lnTo>
                  <a:lnTo>
                    <a:pt x="419" y="565"/>
                  </a:lnTo>
                  <a:lnTo>
                    <a:pt x="420" y="565"/>
                  </a:lnTo>
                  <a:lnTo>
                    <a:pt x="421" y="566"/>
                  </a:lnTo>
                  <a:lnTo>
                    <a:pt x="422" y="566"/>
                  </a:lnTo>
                  <a:lnTo>
                    <a:pt x="423" y="566"/>
                  </a:lnTo>
                  <a:lnTo>
                    <a:pt x="424" y="566"/>
                  </a:lnTo>
                  <a:lnTo>
                    <a:pt x="424" y="567"/>
                  </a:lnTo>
                  <a:lnTo>
                    <a:pt x="425" y="567"/>
                  </a:lnTo>
                  <a:lnTo>
                    <a:pt x="426" y="567"/>
                  </a:lnTo>
                  <a:lnTo>
                    <a:pt x="427" y="567"/>
                  </a:lnTo>
                  <a:lnTo>
                    <a:pt x="428" y="567"/>
                  </a:lnTo>
                  <a:lnTo>
                    <a:pt x="429" y="567"/>
                  </a:lnTo>
                  <a:lnTo>
                    <a:pt x="430" y="568"/>
                  </a:lnTo>
                  <a:lnTo>
                    <a:pt x="431" y="568"/>
                  </a:lnTo>
                  <a:lnTo>
                    <a:pt x="432" y="568"/>
                  </a:lnTo>
                  <a:lnTo>
                    <a:pt x="433" y="568"/>
                  </a:lnTo>
                  <a:lnTo>
                    <a:pt x="434" y="568"/>
                  </a:lnTo>
                  <a:lnTo>
                    <a:pt x="434" y="568"/>
                  </a:lnTo>
                  <a:lnTo>
                    <a:pt x="437" y="551"/>
                  </a:lnTo>
                  <a:lnTo>
                    <a:pt x="437" y="551"/>
                  </a:lnTo>
                  <a:lnTo>
                    <a:pt x="436" y="551"/>
                  </a:lnTo>
                  <a:lnTo>
                    <a:pt x="435" y="551"/>
                  </a:lnTo>
                  <a:lnTo>
                    <a:pt x="434" y="550"/>
                  </a:lnTo>
                  <a:lnTo>
                    <a:pt x="433" y="550"/>
                  </a:lnTo>
                  <a:lnTo>
                    <a:pt x="432" y="550"/>
                  </a:lnTo>
                  <a:lnTo>
                    <a:pt x="431" y="550"/>
                  </a:lnTo>
                  <a:lnTo>
                    <a:pt x="431" y="550"/>
                  </a:lnTo>
                  <a:lnTo>
                    <a:pt x="430" y="550"/>
                  </a:lnTo>
                  <a:lnTo>
                    <a:pt x="429" y="549"/>
                  </a:lnTo>
                  <a:lnTo>
                    <a:pt x="428" y="549"/>
                  </a:lnTo>
                  <a:lnTo>
                    <a:pt x="427" y="549"/>
                  </a:lnTo>
                  <a:lnTo>
                    <a:pt x="427" y="549"/>
                  </a:lnTo>
                  <a:lnTo>
                    <a:pt x="426" y="549"/>
                  </a:lnTo>
                  <a:lnTo>
                    <a:pt x="425" y="549"/>
                  </a:lnTo>
                  <a:lnTo>
                    <a:pt x="424" y="548"/>
                  </a:lnTo>
                  <a:lnTo>
                    <a:pt x="423" y="548"/>
                  </a:lnTo>
                  <a:lnTo>
                    <a:pt x="422" y="548"/>
                  </a:lnTo>
                  <a:lnTo>
                    <a:pt x="422" y="548"/>
                  </a:lnTo>
                  <a:lnTo>
                    <a:pt x="421" y="548"/>
                  </a:lnTo>
                  <a:lnTo>
                    <a:pt x="421" y="547"/>
                  </a:lnTo>
                  <a:lnTo>
                    <a:pt x="416" y="564"/>
                  </a:lnTo>
                  <a:close/>
                  <a:moveTo>
                    <a:pt x="471" y="569"/>
                  </a:moveTo>
                  <a:lnTo>
                    <a:pt x="471" y="569"/>
                  </a:lnTo>
                  <a:lnTo>
                    <a:pt x="472" y="569"/>
                  </a:lnTo>
                  <a:lnTo>
                    <a:pt x="473" y="569"/>
                  </a:lnTo>
                  <a:lnTo>
                    <a:pt x="474" y="569"/>
                  </a:lnTo>
                  <a:lnTo>
                    <a:pt x="475" y="569"/>
                  </a:lnTo>
                  <a:lnTo>
                    <a:pt x="476" y="569"/>
                  </a:lnTo>
                  <a:lnTo>
                    <a:pt x="477" y="569"/>
                  </a:lnTo>
                  <a:lnTo>
                    <a:pt x="478" y="569"/>
                  </a:lnTo>
                  <a:lnTo>
                    <a:pt x="479" y="569"/>
                  </a:lnTo>
                  <a:lnTo>
                    <a:pt x="480" y="568"/>
                  </a:lnTo>
                  <a:lnTo>
                    <a:pt x="480" y="568"/>
                  </a:lnTo>
                  <a:lnTo>
                    <a:pt x="481" y="568"/>
                  </a:lnTo>
                  <a:lnTo>
                    <a:pt x="482" y="568"/>
                  </a:lnTo>
                  <a:lnTo>
                    <a:pt x="483" y="568"/>
                  </a:lnTo>
                  <a:lnTo>
                    <a:pt x="484" y="568"/>
                  </a:lnTo>
                  <a:lnTo>
                    <a:pt x="485" y="567"/>
                  </a:lnTo>
                  <a:lnTo>
                    <a:pt x="486" y="567"/>
                  </a:lnTo>
                  <a:lnTo>
                    <a:pt x="487" y="567"/>
                  </a:lnTo>
                  <a:lnTo>
                    <a:pt x="488" y="567"/>
                  </a:lnTo>
                  <a:lnTo>
                    <a:pt x="489" y="567"/>
                  </a:lnTo>
                  <a:lnTo>
                    <a:pt x="490" y="567"/>
                  </a:lnTo>
                  <a:lnTo>
                    <a:pt x="490" y="567"/>
                  </a:lnTo>
                  <a:lnTo>
                    <a:pt x="486" y="549"/>
                  </a:lnTo>
                  <a:lnTo>
                    <a:pt x="486" y="549"/>
                  </a:lnTo>
                  <a:lnTo>
                    <a:pt x="485" y="549"/>
                  </a:lnTo>
                  <a:lnTo>
                    <a:pt x="484" y="550"/>
                  </a:lnTo>
                  <a:lnTo>
                    <a:pt x="484" y="550"/>
                  </a:lnTo>
                  <a:lnTo>
                    <a:pt x="483" y="550"/>
                  </a:lnTo>
                  <a:lnTo>
                    <a:pt x="482" y="550"/>
                  </a:lnTo>
                  <a:lnTo>
                    <a:pt x="481" y="550"/>
                  </a:lnTo>
                  <a:lnTo>
                    <a:pt x="480" y="550"/>
                  </a:lnTo>
                  <a:lnTo>
                    <a:pt x="479" y="551"/>
                  </a:lnTo>
                  <a:lnTo>
                    <a:pt x="479" y="551"/>
                  </a:lnTo>
                  <a:lnTo>
                    <a:pt x="478" y="551"/>
                  </a:lnTo>
                  <a:lnTo>
                    <a:pt x="477" y="551"/>
                  </a:lnTo>
                  <a:lnTo>
                    <a:pt x="476" y="551"/>
                  </a:lnTo>
                  <a:lnTo>
                    <a:pt x="475" y="551"/>
                  </a:lnTo>
                  <a:lnTo>
                    <a:pt x="474" y="551"/>
                  </a:lnTo>
                  <a:lnTo>
                    <a:pt x="474" y="551"/>
                  </a:lnTo>
                  <a:lnTo>
                    <a:pt x="473" y="552"/>
                  </a:lnTo>
                  <a:lnTo>
                    <a:pt x="472" y="552"/>
                  </a:lnTo>
                  <a:lnTo>
                    <a:pt x="471" y="552"/>
                  </a:lnTo>
                  <a:lnTo>
                    <a:pt x="470" y="552"/>
                  </a:lnTo>
                  <a:lnTo>
                    <a:pt x="470" y="552"/>
                  </a:lnTo>
                  <a:lnTo>
                    <a:pt x="471" y="569"/>
                  </a:lnTo>
                  <a:close/>
                  <a:moveTo>
                    <a:pt x="525" y="554"/>
                  </a:moveTo>
                  <a:lnTo>
                    <a:pt x="525" y="554"/>
                  </a:lnTo>
                  <a:lnTo>
                    <a:pt x="525" y="554"/>
                  </a:lnTo>
                  <a:lnTo>
                    <a:pt x="526" y="554"/>
                  </a:lnTo>
                  <a:lnTo>
                    <a:pt x="527" y="553"/>
                  </a:lnTo>
                  <a:lnTo>
                    <a:pt x="528" y="553"/>
                  </a:lnTo>
                  <a:lnTo>
                    <a:pt x="528" y="552"/>
                  </a:lnTo>
                  <a:lnTo>
                    <a:pt x="529" y="552"/>
                  </a:lnTo>
                  <a:lnTo>
                    <a:pt x="530" y="552"/>
                  </a:lnTo>
                  <a:lnTo>
                    <a:pt x="531" y="551"/>
                  </a:lnTo>
                  <a:lnTo>
                    <a:pt x="532" y="551"/>
                  </a:lnTo>
                  <a:lnTo>
                    <a:pt x="533" y="550"/>
                  </a:lnTo>
                  <a:lnTo>
                    <a:pt x="533" y="550"/>
                  </a:lnTo>
                  <a:lnTo>
                    <a:pt x="534" y="549"/>
                  </a:lnTo>
                  <a:lnTo>
                    <a:pt x="535" y="549"/>
                  </a:lnTo>
                  <a:lnTo>
                    <a:pt x="536" y="548"/>
                  </a:lnTo>
                  <a:lnTo>
                    <a:pt x="537" y="548"/>
                  </a:lnTo>
                  <a:lnTo>
                    <a:pt x="537" y="547"/>
                  </a:lnTo>
                  <a:lnTo>
                    <a:pt x="538" y="547"/>
                  </a:lnTo>
                  <a:lnTo>
                    <a:pt x="539" y="546"/>
                  </a:lnTo>
                  <a:lnTo>
                    <a:pt x="540" y="546"/>
                  </a:lnTo>
                  <a:lnTo>
                    <a:pt x="540" y="545"/>
                  </a:lnTo>
                  <a:lnTo>
                    <a:pt x="541" y="545"/>
                  </a:lnTo>
                  <a:lnTo>
                    <a:pt x="532" y="530"/>
                  </a:lnTo>
                  <a:lnTo>
                    <a:pt x="531" y="531"/>
                  </a:lnTo>
                  <a:lnTo>
                    <a:pt x="530" y="531"/>
                  </a:lnTo>
                  <a:lnTo>
                    <a:pt x="529" y="531"/>
                  </a:lnTo>
                  <a:lnTo>
                    <a:pt x="529" y="532"/>
                  </a:lnTo>
                  <a:lnTo>
                    <a:pt x="528" y="532"/>
                  </a:lnTo>
                  <a:lnTo>
                    <a:pt x="527" y="533"/>
                  </a:lnTo>
                  <a:lnTo>
                    <a:pt x="527" y="533"/>
                  </a:lnTo>
                  <a:lnTo>
                    <a:pt x="526" y="534"/>
                  </a:lnTo>
                  <a:lnTo>
                    <a:pt x="525" y="534"/>
                  </a:lnTo>
                  <a:lnTo>
                    <a:pt x="525" y="534"/>
                  </a:lnTo>
                  <a:lnTo>
                    <a:pt x="524" y="535"/>
                  </a:lnTo>
                  <a:lnTo>
                    <a:pt x="523" y="535"/>
                  </a:lnTo>
                  <a:lnTo>
                    <a:pt x="522" y="536"/>
                  </a:lnTo>
                  <a:lnTo>
                    <a:pt x="522" y="536"/>
                  </a:lnTo>
                  <a:lnTo>
                    <a:pt x="521" y="536"/>
                  </a:lnTo>
                  <a:lnTo>
                    <a:pt x="520" y="537"/>
                  </a:lnTo>
                  <a:lnTo>
                    <a:pt x="520" y="537"/>
                  </a:lnTo>
                  <a:lnTo>
                    <a:pt x="519" y="538"/>
                  </a:lnTo>
                  <a:lnTo>
                    <a:pt x="518" y="538"/>
                  </a:lnTo>
                  <a:lnTo>
                    <a:pt x="517" y="538"/>
                  </a:lnTo>
                  <a:lnTo>
                    <a:pt x="517" y="538"/>
                  </a:lnTo>
                  <a:lnTo>
                    <a:pt x="525" y="554"/>
                  </a:lnTo>
                  <a:close/>
                  <a:moveTo>
                    <a:pt x="570" y="521"/>
                  </a:moveTo>
                  <a:lnTo>
                    <a:pt x="570" y="521"/>
                  </a:lnTo>
                  <a:lnTo>
                    <a:pt x="570" y="521"/>
                  </a:lnTo>
                  <a:lnTo>
                    <a:pt x="570" y="520"/>
                  </a:lnTo>
                  <a:lnTo>
                    <a:pt x="571" y="519"/>
                  </a:lnTo>
                  <a:lnTo>
                    <a:pt x="572" y="518"/>
                  </a:lnTo>
                  <a:lnTo>
                    <a:pt x="572" y="518"/>
                  </a:lnTo>
                  <a:lnTo>
                    <a:pt x="573" y="517"/>
                  </a:lnTo>
                  <a:lnTo>
                    <a:pt x="574" y="516"/>
                  </a:lnTo>
                  <a:lnTo>
                    <a:pt x="574" y="516"/>
                  </a:lnTo>
                  <a:lnTo>
                    <a:pt x="575" y="515"/>
                  </a:lnTo>
                  <a:lnTo>
                    <a:pt x="575" y="514"/>
                  </a:lnTo>
                  <a:lnTo>
                    <a:pt x="576" y="514"/>
                  </a:lnTo>
                  <a:lnTo>
                    <a:pt x="576" y="513"/>
                  </a:lnTo>
                  <a:lnTo>
                    <a:pt x="577" y="512"/>
                  </a:lnTo>
                  <a:lnTo>
                    <a:pt x="578" y="511"/>
                  </a:lnTo>
                  <a:lnTo>
                    <a:pt x="578" y="511"/>
                  </a:lnTo>
                  <a:lnTo>
                    <a:pt x="579" y="510"/>
                  </a:lnTo>
                  <a:lnTo>
                    <a:pt x="579" y="509"/>
                  </a:lnTo>
                  <a:lnTo>
                    <a:pt x="580" y="509"/>
                  </a:lnTo>
                  <a:lnTo>
                    <a:pt x="580" y="508"/>
                  </a:lnTo>
                  <a:lnTo>
                    <a:pt x="581" y="507"/>
                  </a:lnTo>
                  <a:lnTo>
                    <a:pt x="581" y="506"/>
                  </a:lnTo>
                  <a:lnTo>
                    <a:pt x="567" y="496"/>
                  </a:lnTo>
                  <a:lnTo>
                    <a:pt x="567" y="497"/>
                  </a:lnTo>
                  <a:lnTo>
                    <a:pt x="566" y="497"/>
                  </a:lnTo>
                  <a:lnTo>
                    <a:pt x="566" y="498"/>
                  </a:lnTo>
                  <a:lnTo>
                    <a:pt x="565" y="499"/>
                  </a:lnTo>
                  <a:lnTo>
                    <a:pt x="565" y="499"/>
                  </a:lnTo>
                  <a:lnTo>
                    <a:pt x="564" y="500"/>
                  </a:lnTo>
                  <a:lnTo>
                    <a:pt x="564" y="501"/>
                  </a:lnTo>
                  <a:lnTo>
                    <a:pt x="563" y="501"/>
                  </a:lnTo>
                  <a:lnTo>
                    <a:pt x="563" y="502"/>
                  </a:lnTo>
                  <a:lnTo>
                    <a:pt x="562" y="502"/>
                  </a:lnTo>
                  <a:lnTo>
                    <a:pt x="562" y="503"/>
                  </a:lnTo>
                  <a:lnTo>
                    <a:pt x="561" y="504"/>
                  </a:lnTo>
                  <a:lnTo>
                    <a:pt x="561" y="504"/>
                  </a:lnTo>
                  <a:lnTo>
                    <a:pt x="560" y="505"/>
                  </a:lnTo>
                  <a:lnTo>
                    <a:pt x="560" y="506"/>
                  </a:lnTo>
                  <a:lnTo>
                    <a:pt x="559" y="506"/>
                  </a:lnTo>
                  <a:lnTo>
                    <a:pt x="559" y="507"/>
                  </a:lnTo>
                  <a:lnTo>
                    <a:pt x="558" y="507"/>
                  </a:lnTo>
                  <a:lnTo>
                    <a:pt x="557" y="508"/>
                  </a:lnTo>
                  <a:lnTo>
                    <a:pt x="557" y="509"/>
                  </a:lnTo>
                  <a:lnTo>
                    <a:pt x="557" y="509"/>
                  </a:lnTo>
                  <a:lnTo>
                    <a:pt x="570" y="521"/>
                  </a:lnTo>
                  <a:close/>
                  <a:moveTo>
                    <a:pt x="599" y="474"/>
                  </a:moveTo>
                  <a:lnTo>
                    <a:pt x="599" y="474"/>
                  </a:lnTo>
                  <a:lnTo>
                    <a:pt x="600" y="473"/>
                  </a:lnTo>
                  <a:lnTo>
                    <a:pt x="600" y="472"/>
                  </a:lnTo>
                  <a:lnTo>
                    <a:pt x="600" y="471"/>
                  </a:lnTo>
                  <a:lnTo>
                    <a:pt x="601" y="470"/>
                  </a:lnTo>
                  <a:lnTo>
                    <a:pt x="601" y="470"/>
                  </a:lnTo>
                  <a:lnTo>
                    <a:pt x="601" y="469"/>
                  </a:lnTo>
                  <a:lnTo>
                    <a:pt x="602" y="468"/>
                  </a:lnTo>
                  <a:lnTo>
                    <a:pt x="602" y="467"/>
                  </a:lnTo>
                  <a:lnTo>
                    <a:pt x="602" y="466"/>
                  </a:lnTo>
                  <a:lnTo>
                    <a:pt x="603" y="465"/>
                  </a:lnTo>
                  <a:lnTo>
                    <a:pt x="603" y="464"/>
                  </a:lnTo>
                  <a:lnTo>
                    <a:pt x="603" y="463"/>
                  </a:lnTo>
                  <a:lnTo>
                    <a:pt x="603" y="462"/>
                  </a:lnTo>
                  <a:lnTo>
                    <a:pt x="604" y="461"/>
                  </a:lnTo>
                  <a:lnTo>
                    <a:pt x="604" y="461"/>
                  </a:lnTo>
                  <a:lnTo>
                    <a:pt x="604" y="460"/>
                  </a:lnTo>
                  <a:lnTo>
                    <a:pt x="604" y="459"/>
                  </a:lnTo>
                  <a:lnTo>
                    <a:pt x="605" y="458"/>
                  </a:lnTo>
                  <a:lnTo>
                    <a:pt x="605" y="457"/>
                  </a:lnTo>
                  <a:lnTo>
                    <a:pt x="605" y="456"/>
                  </a:lnTo>
                  <a:lnTo>
                    <a:pt x="605" y="456"/>
                  </a:lnTo>
                  <a:lnTo>
                    <a:pt x="588" y="452"/>
                  </a:lnTo>
                  <a:lnTo>
                    <a:pt x="588" y="452"/>
                  </a:lnTo>
                  <a:lnTo>
                    <a:pt x="588" y="452"/>
                  </a:lnTo>
                  <a:lnTo>
                    <a:pt x="588" y="453"/>
                  </a:lnTo>
                  <a:lnTo>
                    <a:pt x="588" y="454"/>
                  </a:lnTo>
                  <a:lnTo>
                    <a:pt x="587" y="455"/>
                  </a:lnTo>
                  <a:lnTo>
                    <a:pt x="587" y="456"/>
                  </a:lnTo>
                  <a:lnTo>
                    <a:pt x="587" y="456"/>
                  </a:lnTo>
                  <a:lnTo>
                    <a:pt x="587" y="457"/>
                  </a:lnTo>
                  <a:lnTo>
                    <a:pt x="586" y="458"/>
                  </a:lnTo>
                  <a:lnTo>
                    <a:pt x="586" y="459"/>
                  </a:lnTo>
                  <a:lnTo>
                    <a:pt x="586" y="460"/>
                  </a:lnTo>
                  <a:lnTo>
                    <a:pt x="586" y="460"/>
                  </a:lnTo>
                  <a:lnTo>
                    <a:pt x="585" y="461"/>
                  </a:lnTo>
                  <a:lnTo>
                    <a:pt x="585" y="462"/>
                  </a:lnTo>
                  <a:lnTo>
                    <a:pt x="585" y="463"/>
                  </a:lnTo>
                  <a:lnTo>
                    <a:pt x="584" y="463"/>
                  </a:lnTo>
                  <a:lnTo>
                    <a:pt x="584" y="464"/>
                  </a:lnTo>
                  <a:lnTo>
                    <a:pt x="584" y="465"/>
                  </a:lnTo>
                  <a:lnTo>
                    <a:pt x="584" y="466"/>
                  </a:lnTo>
                  <a:lnTo>
                    <a:pt x="583" y="467"/>
                  </a:lnTo>
                  <a:lnTo>
                    <a:pt x="583" y="467"/>
                  </a:lnTo>
                  <a:lnTo>
                    <a:pt x="599" y="474"/>
                  </a:lnTo>
                  <a:close/>
                  <a:moveTo>
                    <a:pt x="610" y="419"/>
                  </a:moveTo>
                  <a:lnTo>
                    <a:pt x="610" y="419"/>
                  </a:lnTo>
                  <a:lnTo>
                    <a:pt x="610" y="419"/>
                  </a:lnTo>
                  <a:lnTo>
                    <a:pt x="610" y="418"/>
                  </a:lnTo>
                  <a:lnTo>
                    <a:pt x="610" y="417"/>
                  </a:lnTo>
                  <a:lnTo>
                    <a:pt x="610" y="416"/>
                  </a:lnTo>
                  <a:lnTo>
                    <a:pt x="610" y="415"/>
                  </a:lnTo>
                  <a:lnTo>
                    <a:pt x="610" y="414"/>
                  </a:lnTo>
                  <a:lnTo>
                    <a:pt x="610" y="413"/>
                  </a:lnTo>
                  <a:lnTo>
                    <a:pt x="610" y="412"/>
                  </a:lnTo>
                  <a:lnTo>
                    <a:pt x="610" y="411"/>
                  </a:lnTo>
                  <a:lnTo>
                    <a:pt x="610" y="410"/>
                  </a:lnTo>
                  <a:lnTo>
                    <a:pt x="610" y="409"/>
                  </a:lnTo>
                  <a:lnTo>
                    <a:pt x="610" y="408"/>
                  </a:lnTo>
                  <a:lnTo>
                    <a:pt x="610" y="407"/>
                  </a:lnTo>
                  <a:lnTo>
                    <a:pt x="610" y="406"/>
                  </a:lnTo>
                  <a:lnTo>
                    <a:pt x="610" y="405"/>
                  </a:lnTo>
                  <a:lnTo>
                    <a:pt x="610" y="404"/>
                  </a:lnTo>
                  <a:lnTo>
                    <a:pt x="610" y="403"/>
                  </a:lnTo>
                  <a:lnTo>
                    <a:pt x="610" y="402"/>
                  </a:lnTo>
                  <a:lnTo>
                    <a:pt x="609" y="401"/>
                  </a:lnTo>
                  <a:lnTo>
                    <a:pt x="609" y="400"/>
                  </a:lnTo>
                  <a:lnTo>
                    <a:pt x="592" y="402"/>
                  </a:lnTo>
                  <a:lnTo>
                    <a:pt x="592" y="403"/>
                  </a:lnTo>
                  <a:lnTo>
                    <a:pt x="592" y="404"/>
                  </a:lnTo>
                  <a:lnTo>
                    <a:pt x="592" y="405"/>
                  </a:lnTo>
                  <a:lnTo>
                    <a:pt x="592" y="406"/>
                  </a:lnTo>
                  <a:lnTo>
                    <a:pt x="592" y="406"/>
                  </a:lnTo>
                  <a:lnTo>
                    <a:pt x="592" y="407"/>
                  </a:lnTo>
                  <a:lnTo>
                    <a:pt x="592" y="408"/>
                  </a:lnTo>
                  <a:lnTo>
                    <a:pt x="592" y="409"/>
                  </a:lnTo>
                  <a:lnTo>
                    <a:pt x="592" y="410"/>
                  </a:lnTo>
                  <a:lnTo>
                    <a:pt x="593" y="411"/>
                  </a:lnTo>
                  <a:lnTo>
                    <a:pt x="593" y="412"/>
                  </a:lnTo>
                  <a:lnTo>
                    <a:pt x="593" y="413"/>
                  </a:lnTo>
                  <a:lnTo>
                    <a:pt x="593" y="413"/>
                  </a:lnTo>
                  <a:lnTo>
                    <a:pt x="593" y="414"/>
                  </a:lnTo>
                  <a:lnTo>
                    <a:pt x="593" y="415"/>
                  </a:lnTo>
                  <a:lnTo>
                    <a:pt x="593" y="416"/>
                  </a:lnTo>
                  <a:lnTo>
                    <a:pt x="593" y="417"/>
                  </a:lnTo>
                  <a:lnTo>
                    <a:pt x="593" y="418"/>
                  </a:lnTo>
                  <a:lnTo>
                    <a:pt x="593" y="419"/>
                  </a:lnTo>
                  <a:lnTo>
                    <a:pt x="593" y="419"/>
                  </a:lnTo>
                  <a:lnTo>
                    <a:pt x="610" y="419"/>
                  </a:lnTo>
                  <a:close/>
                  <a:moveTo>
                    <a:pt x="601" y="364"/>
                  </a:moveTo>
                  <a:lnTo>
                    <a:pt x="601" y="364"/>
                  </a:lnTo>
                  <a:lnTo>
                    <a:pt x="601" y="363"/>
                  </a:lnTo>
                  <a:lnTo>
                    <a:pt x="600" y="363"/>
                  </a:lnTo>
                  <a:lnTo>
                    <a:pt x="600" y="362"/>
                  </a:lnTo>
                  <a:lnTo>
                    <a:pt x="600" y="361"/>
                  </a:lnTo>
                  <a:lnTo>
                    <a:pt x="599" y="360"/>
                  </a:lnTo>
                  <a:lnTo>
                    <a:pt x="599" y="359"/>
                  </a:lnTo>
                  <a:lnTo>
                    <a:pt x="599" y="358"/>
                  </a:lnTo>
                  <a:lnTo>
                    <a:pt x="598" y="357"/>
                  </a:lnTo>
                  <a:lnTo>
                    <a:pt x="598" y="356"/>
                  </a:lnTo>
                  <a:lnTo>
                    <a:pt x="598" y="356"/>
                  </a:lnTo>
                  <a:lnTo>
                    <a:pt x="597" y="355"/>
                  </a:lnTo>
                  <a:lnTo>
                    <a:pt x="597" y="354"/>
                  </a:lnTo>
                  <a:lnTo>
                    <a:pt x="596" y="353"/>
                  </a:lnTo>
                  <a:lnTo>
                    <a:pt x="596" y="352"/>
                  </a:lnTo>
                  <a:lnTo>
                    <a:pt x="596" y="351"/>
                  </a:lnTo>
                  <a:lnTo>
                    <a:pt x="595" y="350"/>
                  </a:lnTo>
                  <a:lnTo>
                    <a:pt x="595" y="350"/>
                  </a:lnTo>
                  <a:lnTo>
                    <a:pt x="594" y="349"/>
                  </a:lnTo>
                  <a:lnTo>
                    <a:pt x="594" y="348"/>
                  </a:lnTo>
                  <a:lnTo>
                    <a:pt x="594" y="347"/>
                  </a:lnTo>
                  <a:lnTo>
                    <a:pt x="593" y="347"/>
                  </a:lnTo>
                  <a:lnTo>
                    <a:pt x="578" y="355"/>
                  </a:lnTo>
                  <a:lnTo>
                    <a:pt x="578" y="355"/>
                  </a:lnTo>
                  <a:lnTo>
                    <a:pt x="578" y="356"/>
                  </a:lnTo>
                  <a:lnTo>
                    <a:pt x="579" y="357"/>
                  </a:lnTo>
                  <a:lnTo>
                    <a:pt x="579" y="357"/>
                  </a:lnTo>
                  <a:lnTo>
                    <a:pt x="579" y="358"/>
                  </a:lnTo>
                  <a:lnTo>
                    <a:pt x="580" y="359"/>
                  </a:lnTo>
                  <a:lnTo>
                    <a:pt x="580" y="360"/>
                  </a:lnTo>
                  <a:lnTo>
                    <a:pt x="580" y="360"/>
                  </a:lnTo>
                  <a:lnTo>
                    <a:pt x="581" y="361"/>
                  </a:lnTo>
                  <a:lnTo>
                    <a:pt x="581" y="362"/>
                  </a:lnTo>
                  <a:lnTo>
                    <a:pt x="581" y="363"/>
                  </a:lnTo>
                  <a:lnTo>
                    <a:pt x="582" y="363"/>
                  </a:lnTo>
                  <a:lnTo>
                    <a:pt x="582" y="364"/>
                  </a:lnTo>
                  <a:lnTo>
                    <a:pt x="582" y="365"/>
                  </a:lnTo>
                  <a:lnTo>
                    <a:pt x="583" y="366"/>
                  </a:lnTo>
                  <a:lnTo>
                    <a:pt x="583" y="366"/>
                  </a:lnTo>
                  <a:lnTo>
                    <a:pt x="583" y="367"/>
                  </a:lnTo>
                  <a:lnTo>
                    <a:pt x="584" y="368"/>
                  </a:lnTo>
                  <a:lnTo>
                    <a:pt x="584" y="369"/>
                  </a:lnTo>
                  <a:lnTo>
                    <a:pt x="584" y="370"/>
                  </a:lnTo>
                  <a:lnTo>
                    <a:pt x="584" y="370"/>
                  </a:lnTo>
                  <a:lnTo>
                    <a:pt x="601" y="364"/>
                  </a:lnTo>
                  <a:close/>
                  <a:moveTo>
                    <a:pt x="573" y="316"/>
                  </a:moveTo>
                  <a:lnTo>
                    <a:pt x="573" y="316"/>
                  </a:lnTo>
                  <a:lnTo>
                    <a:pt x="572" y="316"/>
                  </a:lnTo>
                  <a:lnTo>
                    <a:pt x="572" y="315"/>
                  </a:lnTo>
                  <a:lnTo>
                    <a:pt x="571" y="315"/>
                  </a:lnTo>
                  <a:lnTo>
                    <a:pt x="570" y="314"/>
                  </a:lnTo>
                  <a:lnTo>
                    <a:pt x="570" y="313"/>
                  </a:lnTo>
                  <a:lnTo>
                    <a:pt x="569" y="313"/>
                  </a:lnTo>
                  <a:lnTo>
                    <a:pt x="569" y="312"/>
                  </a:lnTo>
                  <a:lnTo>
                    <a:pt x="568" y="311"/>
                  </a:lnTo>
                  <a:lnTo>
                    <a:pt x="567" y="311"/>
                  </a:lnTo>
                  <a:lnTo>
                    <a:pt x="567" y="310"/>
                  </a:lnTo>
                  <a:lnTo>
                    <a:pt x="566" y="309"/>
                  </a:lnTo>
                  <a:lnTo>
                    <a:pt x="565" y="309"/>
                  </a:lnTo>
                  <a:lnTo>
                    <a:pt x="565" y="308"/>
                  </a:lnTo>
                  <a:lnTo>
                    <a:pt x="564" y="307"/>
                  </a:lnTo>
                  <a:lnTo>
                    <a:pt x="563" y="307"/>
                  </a:lnTo>
                  <a:lnTo>
                    <a:pt x="563" y="306"/>
                  </a:lnTo>
                  <a:lnTo>
                    <a:pt x="562" y="305"/>
                  </a:lnTo>
                  <a:lnTo>
                    <a:pt x="561" y="305"/>
                  </a:lnTo>
                  <a:lnTo>
                    <a:pt x="561" y="304"/>
                  </a:lnTo>
                  <a:lnTo>
                    <a:pt x="560" y="304"/>
                  </a:lnTo>
                  <a:lnTo>
                    <a:pt x="559" y="303"/>
                  </a:lnTo>
                  <a:lnTo>
                    <a:pt x="548" y="316"/>
                  </a:lnTo>
                  <a:lnTo>
                    <a:pt x="548" y="317"/>
                  </a:lnTo>
                  <a:lnTo>
                    <a:pt x="549" y="317"/>
                  </a:lnTo>
                  <a:lnTo>
                    <a:pt x="549" y="318"/>
                  </a:lnTo>
                  <a:lnTo>
                    <a:pt x="550" y="318"/>
                  </a:lnTo>
                  <a:lnTo>
                    <a:pt x="551" y="319"/>
                  </a:lnTo>
                  <a:lnTo>
                    <a:pt x="551" y="319"/>
                  </a:lnTo>
                  <a:lnTo>
                    <a:pt x="552" y="320"/>
                  </a:lnTo>
                  <a:lnTo>
                    <a:pt x="552" y="320"/>
                  </a:lnTo>
                  <a:lnTo>
                    <a:pt x="553" y="321"/>
                  </a:lnTo>
                  <a:lnTo>
                    <a:pt x="554" y="322"/>
                  </a:lnTo>
                  <a:lnTo>
                    <a:pt x="554" y="322"/>
                  </a:lnTo>
                  <a:lnTo>
                    <a:pt x="555" y="323"/>
                  </a:lnTo>
                  <a:lnTo>
                    <a:pt x="555" y="323"/>
                  </a:lnTo>
                  <a:lnTo>
                    <a:pt x="556" y="324"/>
                  </a:lnTo>
                  <a:lnTo>
                    <a:pt x="556" y="325"/>
                  </a:lnTo>
                  <a:lnTo>
                    <a:pt x="557" y="325"/>
                  </a:lnTo>
                  <a:lnTo>
                    <a:pt x="557" y="326"/>
                  </a:lnTo>
                  <a:lnTo>
                    <a:pt x="558" y="326"/>
                  </a:lnTo>
                  <a:lnTo>
                    <a:pt x="559" y="327"/>
                  </a:lnTo>
                  <a:lnTo>
                    <a:pt x="559" y="328"/>
                  </a:lnTo>
                  <a:lnTo>
                    <a:pt x="559" y="328"/>
                  </a:lnTo>
                  <a:lnTo>
                    <a:pt x="573" y="316"/>
                  </a:lnTo>
                  <a:close/>
                  <a:moveTo>
                    <a:pt x="529" y="282"/>
                  </a:moveTo>
                  <a:lnTo>
                    <a:pt x="529" y="282"/>
                  </a:lnTo>
                  <a:lnTo>
                    <a:pt x="528" y="281"/>
                  </a:lnTo>
                  <a:lnTo>
                    <a:pt x="528" y="281"/>
                  </a:lnTo>
                  <a:lnTo>
                    <a:pt x="527" y="281"/>
                  </a:lnTo>
                  <a:lnTo>
                    <a:pt x="526" y="280"/>
                  </a:lnTo>
                  <a:lnTo>
                    <a:pt x="525" y="280"/>
                  </a:lnTo>
                  <a:lnTo>
                    <a:pt x="524" y="279"/>
                  </a:lnTo>
                  <a:lnTo>
                    <a:pt x="524" y="279"/>
                  </a:lnTo>
                  <a:lnTo>
                    <a:pt x="523" y="278"/>
                  </a:lnTo>
                  <a:lnTo>
                    <a:pt x="522" y="278"/>
                  </a:lnTo>
                  <a:lnTo>
                    <a:pt x="521" y="278"/>
                  </a:lnTo>
                  <a:lnTo>
                    <a:pt x="520" y="277"/>
                  </a:lnTo>
                  <a:lnTo>
                    <a:pt x="519" y="277"/>
                  </a:lnTo>
                  <a:lnTo>
                    <a:pt x="518" y="277"/>
                  </a:lnTo>
                  <a:lnTo>
                    <a:pt x="518" y="276"/>
                  </a:lnTo>
                  <a:lnTo>
                    <a:pt x="517" y="276"/>
                  </a:lnTo>
                  <a:lnTo>
                    <a:pt x="516" y="275"/>
                  </a:lnTo>
                  <a:lnTo>
                    <a:pt x="515" y="275"/>
                  </a:lnTo>
                  <a:lnTo>
                    <a:pt x="514" y="275"/>
                  </a:lnTo>
                  <a:lnTo>
                    <a:pt x="513" y="274"/>
                  </a:lnTo>
                  <a:lnTo>
                    <a:pt x="512" y="274"/>
                  </a:lnTo>
                  <a:lnTo>
                    <a:pt x="512" y="274"/>
                  </a:lnTo>
                  <a:lnTo>
                    <a:pt x="506" y="290"/>
                  </a:lnTo>
                  <a:lnTo>
                    <a:pt x="506" y="290"/>
                  </a:lnTo>
                  <a:lnTo>
                    <a:pt x="507" y="291"/>
                  </a:lnTo>
                  <a:lnTo>
                    <a:pt x="508" y="291"/>
                  </a:lnTo>
                  <a:lnTo>
                    <a:pt x="508" y="291"/>
                  </a:lnTo>
                  <a:lnTo>
                    <a:pt x="509" y="292"/>
                  </a:lnTo>
                  <a:lnTo>
                    <a:pt x="510" y="292"/>
                  </a:lnTo>
                  <a:lnTo>
                    <a:pt x="511" y="292"/>
                  </a:lnTo>
                  <a:lnTo>
                    <a:pt x="511" y="293"/>
                  </a:lnTo>
                  <a:lnTo>
                    <a:pt x="512" y="293"/>
                  </a:lnTo>
                  <a:lnTo>
                    <a:pt x="513" y="293"/>
                  </a:lnTo>
                  <a:lnTo>
                    <a:pt x="514" y="294"/>
                  </a:lnTo>
                  <a:lnTo>
                    <a:pt x="514" y="294"/>
                  </a:lnTo>
                  <a:lnTo>
                    <a:pt x="515" y="294"/>
                  </a:lnTo>
                  <a:lnTo>
                    <a:pt x="516" y="295"/>
                  </a:lnTo>
                  <a:lnTo>
                    <a:pt x="517" y="295"/>
                  </a:lnTo>
                  <a:lnTo>
                    <a:pt x="517" y="295"/>
                  </a:lnTo>
                  <a:lnTo>
                    <a:pt x="518" y="296"/>
                  </a:lnTo>
                  <a:lnTo>
                    <a:pt x="519" y="296"/>
                  </a:lnTo>
                  <a:lnTo>
                    <a:pt x="520" y="297"/>
                  </a:lnTo>
                  <a:lnTo>
                    <a:pt x="520" y="297"/>
                  </a:lnTo>
                  <a:lnTo>
                    <a:pt x="521" y="297"/>
                  </a:lnTo>
                  <a:lnTo>
                    <a:pt x="529" y="282"/>
                  </a:lnTo>
                  <a:close/>
                  <a:moveTo>
                    <a:pt x="457" y="231"/>
                  </a:moveTo>
                  <a:lnTo>
                    <a:pt x="457" y="231"/>
                  </a:lnTo>
                  <a:cubicBezTo>
                    <a:pt x="354" y="231"/>
                    <a:pt x="271" y="314"/>
                    <a:pt x="271" y="417"/>
                  </a:cubicBezTo>
                  <a:cubicBezTo>
                    <a:pt x="271" y="520"/>
                    <a:pt x="354" y="603"/>
                    <a:pt x="457" y="603"/>
                  </a:cubicBezTo>
                  <a:cubicBezTo>
                    <a:pt x="560" y="603"/>
                    <a:pt x="643" y="520"/>
                    <a:pt x="643" y="417"/>
                  </a:cubicBezTo>
                  <a:cubicBezTo>
                    <a:pt x="643" y="314"/>
                    <a:pt x="560" y="231"/>
                    <a:pt x="457" y="231"/>
                  </a:cubicBezTo>
                  <a:close/>
                  <a:moveTo>
                    <a:pt x="30" y="153"/>
                  </a:moveTo>
                  <a:lnTo>
                    <a:pt x="30" y="153"/>
                  </a:lnTo>
                  <a:cubicBezTo>
                    <a:pt x="66" y="150"/>
                    <a:pt x="102" y="148"/>
                    <a:pt x="138" y="147"/>
                  </a:cubicBezTo>
                  <a:cubicBezTo>
                    <a:pt x="114" y="146"/>
                    <a:pt x="89" y="144"/>
                    <a:pt x="65" y="141"/>
                  </a:cubicBezTo>
                  <a:cubicBezTo>
                    <a:pt x="49" y="139"/>
                    <a:pt x="35" y="128"/>
                    <a:pt x="35" y="111"/>
                  </a:cubicBezTo>
                  <a:cubicBezTo>
                    <a:pt x="35" y="87"/>
                    <a:pt x="35" y="63"/>
                    <a:pt x="35" y="39"/>
                  </a:cubicBezTo>
                  <a:cubicBezTo>
                    <a:pt x="35" y="23"/>
                    <a:pt x="49" y="11"/>
                    <a:pt x="65" y="9"/>
                  </a:cubicBezTo>
                  <a:cubicBezTo>
                    <a:pt x="163" y="0"/>
                    <a:pt x="260" y="1"/>
                    <a:pt x="358" y="9"/>
                  </a:cubicBezTo>
                  <a:cubicBezTo>
                    <a:pt x="374" y="11"/>
                    <a:pt x="388" y="23"/>
                    <a:pt x="388" y="39"/>
                  </a:cubicBezTo>
                  <a:cubicBezTo>
                    <a:pt x="388" y="63"/>
                    <a:pt x="388" y="87"/>
                    <a:pt x="388" y="111"/>
                  </a:cubicBezTo>
                  <a:cubicBezTo>
                    <a:pt x="388" y="128"/>
                    <a:pt x="374" y="139"/>
                    <a:pt x="358" y="141"/>
                  </a:cubicBezTo>
                  <a:cubicBezTo>
                    <a:pt x="323" y="145"/>
                    <a:pt x="287" y="147"/>
                    <a:pt x="252" y="149"/>
                  </a:cubicBezTo>
                  <a:cubicBezTo>
                    <a:pt x="276" y="150"/>
                    <a:pt x="299" y="151"/>
                    <a:pt x="323" y="153"/>
                  </a:cubicBezTo>
                  <a:cubicBezTo>
                    <a:pt x="339" y="155"/>
                    <a:pt x="353" y="167"/>
                    <a:pt x="353" y="183"/>
                  </a:cubicBezTo>
                  <a:lnTo>
                    <a:pt x="353" y="218"/>
                  </a:lnTo>
                  <a:cubicBezTo>
                    <a:pt x="333" y="229"/>
                    <a:pt x="314" y="242"/>
                    <a:pt x="299" y="258"/>
                  </a:cubicBezTo>
                  <a:cubicBezTo>
                    <a:pt x="289" y="268"/>
                    <a:pt x="280" y="278"/>
                    <a:pt x="272" y="290"/>
                  </a:cubicBezTo>
                  <a:cubicBezTo>
                    <a:pt x="191" y="296"/>
                    <a:pt x="111" y="294"/>
                    <a:pt x="30" y="285"/>
                  </a:cubicBezTo>
                  <a:cubicBezTo>
                    <a:pt x="13" y="283"/>
                    <a:pt x="0" y="272"/>
                    <a:pt x="0" y="255"/>
                  </a:cubicBezTo>
                  <a:cubicBezTo>
                    <a:pt x="0" y="231"/>
                    <a:pt x="0" y="207"/>
                    <a:pt x="0" y="183"/>
                  </a:cubicBezTo>
                  <a:cubicBezTo>
                    <a:pt x="0" y="167"/>
                    <a:pt x="13" y="155"/>
                    <a:pt x="30" y="153"/>
                  </a:cubicBezTo>
                  <a:close/>
                </a:path>
              </a:pathLst>
            </a:custGeom>
            <a:solidFill>
              <a:srgbClr val="FFFFFF"/>
            </a:solidFill>
            <a:ln>
              <a:noFill/>
            </a:ln>
          </p:spPr>
          <p:txBody>
            <a:bodyPr vert="horz" wrap="square" lIns="91440" tIns="45720" rIns="91440" bIns="45720" numCol="1" anchor="t" anchorCtr="0" compatLnSpc="1"/>
            <a:p>
              <a:pPr marL="0" marR="0" lvl="0" indent="0" defTabSz="914400" eaLnBrk="1" fontAlgn="auto" latinLnBrk="0" hangingPunct="1">
                <a:lnSpc>
                  <a:spcPct val="100000"/>
                </a:lnSpc>
                <a:spcBef>
                  <a:spcPts val="0"/>
                </a:spcBef>
                <a:spcAft>
                  <a:spcPts val="0"/>
                </a:spcAft>
                <a:buClrTx/>
                <a:buSzTx/>
                <a:buFontTx/>
                <a:buNone/>
                <a:defRPr/>
              </a:pPr>
              <a:r>
                <a:rPr kumimoji="0" lang="en-US" altLang="zh-CN" sz="1800" b="0" i="0" u="none" strike="noStrike" kern="0" cap="none" spc="0" normalizeH="0" baseline="0" noProof="0" dirty="0">
                  <a:ln>
                    <a:noFill/>
                  </a:ln>
                  <a:solidFill>
                    <a:sysClr val="windowText" lastClr="000000"/>
                  </a:solidFill>
                  <a:effectLst/>
                  <a:uLnTx/>
                  <a:uFillTx/>
                  <a:latin typeface="+mn-lt"/>
                  <a:ea typeface="+mn-ea"/>
                  <a:cs typeface="黑体-简" panose="02000000000000000000" charset="-122"/>
                </a:rPr>
                <a:t> </a:t>
              </a:r>
              <a:endParaRPr kumimoji="0" lang="zh-CN" altLang="en-US" sz="1800" b="0" i="0" u="none" strike="noStrike" kern="0" cap="none" spc="0" normalizeH="0" baseline="0" noProof="0" dirty="0">
                <a:ln>
                  <a:noFill/>
                </a:ln>
                <a:solidFill>
                  <a:sysClr val="windowText" lastClr="000000"/>
                </a:solidFill>
                <a:effectLst/>
                <a:uLnTx/>
                <a:uFillTx/>
                <a:cs typeface="黑体-简" panose="02000000000000000000" charset="-122"/>
              </a:endParaRPr>
            </a:p>
          </p:txBody>
        </p:sp>
      </p:grpSp>
      <p:grpSp>
        <p:nvGrpSpPr>
          <p:cNvPr id="28" name="组合 27"/>
          <p:cNvGrpSpPr/>
          <p:nvPr userDrawn="1"/>
        </p:nvGrpSpPr>
        <p:grpSpPr>
          <a:xfrm>
            <a:off x="7451725" y="5299075"/>
            <a:ext cx="540385" cy="520700"/>
            <a:chOff x="1987756" y="1262808"/>
            <a:chExt cx="681980" cy="681980"/>
          </a:xfrm>
        </p:grpSpPr>
        <p:sp>
          <p:nvSpPr>
            <p:cNvPr id="29" name="椭圆 50"/>
            <p:cNvSpPr>
              <a:spLocks noChangeArrowheads="1"/>
            </p:cNvSpPr>
            <p:nvPr/>
          </p:nvSpPr>
          <p:spPr bwMode="auto">
            <a:xfrm>
              <a:off x="1987756" y="1262808"/>
              <a:ext cx="681980" cy="681980"/>
            </a:xfrm>
            <a:prstGeom prst="ellipse">
              <a:avLst/>
            </a:prstGeom>
            <a:solidFill>
              <a:srgbClr val="7F7F7F"/>
            </a:solidFill>
            <a:ln w="76200" cap="sq" cmpd="sng">
              <a:solidFill>
                <a:srgbClr val="C8C6BD"/>
              </a:solidFill>
              <a:round/>
            </a:ln>
          </p:spPr>
          <p:txBody>
            <a:bodyPr anchor="ctr"/>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zh-CN" sz="2400" b="0" i="0" u="none" strike="noStrike" kern="0" cap="none" spc="0" normalizeH="0" baseline="0" noProof="0">
                <a:ln>
                  <a:noFill/>
                </a:ln>
                <a:solidFill>
                  <a:srgbClr val="FFFFFF"/>
                </a:solidFill>
                <a:effectLst/>
                <a:uLnTx/>
                <a:uFillTx/>
                <a:latin typeface="黑体-简" panose="02000000000000000000" charset="-122"/>
                <a:cs typeface="黑体-简" panose="02000000000000000000" charset="-122"/>
                <a:sym typeface="黑体-简" panose="02000000000000000000" charset="-122"/>
              </a:endParaRPr>
            </a:p>
          </p:txBody>
        </p:sp>
        <p:sp>
          <p:nvSpPr>
            <p:cNvPr id="30" name="Freeform 10"/>
            <p:cNvSpPr>
              <a:spLocks noEditPoints="1"/>
            </p:cNvSpPr>
            <p:nvPr/>
          </p:nvSpPr>
          <p:spPr bwMode="auto">
            <a:xfrm>
              <a:off x="2130746" y="1370108"/>
              <a:ext cx="396000" cy="415536"/>
            </a:xfrm>
            <a:custGeom>
              <a:avLst/>
              <a:gdLst>
                <a:gd name="T0" fmla="*/ 760 w 1139"/>
                <a:gd name="T1" fmla="*/ 420 h 1088"/>
                <a:gd name="T2" fmla="*/ 745 w 1139"/>
                <a:gd name="T3" fmla="*/ 452 h 1088"/>
                <a:gd name="T4" fmla="*/ 741 w 1139"/>
                <a:gd name="T5" fmla="*/ 473 h 1088"/>
                <a:gd name="T6" fmla="*/ 742 w 1139"/>
                <a:gd name="T7" fmla="*/ 513 h 1088"/>
                <a:gd name="T8" fmla="*/ 756 w 1139"/>
                <a:gd name="T9" fmla="*/ 552 h 1088"/>
                <a:gd name="T10" fmla="*/ 769 w 1139"/>
                <a:gd name="T11" fmla="*/ 571 h 1088"/>
                <a:gd name="T12" fmla="*/ 801 w 1139"/>
                <a:gd name="T13" fmla="*/ 598 h 1088"/>
                <a:gd name="T14" fmla="*/ 822 w 1139"/>
                <a:gd name="T15" fmla="*/ 608 h 1088"/>
                <a:gd name="T16" fmla="*/ 866 w 1139"/>
                <a:gd name="T17" fmla="*/ 363 h 1088"/>
                <a:gd name="T18" fmla="*/ 814 w 1139"/>
                <a:gd name="T19" fmla="*/ 374 h 1088"/>
                <a:gd name="T20" fmla="*/ 785 w 1139"/>
                <a:gd name="T21" fmla="*/ 392 h 1088"/>
                <a:gd name="T22" fmla="*/ 771 w 1139"/>
                <a:gd name="T23" fmla="*/ 406 h 1088"/>
                <a:gd name="T24" fmla="*/ 696 w 1139"/>
                <a:gd name="T25" fmla="*/ 127 h 1088"/>
                <a:gd name="T26" fmla="*/ 570 w 1139"/>
                <a:gd name="T27" fmla="*/ 253 h 1088"/>
                <a:gd name="T28" fmla="*/ 688 w 1139"/>
                <a:gd name="T29" fmla="*/ 513 h 1088"/>
                <a:gd name="T30" fmla="*/ 688 w 1139"/>
                <a:gd name="T31" fmla="*/ 461 h 1088"/>
                <a:gd name="T32" fmla="*/ 651 w 1139"/>
                <a:gd name="T33" fmla="*/ 279 h 1088"/>
                <a:gd name="T34" fmla="*/ 453 w 1139"/>
                <a:gd name="T35" fmla="*/ 490 h 1088"/>
                <a:gd name="T36" fmla="*/ 570 w 1139"/>
                <a:gd name="T37" fmla="*/ 718 h 1088"/>
                <a:gd name="T38" fmla="*/ 512 w 1139"/>
                <a:gd name="T39" fmla="*/ 725 h 1088"/>
                <a:gd name="T40" fmla="*/ 484 w 1139"/>
                <a:gd name="T41" fmla="*/ 693 h 1088"/>
                <a:gd name="T42" fmla="*/ 466 w 1139"/>
                <a:gd name="T43" fmla="*/ 678 h 1088"/>
                <a:gd name="T44" fmla="*/ 388 w 1139"/>
                <a:gd name="T45" fmla="*/ 645 h 1088"/>
                <a:gd name="T46" fmla="*/ 355 w 1139"/>
                <a:gd name="T47" fmla="*/ 642 h 1088"/>
                <a:gd name="T48" fmla="*/ 0 w 1139"/>
                <a:gd name="T49" fmla="*/ 1088 h 1088"/>
                <a:gd name="T50" fmla="*/ 151 w 1139"/>
                <a:gd name="T51" fmla="*/ 824 h 1088"/>
                <a:gd name="T52" fmla="*/ 391 w 1139"/>
                <a:gd name="T53" fmla="*/ 824 h 1088"/>
                <a:gd name="T54" fmla="*/ 546 w 1139"/>
                <a:gd name="T55" fmla="*/ 1088 h 1088"/>
                <a:gd name="T56" fmla="*/ 512 w 1139"/>
                <a:gd name="T57" fmla="*/ 725 h 1088"/>
                <a:gd name="T58" fmla="*/ 785 w 1139"/>
                <a:gd name="T59" fmla="*/ 642 h 1088"/>
                <a:gd name="T60" fmla="*/ 750 w 1139"/>
                <a:gd name="T61" fmla="*/ 646 h 1088"/>
                <a:gd name="T62" fmla="*/ 655 w 1139"/>
                <a:gd name="T63" fmla="*/ 693 h 1088"/>
                <a:gd name="T64" fmla="*/ 639 w 1139"/>
                <a:gd name="T65" fmla="*/ 709 h 1088"/>
                <a:gd name="T66" fmla="*/ 705 w 1139"/>
                <a:gd name="T67" fmla="*/ 1088 h 1088"/>
                <a:gd name="T68" fmla="*/ 744 w 1139"/>
                <a:gd name="T69" fmla="*/ 1088 h 1088"/>
                <a:gd name="T70" fmla="*/ 1024 w 1139"/>
                <a:gd name="T71" fmla="*/ 824 h 1088"/>
                <a:gd name="T72" fmla="*/ 1139 w 1139"/>
                <a:gd name="T73" fmla="*/ 833 h 1088"/>
                <a:gd name="T74" fmla="*/ 273 w 1139"/>
                <a:gd name="T75" fmla="*/ 616 h 1088"/>
                <a:gd name="T76" fmla="*/ 337 w 1139"/>
                <a:gd name="T77" fmla="*/ 599 h 1088"/>
                <a:gd name="T78" fmla="*/ 355 w 1139"/>
                <a:gd name="T79" fmla="*/ 586 h 1088"/>
                <a:gd name="T80" fmla="*/ 391 w 1139"/>
                <a:gd name="T81" fmla="*/ 535 h 1088"/>
                <a:gd name="T82" fmla="*/ 398 w 1139"/>
                <a:gd name="T83" fmla="*/ 510 h 1088"/>
                <a:gd name="T84" fmla="*/ 398 w 1139"/>
                <a:gd name="T85" fmla="*/ 468 h 1088"/>
                <a:gd name="T86" fmla="*/ 388 w 1139"/>
                <a:gd name="T87" fmla="*/ 437 h 1088"/>
                <a:gd name="T88" fmla="*/ 378 w 1139"/>
                <a:gd name="T89" fmla="*/ 419 h 1088"/>
                <a:gd name="T90" fmla="*/ 354 w 1139"/>
                <a:gd name="T91" fmla="*/ 393 h 1088"/>
                <a:gd name="T92" fmla="*/ 338 w 1139"/>
                <a:gd name="T93" fmla="*/ 381 h 1088"/>
                <a:gd name="T94" fmla="*/ 273 w 1139"/>
                <a:gd name="T95" fmla="*/ 363 h 10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139" h="1088">
                  <a:moveTo>
                    <a:pt x="771" y="406"/>
                  </a:moveTo>
                  <a:cubicBezTo>
                    <a:pt x="767" y="411"/>
                    <a:pt x="764" y="415"/>
                    <a:pt x="761" y="419"/>
                  </a:cubicBezTo>
                  <a:cubicBezTo>
                    <a:pt x="761" y="420"/>
                    <a:pt x="761" y="420"/>
                    <a:pt x="760" y="420"/>
                  </a:cubicBezTo>
                  <a:cubicBezTo>
                    <a:pt x="758" y="424"/>
                    <a:pt x="755" y="429"/>
                    <a:pt x="753" y="433"/>
                  </a:cubicBezTo>
                  <a:cubicBezTo>
                    <a:pt x="752" y="435"/>
                    <a:pt x="752" y="436"/>
                    <a:pt x="751" y="437"/>
                  </a:cubicBezTo>
                  <a:cubicBezTo>
                    <a:pt x="749" y="442"/>
                    <a:pt x="747" y="447"/>
                    <a:pt x="745" y="452"/>
                  </a:cubicBezTo>
                  <a:cubicBezTo>
                    <a:pt x="745" y="452"/>
                    <a:pt x="745" y="453"/>
                    <a:pt x="745" y="453"/>
                  </a:cubicBezTo>
                  <a:cubicBezTo>
                    <a:pt x="744" y="458"/>
                    <a:pt x="742" y="463"/>
                    <a:pt x="741" y="468"/>
                  </a:cubicBezTo>
                  <a:cubicBezTo>
                    <a:pt x="741" y="470"/>
                    <a:pt x="741" y="471"/>
                    <a:pt x="741" y="473"/>
                  </a:cubicBezTo>
                  <a:cubicBezTo>
                    <a:pt x="740" y="478"/>
                    <a:pt x="740" y="484"/>
                    <a:pt x="740" y="490"/>
                  </a:cubicBezTo>
                  <a:cubicBezTo>
                    <a:pt x="740" y="497"/>
                    <a:pt x="740" y="504"/>
                    <a:pt x="741" y="510"/>
                  </a:cubicBezTo>
                  <a:cubicBezTo>
                    <a:pt x="742" y="511"/>
                    <a:pt x="742" y="512"/>
                    <a:pt x="742" y="513"/>
                  </a:cubicBezTo>
                  <a:cubicBezTo>
                    <a:pt x="743" y="520"/>
                    <a:pt x="745" y="526"/>
                    <a:pt x="747" y="532"/>
                  </a:cubicBezTo>
                  <a:cubicBezTo>
                    <a:pt x="747" y="533"/>
                    <a:pt x="748" y="534"/>
                    <a:pt x="748" y="535"/>
                  </a:cubicBezTo>
                  <a:cubicBezTo>
                    <a:pt x="750" y="541"/>
                    <a:pt x="753" y="547"/>
                    <a:pt x="756" y="552"/>
                  </a:cubicBezTo>
                  <a:cubicBezTo>
                    <a:pt x="757" y="553"/>
                    <a:pt x="757" y="554"/>
                    <a:pt x="758" y="555"/>
                  </a:cubicBezTo>
                  <a:cubicBezTo>
                    <a:pt x="761" y="560"/>
                    <a:pt x="765" y="566"/>
                    <a:pt x="769" y="571"/>
                  </a:cubicBezTo>
                  <a:cubicBezTo>
                    <a:pt x="769" y="571"/>
                    <a:pt x="769" y="571"/>
                    <a:pt x="769" y="571"/>
                  </a:cubicBezTo>
                  <a:cubicBezTo>
                    <a:pt x="774" y="576"/>
                    <a:pt x="778" y="581"/>
                    <a:pt x="783" y="585"/>
                  </a:cubicBezTo>
                  <a:cubicBezTo>
                    <a:pt x="784" y="586"/>
                    <a:pt x="784" y="586"/>
                    <a:pt x="784" y="586"/>
                  </a:cubicBezTo>
                  <a:cubicBezTo>
                    <a:pt x="789" y="591"/>
                    <a:pt x="795" y="594"/>
                    <a:pt x="801" y="598"/>
                  </a:cubicBezTo>
                  <a:cubicBezTo>
                    <a:pt x="801" y="598"/>
                    <a:pt x="802" y="599"/>
                    <a:pt x="802" y="599"/>
                  </a:cubicBezTo>
                  <a:cubicBezTo>
                    <a:pt x="808" y="602"/>
                    <a:pt x="814" y="605"/>
                    <a:pt x="820" y="608"/>
                  </a:cubicBezTo>
                  <a:cubicBezTo>
                    <a:pt x="821" y="608"/>
                    <a:pt x="821" y="608"/>
                    <a:pt x="822" y="608"/>
                  </a:cubicBezTo>
                  <a:cubicBezTo>
                    <a:pt x="836" y="613"/>
                    <a:pt x="851" y="616"/>
                    <a:pt x="866" y="616"/>
                  </a:cubicBezTo>
                  <a:cubicBezTo>
                    <a:pt x="936" y="616"/>
                    <a:pt x="993" y="559"/>
                    <a:pt x="993" y="490"/>
                  </a:cubicBezTo>
                  <a:cubicBezTo>
                    <a:pt x="993" y="420"/>
                    <a:pt x="936" y="363"/>
                    <a:pt x="866" y="363"/>
                  </a:cubicBezTo>
                  <a:cubicBezTo>
                    <a:pt x="848" y="363"/>
                    <a:pt x="831" y="367"/>
                    <a:pt x="816" y="374"/>
                  </a:cubicBezTo>
                  <a:cubicBezTo>
                    <a:pt x="816" y="374"/>
                    <a:pt x="816" y="374"/>
                    <a:pt x="816" y="374"/>
                  </a:cubicBezTo>
                  <a:cubicBezTo>
                    <a:pt x="815" y="374"/>
                    <a:pt x="815" y="374"/>
                    <a:pt x="814" y="374"/>
                  </a:cubicBezTo>
                  <a:cubicBezTo>
                    <a:pt x="810" y="376"/>
                    <a:pt x="806" y="379"/>
                    <a:pt x="802" y="381"/>
                  </a:cubicBezTo>
                  <a:cubicBezTo>
                    <a:pt x="800" y="382"/>
                    <a:pt x="799" y="382"/>
                    <a:pt x="798" y="383"/>
                  </a:cubicBezTo>
                  <a:cubicBezTo>
                    <a:pt x="794" y="386"/>
                    <a:pt x="789" y="389"/>
                    <a:pt x="785" y="392"/>
                  </a:cubicBezTo>
                  <a:cubicBezTo>
                    <a:pt x="785" y="393"/>
                    <a:pt x="784" y="393"/>
                    <a:pt x="784" y="393"/>
                  </a:cubicBezTo>
                  <a:cubicBezTo>
                    <a:pt x="780" y="397"/>
                    <a:pt x="777" y="400"/>
                    <a:pt x="773" y="404"/>
                  </a:cubicBezTo>
                  <a:cubicBezTo>
                    <a:pt x="773" y="405"/>
                    <a:pt x="772" y="406"/>
                    <a:pt x="771" y="406"/>
                  </a:cubicBezTo>
                  <a:close/>
                  <a:moveTo>
                    <a:pt x="570" y="253"/>
                  </a:moveTo>
                  <a:lnTo>
                    <a:pt x="570" y="253"/>
                  </a:lnTo>
                  <a:cubicBezTo>
                    <a:pt x="639" y="253"/>
                    <a:pt x="696" y="196"/>
                    <a:pt x="696" y="127"/>
                  </a:cubicBezTo>
                  <a:cubicBezTo>
                    <a:pt x="696" y="57"/>
                    <a:pt x="639" y="0"/>
                    <a:pt x="570" y="0"/>
                  </a:cubicBezTo>
                  <a:cubicBezTo>
                    <a:pt x="500" y="0"/>
                    <a:pt x="443" y="57"/>
                    <a:pt x="443" y="127"/>
                  </a:cubicBezTo>
                  <a:cubicBezTo>
                    <a:pt x="443" y="196"/>
                    <a:pt x="500" y="253"/>
                    <a:pt x="570" y="253"/>
                  </a:cubicBezTo>
                  <a:close/>
                  <a:moveTo>
                    <a:pt x="688" y="609"/>
                  </a:moveTo>
                  <a:lnTo>
                    <a:pt x="688" y="609"/>
                  </a:lnTo>
                  <a:lnTo>
                    <a:pt x="688" y="513"/>
                  </a:lnTo>
                  <a:cubicBezTo>
                    <a:pt x="687" y="505"/>
                    <a:pt x="686" y="497"/>
                    <a:pt x="686" y="490"/>
                  </a:cubicBezTo>
                  <a:cubicBezTo>
                    <a:pt x="686" y="482"/>
                    <a:pt x="687" y="474"/>
                    <a:pt x="688" y="467"/>
                  </a:cubicBezTo>
                  <a:lnTo>
                    <a:pt x="688" y="461"/>
                  </a:lnTo>
                  <a:lnTo>
                    <a:pt x="689" y="461"/>
                  </a:lnTo>
                  <a:cubicBezTo>
                    <a:pt x="698" y="405"/>
                    <a:pt x="733" y="357"/>
                    <a:pt x="782" y="331"/>
                  </a:cubicBezTo>
                  <a:cubicBezTo>
                    <a:pt x="748" y="299"/>
                    <a:pt x="702" y="279"/>
                    <a:pt x="651" y="279"/>
                  </a:cubicBezTo>
                  <a:lnTo>
                    <a:pt x="488" y="279"/>
                  </a:lnTo>
                  <a:cubicBezTo>
                    <a:pt x="437" y="279"/>
                    <a:pt x="391" y="299"/>
                    <a:pt x="357" y="331"/>
                  </a:cubicBezTo>
                  <a:cubicBezTo>
                    <a:pt x="414" y="361"/>
                    <a:pt x="453" y="421"/>
                    <a:pt x="453" y="490"/>
                  </a:cubicBezTo>
                  <a:cubicBezTo>
                    <a:pt x="453" y="504"/>
                    <a:pt x="451" y="518"/>
                    <a:pt x="448" y="531"/>
                  </a:cubicBezTo>
                  <a:lnTo>
                    <a:pt x="448" y="608"/>
                  </a:lnTo>
                  <a:cubicBezTo>
                    <a:pt x="500" y="629"/>
                    <a:pt x="543" y="668"/>
                    <a:pt x="570" y="718"/>
                  </a:cubicBezTo>
                  <a:cubicBezTo>
                    <a:pt x="595" y="669"/>
                    <a:pt x="638" y="631"/>
                    <a:pt x="688" y="609"/>
                  </a:cubicBezTo>
                  <a:close/>
                  <a:moveTo>
                    <a:pt x="512" y="725"/>
                  </a:moveTo>
                  <a:lnTo>
                    <a:pt x="512" y="725"/>
                  </a:lnTo>
                  <a:cubicBezTo>
                    <a:pt x="508" y="719"/>
                    <a:pt x="504" y="714"/>
                    <a:pt x="499" y="709"/>
                  </a:cubicBezTo>
                  <a:cubicBezTo>
                    <a:pt x="499" y="708"/>
                    <a:pt x="498" y="707"/>
                    <a:pt x="497" y="707"/>
                  </a:cubicBezTo>
                  <a:cubicBezTo>
                    <a:pt x="493" y="702"/>
                    <a:pt x="489" y="698"/>
                    <a:pt x="484" y="693"/>
                  </a:cubicBezTo>
                  <a:cubicBezTo>
                    <a:pt x="484" y="693"/>
                    <a:pt x="483" y="692"/>
                    <a:pt x="482" y="691"/>
                  </a:cubicBezTo>
                  <a:cubicBezTo>
                    <a:pt x="477" y="687"/>
                    <a:pt x="473" y="683"/>
                    <a:pt x="467" y="679"/>
                  </a:cubicBezTo>
                  <a:cubicBezTo>
                    <a:pt x="467" y="679"/>
                    <a:pt x="466" y="679"/>
                    <a:pt x="466" y="678"/>
                  </a:cubicBezTo>
                  <a:cubicBezTo>
                    <a:pt x="449" y="666"/>
                    <a:pt x="429" y="656"/>
                    <a:pt x="409" y="650"/>
                  </a:cubicBezTo>
                  <a:cubicBezTo>
                    <a:pt x="404" y="649"/>
                    <a:pt x="400" y="648"/>
                    <a:pt x="395" y="647"/>
                  </a:cubicBezTo>
                  <a:cubicBezTo>
                    <a:pt x="393" y="646"/>
                    <a:pt x="390" y="646"/>
                    <a:pt x="388" y="645"/>
                  </a:cubicBezTo>
                  <a:cubicBezTo>
                    <a:pt x="385" y="645"/>
                    <a:pt x="381" y="644"/>
                    <a:pt x="378" y="644"/>
                  </a:cubicBezTo>
                  <a:cubicBezTo>
                    <a:pt x="376" y="644"/>
                    <a:pt x="374" y="643"/>
                    <a:pt x="372" y="643"/>
                  </a:cubicBezTo>
                  <a:cubicBezTo>
                    <a:pt x="366" y="643"/>
                    <a:pt x="360" y="642"/>
                    <a:pt x="355" y="642"/>
                  </a:cubicBezTo>
                  <a:lnTo>
                    <a:pt x="191" y="642"/>
                  </a:lnTo>
                  <a:cubicBezTo>
                    <a:pt x="86" y="642"/>
                    <a:pt x="0" y="728"/>
                    <a:pt x="0" y="833"/>
                  </a:cubicBezTo>
                  <a:lnTo>
                    <a:pt x="0" y="1088"/>
                  </a:lnTo>
                  <a:lnTo>
                    <a:pt x="112" y="1088"/>
                  </a:lnTo>
                  <a:lnTo>
                    <a:pt x="112" y="824"/>
                  </a:lnTo>
                  <a:lnTo>
                    <a:pt x="151" y="824"/>
                  </a:lnTo>
                  <a:lnTo>
                    <a:pt x="151" y="1088"/>
                  </a:lnTo>
                  <a:lnTo>
                    <a:pt x="391" y="1088"/>
                  </a:lnTo>
                  <a:lnTo>
                    <a:pt x="391" y="824"/>
                  </a:lnTo>
                  <a:lnTo>
                    <a:pt x="430" y="824"/>
                  </a:lnTo>
                  <a:lnTo>
                    <a:pt x="430" y="1088"/>
                  </a:lnTo>
                  <a:lnTo>
                    <a:pt x="546" y="1088"/>
                  </a:lnTo>
                  <a:lnTo>
                    <a:pt x="546" y="833"/>
                  </a:lnTo>
                  <a:cubicBezTo>
                    <a:pt x="546" y="793"/>
                    <a:pt x="533" y="756"/>
                    <a:pt x="512" y="725"/>
                  </a:cubicBezTo>
                  <a:cubicBezTo>
                    <a:pt x="512" y="725"/>
                    <a:pt x="512" y="725"/>
                    <a:pt x="512" y="725"/>
                  </a:cubicBezTo>
                  <a:close/>
                  <a:moveTo>
                    <a:pt x="948" y="642"/>
                  </a:moveTo>
                  <a:lnTo>
                    <a:pt x="948" y="642"/>
                  </a:lnTo>
                  <a:lnTo>
                    <a:pt x="785" y="642"/>
                  </a:lnTo>
                  <a:cubicBezTo>
                    <a:pt x="779" y="642"/>
                    <a:pt x="773" y="643"/>
                    <a:pt x="767" y="643"/>
                  </a:cubicBezTo>
                  <a:cubicBezTo>
                    <a:pt x="765" y="643"/>
                    <a:pt x="763" y="644"/>
                    <a:pt x="761" y="644"/>
                  </a:cubicBezTo>
                  <a:cubicBezTo>
                    <a:pt x="758" y="644"/>
                    <a:pt x="754" y="645"/>
                    <a:pt x="750" y="646"/>
                  </a:cubicBezTo>
                  <a:cubicBezTo>
                    <a:pt x="748" y="646"/>
                    <a:pt x="746" y="646"/>
                    <a:pt x="743" y="647"/>
                  </a:cubicBezTo>
                  <a:cubicBezTo>
                    <a:pt x="739" y="648"/>
                    <a:pt x="735" y="649"/>
                    <a:pt x="731" y="650"/>
                  </a:cubicBezTo>
                  <a:cubicBezTo>
                    <a:pt x="703" y="658"/>
                    <a:pt x="676" y="673"/>
                    <a:pt x="655" y="693"/>
                  </a:cubicBezTo>
                  <a:cubicBezTo>
                    <a:pt x="655" y="694"/>
                    <a:pt x="654" y="694"/>
                    <a:pt x="654" y="694"/>
                  </a:cubicBezTo>
                  <a:cubicBezTo>
                    <a:pt x="649" y="698"/>
                    <a:pt x="645" y="703"/>
                    <a:pt x="641" y="708"/>
                  </a:cubicBezTo>
                  <a:cubicBezTo>
                    <a:pt x="640" y="708"/>
                    <a:pt x="640" y="709"/>
                    <a:pt x="639" y="709"/>
                  </a:cubicBezTo>
                  <a:cubicBezTo>
                    <a:pt x="611" y="743"/>
                    <a:pt x="593" y="786"/>
                    <a:pt x="593" y="833"/>
                  </a:cubicBezTo>
                  <a:lnTo>
                    <a:pt x="593" y="1088"/>
                  </a:lnTo>
                  <a:lnTo>
                    <a:pt x="705" y="1088"/>
                  </a:lnTo>
                  <a:lnTo>
                    <a:pt x="705" y="824"/>
                  </a:lnTo>
                  <a:lnTo>
                    <a:pt x="744" y="824"/>
                  </a:lnTo>
                  <a:lnTo>
                    <a:pt x="744" y="1088"/>
                  </a:lnTo>
                  <a:lnTo>
                    <a:pt x="985" y="1088"/>
                  </a:lnTo>
                  <a:lnTo>
                    <a:pt x="985" y="824"/>
                  </a:lnTo>
                  <a:lnTo>
                    <a:pt x="1024" y="824"/>
                  </a:lnTo>
                  <a:lnTo>
                    <a:pt x="1024" y="1088"/>
                  </a:lnTo>
                  <a:lnTo>
                    <a:pt x="1139" y="1088"/>
                  </a:lnTo>
                  <a:lnTo>
                    <a:pt x="1139" y="833"/>
                  </a:lnTo>
                  <a:cubicBezTo>
                    <a:pt x="1139" y="728"/>
                    <a:pt x="1053" y="642"/>
                    <a:pt x="948" y="642"/>
                  </a:cubicBezTo>
                  <a:close/>
                  <a:moveTo>
                    <a:pt x="273" y="616"/>
                  </a:moveTo>
                  <a:lnTo>
                    <a:pt x="273" y="616"/>
                  </a:lnTo>
                  <a:cubicBezTo>
                    <a:pt x="289" y="616"/>
                    <a:pt x="304" y="613"/>
                    <a:pt x="317" y="608"/>
                  </a:cubicBezTo>
                  <a:cubicBezTo>
                    <a:pt x="318" y="608"/>
                    <a:pt x="318" y="608"/>
                    <a:pt x="318" y="608"/>
                  </a:cubicBezTo>
                  <a:cubicBezTo>
                    <a:pt x="325" y="605"/>
                    <a:pt x="331" y="602"/>
                    <a:pt x="337" y="599"/>
                  </a:cubicBezTo>
                  <a:cubicBezTo>
                    <a:pt x="337" y="599"/>
                    <a:pt x="338" y="598"/>
                    <a:pt x="338" y="598"/>
                  </a:cubicBezTo>
                  <a:cubicBezTo>
                    <a:pt x="344" y="594"/>
                    <a:pt x="350" y="591"/>
                    <a:pt x="355" y="586"/>
                  </a:cubicBezTo>
                  <a:cubicBezTo>
                    <a:pt x="355" y="586"/>
                    <a:pt x="355" y="586"/>
                    <a:pt x="355" y="586"/>
                  </a:cubicBezTo>
                  <a:cubicBezTo>
                    <a:pt x="366" y="577"/>
                    <a:pt x="374" y="566"/>
                    <a:pt x="381" y="554"/>
                  </a:cubicBezTo>
                  <a:cubicBezTo>
                    <a:pt x="382" y="554"/>
                    <a:pt x="382" y="553"/>
                    <a:pt x="383" y="552"/>
                  </a:cubicBezTo>
                  <a:cubicBezTo>
                    <a:pt x="386" y="547"/>
                    <a:pt x="389" y="541"/>
                    <a:pt x="391" y="535"/>
                  </a:cubicBezTo>
                  <a:cubicBezTo>
                    <a:pt x="391" y="534"/>
                    <a:pt x="392" y="533"/>
                    <a:pt x="392" y="532"/>
                  </a:cubicBezTo>
                  <a:cubicBezTo>
                    <a:pt x="394" y="526"/>
                    <a:pt x="396" y="520"/>
                    <a:pt x="397" y="513"/>
                  </a:cubicBezTo>
                  <a:cubicBezTo>
                    <a:pt x="397" y="512"/>
                    <a:pt x="398" y="511"/>
                    <a:pt x="398" y="510"/>
                  </a:cubicBezTo>
                  <a:cubicBezTo>
                    <a:pt x="399" y="504"/>
                    <a:pt x="399" y="497"/>
                    <a:pt x="399" y="490"/>
                  </a:cubicBezTo>
                  <a:cubicBezTo>
                    <a:pt x="399" y="484"/>
                    <a:pt x="399" y="478"/>
                    <a:pt x="398" y="472"/>
                  </a:cubicBezTo>
                  <a:cubicBezTo>
                    <a:pt x="398" y="471"/>
                    <a:pt x="398" y="470"/>
                    <a:pt x="398" y="468"/>
                  </a:cubicBezTo>
                  <a:cubicBezTo>
                    <a:pt x="397" y="463"/>
                    <a:pt x="395" y="458"/>
                    <a:pt x="394" y="453"/>
                  </a:cubicBezTo>
                  <a:cubicBezTo>
                    <a:pt x="394" y="452"/>
                    <a:pt x="394" y="452"/>
                    <a:pt x="394" y="452"/>
                  </a:cubicBezTo>
                  <a:cubicBezTo>
                    <a:pt x="392" y="447"/>
                    <a:pt x="390" y="442"/>
                    <a:pt x="388" y="437"/>
                  </a:cubicBezTo>
                  <a:cubicBezTo>
                    <a:pt x="387" y="436"/>
                    <a:pt x="387" y="435"/>
                    <a:pt x="386" y="434"/>
                  </a:cubicBezTo>
                  <a:cubicBezTo>
                    <a:pt x="384" y="429"/>
                    <a:pt x="381" y="424"/>
                    <a:pt x="378" y="419"/>
                  </a:cubicBezTo>
                  <a:lnTo>
                    <a:pt x="378" y="419"/>
                  </a:lnTo>
                  <a:cubicBezTo>
                    <a:pt x="375" y="415"/>
                    <a:pt x="372" y="410"/>
                    <a:pt x="368" y="406"/>
                  </a:cubicBezTo>
                  <a:cubicBezTo>
                    <a:pt x="367" y="405"/>
                    <a:pt x="367" y="405"/>
                    <a:pt x="366" y="404"/>
                  </a:cubicBezTo>
                  <a:cubicBezTo>
                    <a:pt x="362" y="400"/>
                    <a:pt x="358" y="396"/>
                    <a:pt x="354" y="393"/>
                  </a:cubicBezTo>
                  <a:cubicBezTo>
                    <a:pt x="354" y="393"/>
                    <a:pt x="354" y="393"/>
                    <a:pt x="354" y="393"/>
                  </a:cubicBezTo>
                  <a:cubicBezTo>
                    <a:pt x="350" y="389"/>
                    <a:pt x="345" y="386"/>
                    <a:pt x="341" y="383"/>
                  </a:cubicBezTo>
                  <a:cubicBezTo>
                    <a:pt x="340" y="382"/>
                    <a:pt x="339" y="382"/>
                    <a:pt x="338" y="381"/>
                  </a:cubicBezTo>
                  <a:cubicBezTo>
                    <a:pt x="334" y="379"/>
                    <a:pt x="329" y="376"/>
                    <a:pt x="324" y="374"/>
                  </a:cubicBezTo>
                  <a:cubicBezTo>
                    <a:pt x="324" y="374"/>
                    <a:pt x="324" y="374"/>
                    <a:pt x="323" y="374"/>
                  </a:cubicBezTo>
                  <a:cubicBezTo>
                    <a:pt x="308" y="367"/>
                    <a:pt x="291" y="363"/>
                    <a:pt x="273" y="363"/>
                  </a:cubicBezTo>
                  <a:cubicBezTo>
                    <a:pt x="203" y="363"/>
                    <a:pt x="146" y="420"/>
                    <a:pt x="146" y="490"/>
                  </a:cubicBezTo>
                  <a:cubicBezTo>
                    <a:pt x="146" y="559"/>
                    <a:pt x="203" y="616"/>
                    <a:pt x="273" y="616"/>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cs typeface="黑体-简" panose="02000000000000000000" charset="-122"/>
              </a:endParaRPr>
            </a:p>
          </p:txBody>
        </p:sp>
      </p:grpSp>
      <p:sp>
        <p:nvSpPr>
          <p:cNvPr id="5122" name="内容占位符 9"/>
          <p:cNvSpPr txBox="1"/>
          <p:nvPr userDrawn="1"/>
        </p:nvSpPr>
        <p:spPr>
          <a:xfrm>
            <a:off x="838200" y="5092065"/>
            <a:ext cx="3264535" cy="1187450"/>
          </a:xfrm>
          <a:prstGeom prst="rect">
            <a:avLst/>
          </a:prstGeom>
          <a:noFill/>
          <a:ln w="9525">
            <a:noFill/>
          </a:ln>
        </p:spPr>
        <p:txBody>
          <a:bodyPr anchor="ctr"/>
          <a:p>
            <a:pPr algn="ctr">
              <a:lnSpc>
                <a:spcPct val="90000"/>
              </a:lnSpc>
              <a:spcBef>
                <a:spcPts val="1000"/>
              </a:spcBef>
            </a:pPr>
            <a:r>
              <a:rPr lang="zh-CN" altLang="en-US" sz="2000" dirty="0">
                <a:solidFill>
                  <a:schemeClr val="bg1">
                    <a:lumMod val="50000"/>
                  </a:schemeClr>
                </a:solidFill>
                <a:latin typeface="黑体-简" panose="02000000000000000000" charset="-122"/>
                <a:ea typeface="黑体-简" panose="02000000000000000000" charset="-122"/>
                <a:cs typeface="黑体-简" panose="02000000000000000000" charset="-122"/>
                <a:sym typeface="+mn-lt"/>
              </a:rPr>
              <a:t>南京灵枢智联技术有限公司</a:t>
            </a:r>
            <a:endParaRPr lang="zh-CN" altLang="en-US" sz="2000" dirty="0">
              <a:solidFill>
                <a:schemeClr val="bg1">
                  <a:lumMod val="50000"/>
                </a:schemeClr>
              </a:solidFill>
              <a:latin typeface="黑体-简" panose="02000000000000000000" charset="-122"/>
              <a:ea typeface="黑体-简" panose="02000000000000000000" charset="-122"/>
              <a:cs typeface="黑体-简" panose="02000000000000000000" charset="-122"/>
              <a:sym typeface="+mn-lt"/>
            </a:endParaRPr>
          </a:p>
        </p:txBody>
      </p:sp>
      <p:grpSp>
        <p:nvGrpSpPr>
          <p:cNvPr id="16" name="组合 15"/>
          <p:cNvGrpSpPr/>
          <p:nvPr userDrawn="1"/>
        </p:nvGrpSpPr>
        <p:grpSpPr>
          <a:xfrm>
            <a:off x="-635" y="1794510"/>
            <a:ext cx="4239895" cy="2643505"/>
            <a:chOff x="-8424" y="105"/>
            <a:chExt cx="6677" cy="4163"/>
          </a:xfrm>
        </p:grpSpPr>
        <p:sp>
          <p:nvSpPr>
            <p:cNvPr id="66" name="右箭头 65"/>
            <p:cNvSpPr/>
            <p:nvPr userDrawn="1"/>
          </p:nvSpPr>
          <p:spPr>
            <a:xfrm>
              <a:off x="-8424" y="694"/>
              <a:ext cx="2274" cy="664"/>
            </a:xfrm>
            <a:prstGeom prst="rightArrow">
              <a:avLst/>
            </a:prstGeom>
            <a:gradFill>
              <a:gsLst>
                <a:gs pos="0">
                  <a:srgbClr val="9ED9F6">
                    <a:alpha val="17000"/>
                  </a:srgbClr>
                </a:gs>
                <a:gs pos="100000">
                  <a:srgbClr val="00A0E9">
                    <a:alpha val="34000"/>
                  </a:srgbClr>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黑体-简" panose="02000000000000000000" charset="-122"/>
              </a:endParaRPr>
            </a:p>
          </p:txBody>
        </p:sp>
        <p:sp>
          <p:nvSpPr>
            <p:cNvPr id="67" name="右箭头 66"/>
            <p:cNvSpPr/>
            <p:nvPr userDrawn="1"/>
          </p:nvSpPr>
          <p:spPr>
            <a:xfrm>
              <a:off x="-8424" y="1937"/>
              <a:ext cx="3012" cy="2331"/>
            </a:xfrm>
            <a:prstGeom prst="rightArrow">
              <a:avLst/>
            </a:prstGeom>
            <a:gradFill>
              <a:gsLst>
                <a:gs pos="0">
                  <a:srgbClr val="9ED9F6">
                    <a:alpha val="17000"/>
                  </a:srgbClr>
                </a:gs>
                <a:gs pos="100000">
                  <a:srgbClr val="00A0E9">
                    <a:alpha val="34000"/>
                  </a:srgbClr>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黑体-简" panose="02000000000000000000" charset="-122"/>
              </a:endParaRPr>
            </a:p>
          </p:txBody>
        </p:sp>
        <p:sp>
          <p:nvSpPr>
            <p:cNvPr id="68" name="右箭头 67"/>
            <p:cNvSpPr/>
            <p:nvPr userDrawn="1"/>
          </p:nvSpPr>
          <p:spPr>
            <a:xfrm>
              <a:off x="-8423" y="105"/>
              <a:ext cx="2766" cy="969"/>
            </a:xfrm>
            <a:prstGeom prst="rightArrow">
              <a:avLst/>
            </a:prstGeom>
            <a:gradFill>
              <a:gsLst>
                <a:gs pos="0">
                  <a:srgbClr val="9ED9F6">
                    <a:alpha val="17000"/>
                  </a:srgbClr>
                </a:gs>
                <a:gs pos="100000">
                  <a:srgbClr val="00A0E9">
                    <a:alpha val="34000"/>
                  </a:srgbClr>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黑体-简" panose="02000000000000000000" charset="-122"/>
              </a:endParaRPr>
            </a:p>
          </p:txBody>
        </p:sp>
        <p:sp>
          <p:nvSpPr>
            <p:cNvPr id="69" name="右箭头 68"/>
            <p:cNvSpPr/>
            <p:nvPr userDrawn="1"/>
          </p:nvSpPr>
          <p:spPr>
            <a:xfrm>
              <a:off x="-8423" y="1216"/>
              <a:ext cx="3962" cy="1528"/>
            </a:xfrm>
            <a:prstGeom prst="rightArrow">
              <a:avLst/>
            </a:prstGeom>
            <a:gradFill>
              <a:gsLst>
                <a:gs pos="0">
                  <a:srgbClr val="9ED9F6">
                    <a:alpha val="17000"/>
                  </a:srgbClr>
                </a:gs>
                <a:gs pos="100000">
                  <a:srgbClr val="00A0E9">
                    <a:alpha val="34000"/>
                  </a:srgbClr>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黑体-简" panose="02000000000000000000" charset="-122"/>
              </a:endParaRPr>
            </a:p>
          </p:txBody>
        </p:sp>
        <p:sp>
          <p:nvSpPr>
            <p:cNvPr id="6" name="右箭头 5"/>
            <p:cNvSpPr/>
            <p:nvPr userDrawn="1"/>
          </p:nvSpPr>
          <p:spPr>
            <a:xfrm>
              <a:off x="-5709" y="2451"/>
              <a:ext cx="3962" cy="1528"/>
            </a:xfrm>
            <a:prstGeom prst="rightArrow">
              <a:avLst/>
            </a:prstGeom>
            <a:gradFill>
              <a:gsLst>
                <a:gs pos="100000">
                  <a:srgbClr val="9ED9F6">
                    <a:alpha val="17000"/>
                  </a:srgbClr>
                </a:gs>
                <a:gs pos="20000">
                  <a:srgbClr val="00A0E9">
                    <a:alpha val="34000"/>
                  </a:srgbClr>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黑体-简" panose="02000000000000000000" charset="-122"/>
              </a:endParaRPr>
            </a:p>
          </p:txBody>
        </p:sp>
        <p:sp>
          <p:nvSpPr>
            <p:cNvPr id="8" name="右箭头 7"/>
            <p:cNvSpPr/>
            <p:nvPr userDrawn="1"/>
          </p:nvSpPr>
          <p:spPr>
            <a:xfrm>
              <a:off x="-5709" y="1013"/>
              <a:ext cx="2797" cy="1079"/>
            </a:xfrm>
            <a:prstGeom prst="rightArrow">
              <a:avLst/>
            </a:prstGeom>
            <a:gradFill>
              <a:gsLst>
                <a:gs pos="0">
                  <a:srgbClr val="9ED9F6">
                    <a:alpha val="17000"/>
                  </a:srgbClr>
                </a:gs>
                <a:gs pos="100000">
                  <a:srgbClr val="00A0E9">
                    <a:alpha val="34000"/>
                  </a:srgbClr>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黑体-简" panose="02000000000000000000" charset="-122"/>
              </a:endParaRPr>
            </a:p>
          </p:txBody>
        </p:sp>
      </p:grpSp>
      <p:grpSp>
        <p:nvGrpSpPr>
          <p:cNvPr id="17" name="组合 16"/>
          <p:cNvGrpSpPr/>
          <p:nvPr userDrawn="1"/>
        </p:nvGrpSpPr>
        <p:grpSpPr>
          <a:xfrm>
            <a:off x="7748905" y="1794510"/>
            <a:ext cx="4239895" cy="2643505"/>
            <a:chOff x="-8424" y="105"/>
            <a:chExt cx="6677" cy="4163"/>
          </a:xfrm>
        </p:grpSpPr>
        <p:sp>
          <p:nvSpPr>
            <p:cNvPr id="18" name="右箭头 17"/>
            <p:cNvSpPr/>
            <p:nvPr userDrawn="1"/>
          </p:nvSpPr>
          <p:spPr>
            <a:xfrm>
              <a:off x="-8424" y="694"/>
              <a:ext cx="2274" cy="664"/>
            </a:xfrm>
            <a:prstGeom prst="rightArrow">
              <a:avLst/>
            </a:prstGeom>
            <a:gradFill>
              <a:gsLst>
                <a:gs pos="100000">
                  <a:srgbClr val="9ED9F6">
                    <a:alpha val="17000"/>
                  </a:srgbClr>
                </a:gs>
                <a:gs pos="0">
                  <a:srgbClr val="00A0E9">
                    <a:alpha val="34000"/>
                  </a:srgbClr>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黑体-简" panose="02000000000000000000" charset="-122"/>
              </a:endParaRPr>
            </a:p>
          </p:txBody>
        </p:sp>
        <p:sp>
          <p:nvSpPr>
            <p:cNvPr id="24" name="右箭头 23"/>
            <p:cNvSpPr/>
            <p:nvPr userDrawn="1"/>
          </p:nvSpPr>
          <p:spPr>
            <a:xfrm>
              <a:off x="-8424" y="1937"/>
              <a:ext cx="3012" cy="2331"/>
            </a:xfrm>
            <a:prstGeom prst="rightArrow">
              <a:avLst/>
            </a:prstGeom>
            <a:gradFill>
              <a:gsLst>
                <a:gs pos="100000">
                  <a:srgbClr val="9ED9F6">
                    <a:alpha val="17000"/>
                  </a:srgbClr>
                </a:gs>
                <a:gs pos="0">
                  <a:srgbClr val="00A0E9">
                    <a:alpha val="34000"/>
                  </a:srgbClr>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黑体-简" panose="02000000000000000000" charset="-122"/>
              </a:endParaRPr>
            </a:p>
          </p:txBody>
        </p:sp>
        <p:sp>
          <p:nvSpPr>
            <p:cNvPr id="27" name="右箭头 26"/>
            <p:cNvSpPr/>
            <p:nvPr userDrawn="1"/>
          </p:nvSpPr>
          <p:spPr>
            <a:xfrm>
              <a:off x="-8423" y="105"/>
              <a:ext cx="2766" cy="969"/>
            </a:xfrm>
            <a:prstGeom prst="rightArrow">
              <a:avLst/>
            </a:prstGeom>
            <a:gradFill>
              <a:gsLst>
                <a:gs pos="100000">
                  <a:srgbClr val="9ED9F6">
                    <a:alpha val="17000"/>
                  </a:srgbClr>
                </a:gs>
                <a:gs pos="7000">
                  <a:srgbClr val="00A0E9">
                    <a:alpha val="34000"/>
                  </a:srgbClr>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黑体-简" panose="02000000000000000000" charset="-122"/>
              </a:endParaRPr>
            </a:p>
          </p:txBody>
        </p:sp>
        <p:sp>
          <p:nvSpPr>
            <p:cNvPr id="31" name="右箭头 30"/>
            <p:cNvSpPr/>
            <p:nvPr userDrawn="1"/>
          </p:nvSpPr>
          <p:spPr>
            <a:xfrm>
              <a:off x="-8423" y="1216"/>
              <a:ext cx="3962" cy="1528"/>
            </a:xfrm>
            <a:prstGeom prst="rightArrow">
              <a:avLst/>
            </a:prstGeom>
            <a:gradFill>
              <a:gsLst>
                <a:gs pos="0">
                  <a:srgbClr val="9ED9F6">
                    <a:alpha val="17000"/>
                  </a:srgbClr>
                </a:gs>
                <a:gs pos="100000">
                  <a:srgbClr val="00A0E9">
                    <a:alpha val="34000"/>
                  </a:srgbClr>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黑体-简" panose="02000000000000000000" charset="-122"/>
              </a:endParaRPr>
            </a:p>
          </p:txBody>
        </p:sp>
        <p:sp>
          <p:nvSpPr>
            <p:cNvPr id="33" name="右箭头 32"/>
            <p:cNvSpPr/>
            <p:nvPr userDrawn="1"/>
          </p:nvSpPr>
          <p:spPr>
            <a:xfrm>
              <a:off x="-5709" y="2451"/>
              <a:ext cx="3962" cy="1528"/>
            </a:xfrm>
            <a:prstGeom prst="rightArrow">
              <a:avLst/>
            </a:prstGeom>
            <a:gradFill>
              <a:gsLst>
                <a:gs pos="100000">
                  <a:srgbClr val="9ED9F6">
                    <a:alpha val="17000"/>
                  </a:srgbClr>
                </a:gs>
                <a:gs pos="20000">
                  <a:srgbClr val="00A0E9">
                    <a:alpha val="34000"/>
                  </a:srgbClr>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黑体-简" panose="02000000000000000000" charset="-122"/>
              </a:endParaRPr>
            </a:p>
          </p:txBody>
        </p:sp>
        <p:sp>
          <p:nvSpPr>
            <p:cNvPr id="34" name="右箭头 33"/>
            <p:cNvSpPr/>
            <p:nvPr userDrawn="1"/>
          </p:nvSpPr>
          <p:spPr>
            <a:xfrm>
              <a:off x="-5709" y="1013"/>
              <a:ext cx="2797" cy="1079"/>
            </a:xfrm>
            <a:prstGeom prst="rightArrow">
              <a:avLst/>
            </a:prstGeom>
            <a:gradFill>
              <a:gsLst>
                <a:gs pos="0">
                  <a:srgbClr val="9ED9F6">
                    <a:alpha val="17000"/>
                  </a:srgbClr>
                </a:gs>
                <a:gs pos="100000">
                  <a:srgbClr val="00A0E9">
                    <a:alpha val="34000"/>
                  </a:srgbClr>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黑体-简" panose="02000000000000000000" charset="-122"/>
              </a:endParaRPr>
            </a:p>
          </p:txBody>
        </p:sp>
      </p:grpSp>
      <p:sp>
        <p:nvSpPr>
          <p:cNvPr id="2" name="标题 1"/>
          <p:cNvSpPr>
            <a:spLocks noGrp="1"/>
          </p:cNvSpPr>
          <p:nvPr>
            <p:ph type="ctrTitle" hasCustomPrompt="1"/>
            <p:custDataLst>
              <p:tags r:id="rId3"/>
            </p:custDataLst>
          </p:nvPr>
        </p:nvSpPr>
        <p:spPr>
          <a:xfrm>
            <a:off x="1198880" y="1651635"/>
            <a:ext cx="9799320" cy="1833245"/>
          </a:xfrm>
          <a:effectLst>
            <a:outerShdw blurRad="50800" dist="38100" dir="2700000" algn="tl" rotWithShape="0">
              <a:prstClr val="black">
                <a:alpha val="40000"/>
              </a:prstClr>
            </a:outerShdw>
          </a:effectLst>
        </p:spPr>
        <p:txBody>
          <a:bodyPr lIns="90000" tIns="46800" rIns="90000" bIns="46800" anchor="b" anchorCtr="0">
            <a:normAutofit/>
          </a:bodyPr>
          <a:lstStyle>
            <a:lvl1pPr algn="ctr">
              <a:defRPr sz="6000" b="1">
                <a:solidFill>
                  <a:schemeClr val="bg1"/>
                </a:solidFill>
                <a:latin typeface="Heiti SC Medium" panose="02000000000000000000" charset="-122"/>
                <a:ea typeface="Heiti SC Medium" panose="02000000000000000000" charset="-122"/>
              </a:defRPr>
            </a:lvl1pPr>
          </a:lstStyle>
          <a:p>
            <a:r>
              <a:rPr lang="zh-CN" altLang="en-US" dirty="0"/>
              <a:t>感谢</a:t>
            </a:r>
            <a:r>
              <a:rPr lang="zh-CN" altLang="en-US" dirty="0"/>
              <a:t>观看</a:t>
            </a:r>
            <a:endParaRPr lang="zh-CN" altLang="en-US" dirty="0"/>
          </a:p>
        </p:txBody>
      </p:sp>
      <p:pic>
        <p:nvPicPr>
          <p:cNvPr id="37" name="图片 36" descr="拼音-21"/>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749300" y="437515"/>
            <a:ext cx="2529205" cy="685165"/>
          </a:xfrm>
          <a:prstGeom prst="rect">
            <a:avLst/>
          </a:prstGeom>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157" name="PPT世界-1-1"/>
          <p:cNvSpPr/>
          <p:nvPr userDrawn="1"/>
        </p:nvSpPr>
        <p:spPr>
          <a:xfrm>
            <a:off x="2576898" y="-90101"/>
            <a:ext cx="7038205" cy="7038202"/>
          </a:xfrm>
          <a:prstGeom prst="ellipse">
            <a:avLst/>
          </a:prstGeom>
          <a:noFill/>
          <a:ln w="6350" cap="flat" cmpd="sng" algn="ctr">
            <a:solidFill>
              <a:srgbClr val="00A0E9">
                <a:alpha val="58000"/>
              </a:srgbClr>
            </a:solidFill>
            <a:prstDash val="dash"/>
            <a:miter lim="800000"/>
          </a:ln>
          <a:effectLst/>
        </p:spPr>
        <p:txBody>
          <a:bodyPr rtlCol="0" anchor="ctr">
            <a:noAutofit/>
          </a:bodyPr>
          <a:lstStyle/>
          <a:p>
            <a:pPr algn="ctr">
              <a:defRPr/>
            </a:pPr>
            <a:endParaRPr lang="zh-CN" altLang="en-US" sz="1600" kern="0" dirty="0">
              <a:solidFill>
                <a:prstClr val="white"/>
              </a:solidFill>
              <a:latin typeface="思源黑体 CN Normal" pitchFamily="34" charset="-122"/>
              <a:ea typeface="思源黑体 CN Normal" pitchFamily="34" charset="-122"/>
              <a:cs typeface="+mn-ea"/>
              <a:sym typeface="思源黑体 CN Normal" pitchFamily="34" charset="-122"/>
            </a:endParaRPr>
          </a:p>
        </p:txBody>
      </p:sp>
      <p:sp>
        <p:nvSpPr>
          <p:cNvPr id="158" name="PPT世界-1-1"/>
          <p:cNvSpPr/>
          <p:nvPr userDrawn="1"/>
        </p:nvSpPr>
        <p:spPr>
          <a:xfrm>
            <a:off x="2015280" y="-651718"/>
            <a:ext cx="8161440" cy="8161437"/>
          </a:xfrm>
          <a:prstGeom prst="ellipse">
            <a:avLst/>
          </a:prstGeom>
          <a:noFill/>
          <a:ln w="6350" cap="flat" cmpd="sng" algn="ctr">
            <a:solidFill>
              <a:srgbClr val="39D4EE">
                <a:alpha val="20000"/>
              </a:srgbClr>
            </a:solidFill>
            <a:prstDash val="dash"/>
            <a:miter lim="800000"/>
          </a:ln>
          <a:effectLst/>
        </p:spPr>
        <p:txBody>
          <a:bodyPr rtlCol="0" anchor="ctr">
            <a:noAutofit/>
          </a:bodyPr>
          <a:lstStyle/>
          <a:p>
            <a:pPr algn="ctr">
              <a:defRPr/>
            </a:pPr>
            <a:endParaRPr lang="zh-CN" altLang="en-US" sz="1600" kern="0" dirty="0">
              <a:solidFill>
                <a:prstClr val="white"/>
              </a:solidFill>
              <a:latin typeface="思源黑体 CN Normal" pitchFamily="34" charset="-122"/>
              <a:ea typeface="思源黑体 CN Normal" pitchFamily="34" charset="-122"/>
              <a:cs typeface="+mn-ea"/>
              <a:sym typeface="思源黑体 CN Normal" pitchFamily="34" charset="-122"/>
            </a:endParaRPr>
          </a:p>
        </p:txBody>
      </p:sp>
      <p:sp>
        <p:nvSpPr>
          <p:cNvPr id="127" name="PPT世界-1-2"/>
          <p:cNvSpPr/>
          <p:nvPr userDrawn="1"/>
        </p:nvSpPr>
        <p:spPr>
          <a:xfrm>
            <a:off x="3156102" y="489102"/>
            <a:ext cx="5879795" cy="5879795"/>
          </a:xfrm>
          <a:prstGeom prst="ellipse">
            <a:avLst/>
          </a:prstGeom>
          <a:solidFill>
            <a:srgbClr val="39D4EE">
              <a:alpha val="6000"/>
            </a:srgbClr>
          </a:solidFill>
          <a:ln w="6350" cap="flat" cmpd="sng" algn="ctr">
            <a:solidFill>
              <a:srgbClr val="39D4EE"/>
            </a:solidFill>
            <a:prstDash val="solid"/>
            <a:miter lim="800000"/>
          </a:ln>
          <a:effectLst/>
        </p:spPr>
        <p:txBody>
          <a:bodyPr rtlCol="0" anchor="ctr">
            <a:noAutofit/>
          </a:bodyPr>
          <a:lstStyle/>
          <a:p>
            <a:pPr algn="ctr">
              <a:defRPr/>
            </a:pPr>
            <a:endParaRPr lang="zh-CN" altLang="en-US" sz="1600" kern="0" dirty="0">
              <a:solidFill>
                <a:prstClr val="white"/>
              </a:solidFill>
              <a:latin typeface="思源黑体 CN Normal" pitchFamily="34" charset="-122"/>
              <a:ea typeface="思源黑体 CN Normal" pitchFamily="34" charset="-122"/>
              <a:cs typeface="+mn-ea"/>
              <a:sym typeface="思源黑体 CN Normal" pitchFamily="34" charset="-122"/>
            </a:endParaRPr>
          </a:p>
        </p:txBody>
      </p:sp>
      <p:sp>
        <p:nvSpPr>
          <p:cNvPr id="142" name="PPT世界-1-3"/>
          <p:cNvSpPr/>
          <p:nvPr userDrawn="1"/>
        </p:nvSpPr>
        <p:spPr>
          <a:xfrm>
            <a:off x="3696544" y="1029545"/>
            <a:ext cx="4798913" cy="4798910"/>
          </a:xfrm>
          <a:prstGeom prst="ellipse">
            <a:avLst/>
          </a:prstGeom>
          <a:solidFill>
            <a:srgbClr val="00A0E9"/>
          </a:solidFill>
          <a:ln w="25400" cap="flat" cmpd="sng" algn="ctr">
            <a:noFill/>
            <a:prstDash val="solid"/>
            <a:miter lim="800000"/>
          </a:ln>
          <a:effectLst>
            <a:outerShdw blurRad="304800" dist="152400" dir="2700000" sx="96000" sy="96000" algn="tl" rotWithShape="0">
              <a:srgbClr val="3B8BF1">
                <a:alpha val="40000"/>
              </a:srgbClr>
            </a:outerShdw>
          </a:effectLst>
        </p:spPr>
        <p:txBody>
          <a:bodyPr wrap="none" lIns="0" tIns="0" rIns="0" bIns="0" rtlCol="0" anchor="ctr"/>
          <a:lstStyle/>
          <a:p>
            <a:pPr algn="ctr"/>
            <a:endParaRPr lang="zh-CN" altLang="en-US" sz="11500" b="1" kern="0" dirty="0">
              <a:solidFill>
                <a:srgbClr val="FFFFFF"/>
              </a:solidFill>
              <a:latin typeface="思源黑体 CN Normal" pitchFamily="34" charset="-122"/>
              <a:ea typeface="思源黑体 CN Normal" pitchFamily="34" charset="-122"/>
              <a:cs typeface="黑体-简" panose="02000000000000000000" charset="-122"/>
              <a:sym typeface="思源黑体 CN Normal" pitchFamily="34" charset="-122"/>
            </a:endParaRPr>
          </a:p>
        </p:txBody>
      </p:sp>
      <p:sp>
        <p:nvSpPr>
          <p:cNvPr id="148" name="标题 1"/>
          <p:cNvSpPr txBox="1"/>
          <p:nvPr userDrawn="1"/>
        </p:nvSpPr>
        <p:spPr>
          <a:xfrm>
            <a:off x="5655848" y="2048943"/>
            <a:ext cx="880306" cy="307777"/>
          </a:xfrm>
          <a:prstGeom prst="rect">
            <a:avLst/>
          </a:prstGeom>
          <a:noFill/>
          <a:ln>
            <a:noFill/>
          </a:ln>
        </p:spPr>
        <p:txBody>
          <a:bodyPr vert="horz" wrap="none" lIns="0" tIns="0" rIns="0" bIns="0" rtlCol="0" anchor="t">
            <a:spAutoFit/>
          </a:bodyPr>
          <a:lstStyle/>
          <a:p>
            <a:pPr algn="ctr"/>
            <a:r>
              <a:rPr kumimoji="1" lang="en-US" altLang="zh-CN" sz="2000" dirty="0">
                <a:solidFill>
                  <a:prstClr val="white"/>
                </a:solidFill>
                <a:latin typeface="思源黑体 CN Normal" pitchFamily="34" charset="-122"/>
                <a:ea typeface="思源黑体 CN Normal" pitchFamily="34" charset="-122"/>
                <a:cs typeface="黑体-简" panose="02000000000000000000" charset="-122"/>
                <a:sym typeface="思源黑体 CN Normal" pitchFamily="34" charset="-122"/>
              </a:rPr>
              <a:t>Part  </a:t>
            </a:r>
            <a:r>
              <a:rPr kumimoji="1" lang="en-US" altLang="zh-CN" sz="2000" dirty="0" smtClean="0">
                <a:solidFill>
                  <a:prstClr val="white"/>
                </a:solidFill>
                <a:latin typeface="思源黑体 CN Normal" pitchFamily="34" charset="-122"/>
                <a:ea typeface="思源黑体 CN Normal" pitchFamily="34" charset="-122"/>
                <a:cs typeface="黑体-简" panose="02000000000000000000" charset="-122"/>
                <a:sym typeface="思源黑体 CN Normal" pitchFamily="34" charset="-122"/>
              </a:rPr>
              <a:t>04</a:t>
            </a:r>
            <a:endParaRPr kumimoji="1" lang="en-US" altLang="zh-CN" sz="2000" dirty="0">
              <a:solidFill>
                <a:prstClr val="white"/>
              </a:solidFill>
              <a:latin typeface="思源黑体 CN Normal" pitchFamily="34" charset="-122"/>
              <a:ea typeface="思源黑体 CN Normal" pitchFamily="34" charset="-122"/>
              <a:cs typeface="黑体-简" panose="02000000000000000000" charset="-122"/>
              <a:sym typeface="思源黑体 CN Normal" pitchFamily="34" charset="-122"/>
            </a:endParaRPr>
          </a:p>
        </p:txBody>
      </p:sp>
      <p:sp>
        <p:nvSpPr>
          <p:cNvPr id="156" name="任意多边形 155"/>
          <p:cNvSpPr/>
          <p:nvPr userDrawn="1"/>
        </p:nvSpPr>
        <p:spPr>
          <a:xfrm>
            <a:off x="0" y="0"/>
            <a:ext cx="1188722" cy="1136470"/>
          </a:xfrm>
          <a:custGeom>
            <a:avLst/>
            <a:gdLst>
              <a:gd name="connsiteX0" fmla="*/ 0 w 1188722"/>
              <a:gd name="connsiteY0" fmla="*/ 0 h 1136470"/>
              <a:gd name="connsiteX1" fmla="*/ 1149202 w 1188722"/>
              <a:gd name="connsiteY1" fmla="*/ 0 h 1136470"/>
              <a:gd name="connsiteX2" fmla="*/ 1170676 w 1188722"/>
              <a:gd name="connsiteY2" fmla="*/ 69177 h 1136470"/>
              <a:gd name="connsiteX3" fmla="*/ 1188722 w 1188722"/>
              <a:gd name="connsiteY3" fmla="*/ 248195 h 1136470"/>
              <a:gd name="connsiteX4" fmla="*/ 300447 w 1188722"/>
              <a:gd name="connsiteY4" fmla="*/ 1136470 h 1136470"/>
              <a:gd name="connsiteX5" fmla="*/ 36301 w 1188722"/>
              <a:gd name="connsiteY5" fmla="*/ 1096535 h 1136470"/>
              <a:gd name="connsiteX6" fmla="*/ 0 w 1188722"/>
              <a:gd name="connsiteY6" fmla="*/ 1083249 h 11364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88722" h="1136470">
                <a:moveTo>
                  <a:pt x="0" y="0"/>
                </a:moveTo>
                <a:lnTo>
                  <a:pt x="1149202" y="0"/>
                </a:lnTo>
                <a:lnTo>
                  <a:pt x="1170676" y="69177"/>
                </a:lnTo>
                <a:cubicBezTo>
                  <a:pt x="1182508" y="127001"/>
                  <a:pt x="1188722" y="186872"/>
                  <a:pt x="1188722" y="248195"/>
                </a:cubicBezTo>
                <a:cubicBezTo>
                  <a:pt x="1188722" y="738776"/>
                  <a:pt x="791028" y="1136470"/>
                  <a:pt x="300447" y="1136470"/>
                </a:cubicBezTo>
                <a:cubicBezTo>
                  <a:pt x="208463" y="1136470"/>
                  <a:pt x="119745" y="1122489"/>
                  <a:pt x="36301" y="1096535"/>
                </a:cubicBezTo>
                <a:lnTo>
                  <a:pt x="0" y="1083249"/>
                </a:lnTo>
                <a:close/>
              </a:path>
            </a:pathLst>
          </a:custGeom>
          <a:solidFill>
            <a:srgbClr val="00A0E9"/>
          </a:solidFill>
          <a:ln w="25400" cap="flat" cmpd="sng" algn="ctr">
            <a:noFill/>
            <a:prstDash val="solid"/>
            <a:miter lim="800000"/>
          </a:ln>
          <a:effectLst>
            <a:outerShdw blurRad="304800" dist="152400" dir="2700000" sx="96000" sy="96000" algn="tl" rotWithShape="0">
              <a:srgbClr val="3B8BF1">
                <a:alpha val="40000"/>
              </a:srgbClr>
            </a:outerShdw>
          </a:effectLst>
        </p:spPr>
        <p:txBody>
          <a:bodyPr wrap="square" lIns="0" tIns="0" rIns="0" bIns="0" rtlCol="0" anchor="ctr">
            <a:noAutofit/>
          </a:bodyPr>
          <a:lstStyle/>
          <a:p>
            <a:pPr algn="ctr"/>
            <a:endParaRPr lang="zh-CN" altLang="en-US" sz="11500" b="1" kern="0">
              <a:solidFill>
                <a:srgbClr val="FFFFFF"/>
              </a:solidFill>
              <a:latin typeface="思源黑体 CN Normal" pitchFamily="34" charset="-122"/>
              <a:ea typeface="思源黑体 CN Normal" pitchFamily="34" charset="-122"/>
              <a:cs typeface="黑体-简" panose="02000000000000000000" charset="-122"/>
            </a:endParaRPr>
          </a:p>
        </p:txBody>
      </p:sp>
      <p:sp>
        <p:nvSpPr>
          <p:cNvPr id="155" name="任意多边形 154"/>
          <p:cNvSpPr/>
          <p:nvPr userDrawn="1"/>
        </p:nvSpPr>
        <p:spPr>
          <a:xfrm>
            <a:off x="10894423" y="5564776"/>
            <a:ext cx="1297577" cy="1293224"/>
          </a:xfrm>
          <a:custGeom>
            <a:avLst/>
            <a:gdLst>
              <a:gd name="connsiteX0" fmla="*/ 1071155 w 1297577"/>
              <a:gd name="connsiteY0" fmla="*/ 0 h 1293224"/>
              <a:gd name="connsiteX1" fmla="*/ 1287030 w 1297577"/>
              <a:gd name="connsiteY1" fmla="*/ 21762 h 1293224"/>
              <a:gd name="connsiteX2" fmla="*/ 1297577 w 1297577"/>
              <a:gd name="connsiteY2" fmla="*/ 24474 h 1293224"/>
              <a:gd name="connsiteX3" fmla="*/ 1297577 w 1297577"/>
              <a:gd name="connsiteY3" fmla="*/ 587411 h 1293224"/>
              <a:gd name="connsiteX4" fmla="*/ 1279625 w 1297577"/>
              <a:gd name="connsiteY4" fmla="*/ 577667 h 1293224"/>
              <a:gd name="connsiteX5" fmla="*/ 1071154 w 1297577"/>
              <a:gd name="connsiteY5" fmla="*/ 535578 h 1293224"/>
              <a:gd name="connsiteX6" fmla="*/ 535577 w 1297577"/>
              <a:gd name="connsiteY6" fmla="*/ 1071155 h 1293224"/>
              <a:gd name="connsiteX7" fmla="*/ 577665 w 1297577"/>
              <a:gd name="connsiteY7" fmla="*/ 1279626 h 1293224"/>
              <a:gd name="connsiteX8" fmla="*/ 585046 w 1297577"/>
              <a:gd name="connsiteY8" fmla="*/ 1293224 h 1293224"/>
              <a:gd name="connsiteX9" fmla="*/ 23685 w 1297577"/>
              <a:gd name="connsiteY9" fmla="*/ 1293224 h 1293224"/>
              <a:gd name="connsiteX10" fmla="*/ 21762 w 1297577"/>
              <a:gd name="connsiteY10" fmla="*/ 1287030 h 1293224"/>
              <a:gd name="connsiteX11" fmla="*/ 0 w 1297577"/>
              <a:gd name="connsiteY11" fmla="*/ 1071155 h 1293224"/>
              <a:gd name="connsiteX12" fmla="*/ 1071155 w 1297577"/>
              <a:gd name="connsiteY12" fmla="*/ 0 h 12932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97577" h="1293224">
                <a:moveTo>
                  <a:pt x="1071155" y="0"/>
                </a:moveTo>
                <a:cubicBezTo>
                  <a:pt x="1145103" y="0"/>
                  <a:pt x="1217301" y="7494"/>
                  <a:pt x="1287030" y="21762"/>
                </a:cubicBezTo>
                <a:lnTo>
                  <a:pt x="1297577" y="24474"/>
                </a:lnTo>
                <a:lnTo>
                  <a:pt x="1297577" y="587411"/>
                </a:lnTo>
                <a:lnTo>
                  <a:pt x="1279625" y="577667"/>
                </a:lnTo>
                <a:cubicBezTo>
                  <a:pt x="1215549" y="550565"/>
                  <a:pt x="1145102" y="535578"/>
                  <a:pt x="1071154" y="535578"/>
                </a:cubicBezTo>
                <a:cubicBezTo>
                  <a:pt x="775363" y="535578"/>
                  <a:pt x="535577" y="775364"/>
                  <a:pt x="535577" y="1071155"/>
                </a:cubicBezTo>
                <a:cubicBezTo>
                  <a:pt x="535577" y="1145103"/>
                  <a:pt x="550564" y="1215550"/>
                  <a:pt x="577665" y="1279626"/>
                </a:cubicBezTo>
                <a:lnTo>
                  <a:pt x="585046" y="1293224"/>
                </a:lnTo>
                <a:lnTo>
                  <a:pt x="23685" y="1293224"/>
                </a:lnTo>
                <a:lnTo>
                  <a:pt x="21762" y="1287030"/>
                </a:lnTo>
                <a:cubicBezTo>
                  <a:pt x="7493" y="1217301"/>
                  <a:pt x="0" y="1145103"/>
                  <a:pt x="0" y="1071155"/>
                </a:cubicBezTo>
                <a:cubicBezTo>
                  <a:pt x="0" y="479572"/>
                  <a:pt x="479572" y="0"/>
                  <a:pt x="1071155" y="0"/>
                </a:cubicBezTo>
                <a:close/>
              </a:path>
            </a:pathLst>
          </a:custGeom>
          <a:solidFill>
            <a:srgbClr val="00A0E9"/>
          </a:solidFill>
          <a:ln w="25400" cap="flat" cmpd="sng" algn="ctr">
            <a:noFill/>
            <a:prstDash val="solid"/>
            <a:miter lim="800000"/>
          </a:ln>
          <a:effectLst>
            <a:outerShdw blurRad="304800" dist="152400" dir="2700000" sx="96000" sy="96000" algn="tl" rotWithShape="0">
              <a:srgbClr val="3B8BF1">
                <a:alpha val="40000"/>
              </a:srgbClr>
            </a:outerShdw>
          </a:effectLst>
        </p:spPr>
        <p:txBody>
          <a:bodyPr wrap="square" lIns="0" tIns="0" rIns="0" bIns="0" rtlCol="0" anchor="ctr">
            <a:noAutofit/>
          </a:bodyPr>
          <a:lstStyle/>
          <a:p>
            <a:pPr algn="ctr"/>
            <a:endParaRPr lang="zh-CN" altLang="en-US" sz="11500" b="1" kern="0">
              <a:solidFill>
                <a:srgbClr val="FFFFFF"/>
              </a:solidFill>
              <a:latin typeface="思源黑体 CN Normal" pitchFamily="34" charset="-122"/>
              <a:ea typeface="思源黑体 CN Normal" pitchFamily="34" charset="-122"/>
              <a:cs typeface="黑体-简" panose="02000000000000000000" charset="-122"/>
            </a:endParaRPr>
          </a:p>
        </p:txBody>
      </p:sp>
      <p:sp>
        <p:nvSpPr>
          <p:cNvPr id="2" name="标题 1"/>
          <p:cNvSpPr>
            <a:spLocks noGrp="1"/>
          </p:cNvSpPr>
          <p:nvPr>
            <p:ph type="title" hasCustomPrompt="1"/>
          </p:nvPr>
        </p:nvSpPr>
        <p:spPr>
          <a:xfrm>
            <a:off x="3696970" y="2733040"/>
            <a:ext cx="4799330" cy="1136650"/>
          </a:xfrm>
        </p:spPr>
        <p:txBody>
          <a:bodyPr/>
          <a:lstStyle>
            <a:lvl1pPr algn="ctr">
              <a:defRPr>
                <a:solidFill>
                  <a:schemeClr val="bg1"/>
                </a:solidFill>
              </a:defRPr>
            </a:lvl1pPr>
          </a:lstStyle>
          <a:p>
            <a:r>
              <a:rPr lang="zh-CN" altLang="en-US" smtClean="0"/>
              <a:t>单击</a:t>
            </a:r>
            <a:r>
              <a:rPr lang="zh-CN" altLang="en-US" smtClean="0"/>
              <a:t>修改标题</a:t>
            </a:r>
            <a:endParaRPr lang="zh-CN" altLang="en-US"/>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
        <p:nvSpPr>
          <p:cNvPr id="7" name="副标题 6"/>
          <p:cNvSpPr>
            <a:spLocks noGrp="1"/>
          </p:cNvSpPr>
          <p:nvPr>
            <p:ph type="subTitle" idx="1"/>
            <p:custDataLst>
              <p:tags r:id="rId2"/>
            </p:custDataLst>
          </p:nvPr>
        </p:nvSpPr>
        <p:spPr>
          <a:xfrm>
            <a:off x="3696335" y="3958590"/>
            <a:ext cx="4798695" cy="1208405"/>
          </a:xfrm>
        </p:spPr>
        <p:txBody>
          <a:bodyPr lIns="90000" tIns="46800" rIns="90000" bIns="46800">
            <a:normAutofit/>
          </a:bodyPr>
          <a:lstStyle>
            <a:lvl1pPr marL="0" indent="0" algn="ctr">
              <a:lnSpc>
                <a:spcPct val="110000"/>
              </a:lnSpc>
              <a:buNone/>
              <a:defRPr sz="1600" spc="200">
                <a:solidFill>
                  <a:schemeClr val="bg1"/>
                </a:solidFill>
                <a:latin typeface="Source Han Sans SC Regular" charset="-122"/>
                <a:ea typeface="Source Han Sans SC Regular" charset="-12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zh-CN" altLang="en-US" dirty="0"/>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7" name="矩形 6"/>
          <p:cNvSpPr/>
          <p:nvPr userDrawn="1"/>
        </p:nvSpPr>
        <p:spPr>
          <a:xfrm>
            <a:off x="0" y="-635"/>
            <a:ext cx="12191365" cy="6859270"/>
          </a:xfrm>
          <a:prstGeom prst="rect">
            <a:avLst/>
          </a:prstGeom>
          <a:gradFill>
            <a:gsLst>
              <a:gs pos="0">
                <a:srgbClr val="9ED9F6">
                  <a:alpha val="20000"/>
                </a:srgbClr>
              </a:gs>
              <a:gs pos="100000">
                <a:srgbClr val="00A0E9"/>
              </a:gs>
            </a:gsLst>
            <a:lin ang="4140000" scaled="0"/>
          </a:gradFill>
          <a:ln w="25400" cap="flat" cmpd="sng" algn="ctr">
            <a:noFill/>
            <a:prstDash val="solid"/>
          </a:ln>
          <a:effectLst/>
        </p:spPr>
        <p:txBody>
          <a:bodyPr rtlCol="0" anchor="ctr"/>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黑体-简" panose="02000000000000000000" charset="-122"/>
              <a:ea typeface="黑体-简" panose="02000000000000000000" charset="-122"/>
              <a:cs typeface="黑体-简" panose="02000000000000000000" charset="-122"/>
            </a:endParaRPr>
          </a:p>
        </p:txBody>
      </p:sp>
      <p:sp>
        <p:nvSpPr>
          <p:cNvPr id="35" name="矩形 34"/>
          <p:cNvSpPr/>
          <p:nvPr userDrawn="1"/>
        </p:nvSpPr>
        <p:spPr>
          <a:xfrm>
            <a:off x="156210" y="153000"/>
            <a:ext cx="11880215" cy="6552000"/>
          </a:xfrm>
          <a:prstGeom prst="rect">
            <a:avLst/>
          </a:prstGeom>
          <a:solidFill>
            <a:srgbClr val="FFFFFF"/>
          </a:solidFill>
          <a:ln w="25400" cap="flat" cmpd="sng" algn="ctr">
            <a:noFill/>
            <a:prstDash val="solid"/>
          </a:ln>
          <a:effectLst/>
        </p:spPr>
        <p:txBody>
          <a:bodyPr rtlCol="0" anchor="ctr"/>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黑体-简" panose="02000000000000000000" charset="-122"/>
              <a:ea typeface="黑体-简" panose="02000000000000000000" charset="-122"/>
              <a:cs typeface="黑体-简" panose="02000000000000000000" charset="-122"/>
            </a:endParaRPr>
          </a:p>
        </p:txBody>
      </p:sp>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5" name="标题 4" descr="7b0a202020202262756c6c6574223a20227b5c2263617465676f727949645c223a5c225c222c5c2274656d706c61746549645c223a32303233313638347d220a7d0a"/>
          <p:cNvSpPr>
            <a:spLocks noGrp="1"/>
          </p:cNvSpPr>
          <p:nvPr>
            <p:ph type="title"/>
            <p:custDataLst>
              <p:tags r:id="rId5"/>
            </p:custDataLst>
          </p:nvPr>
        </p:nvSpPr>
        <p:spPr>
          <a:xfrm>
            <a:off x="0" y="0"/>
            <a:ext cx="11577320" cy="1158875"/>
          </a:xfrm>
        </p:spPr>
        <p:txBody>
          <a:bodyPr vert="horz" lIns="396240" tIns="46800" rIns="90000" bIns="46800" rtlCol="0" anchor="ctr" anchorCtr="0">
            <a:normAutofit/>
          </a:bodyPr>
          <a:lstStyle>
            <a:lvl1pPr marL="342900" marR="0" lvl="0" indent="-342900" algn="l" defTabSz="914400" rtl="0" eaLnBrk="1" fontAlgn="auto" latinLnBrk="0" hangingPunct="1">
              <a:lnSpc>
                <a:spcPct val="100000"/>
              </a:lnSpc>
              <a:spcBef>
                <a:spcPct val="0"/>
              </a:spcBef>
              <a:buClr>
                <a:srgbClr val="00A0E9"/>
              </a:buClr>
              <a:buSzTx/>
              <a:buFont typeface="Wingdings" panose="05000000000000000000" charset="0"/>
              <a:buChar char=""/>
              <a:defRPr kumimoji="0" lang="zh-CN" altLang="en-US" sz="2400" b="1" i="0" u="none" strike="noStrike" kern="1200" cap="none" spc="600" normalizeH="0" baseline="0" noProof="1" dirty="0">
                <a:solidFill>
                  <a:schemeClr val="tx1">
                    <a:lumMod val="65000"/>
                    <a:lumOff val="35000"/>
                  </a:schemeClr>
                </a:solidFill>
                <a:latin typeface="Heiti SC Medium" panose="02000000000000000000" charset="-122"/>
                <a:ea typeface="Heiti SC Medium" panose="02000000000000000000" charset="-122"/>
                <a:cs typeface="黑体-简" panose="02000000000000000000" charset="-122"/>
              </a:defRPr>
            </a:lvl1pPr>
          </a:lstStyle>
          <a:p>
            <a:pPr lvl="0"/>
            <a:r>
              <a:rPr lang="zh-CN" altLang="en-US" smtClean="0"/>
              <a:t>单击此处编辑母版标题样式</a:t>
            </a:r>
            <a:endParaRPr lang="zh-CN" altLang="en-US"/>
          </a:p>
        </p:txBody>
      </p:sp>
      <p:sp>
        <p:nvSpPr>
          <p:cNvPr id="8" name="矩形 7"/>
          <p:cNvSpPr/>
          <p:nvPr userDrawn="1"/>
        </p:nvSpPr>
        <p:spPr>
          <a:xfrm>
            <a:off x="1270" y="398780"/>
            <a:ext cx="654685" cy="332740"/>
          </a:xfrm>
          <a:prstGeom prst="rect">
            <a:avLst/>
          </a:prstGeom>
          <a:solidFill>
            <a:srgbClr val="00A0E9"/>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黑体-简" panose="02000000000000000000" charset="-122"/>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1_空白">
    <p:spTree>
      <p:nvGrpSpPr>
        <p:cNvPr id="1" name=""/>
        <p:cNvGrpSpPr/>
        <p:nvPr/>
      </p:nvGrpSpPr>
      <p:grpSpPr>
        <a:xfrm>
          <a:off x="0" y="0"/>
          <a:ext cx="0" cy="0"/>
          <a:chOff x="0" y="0"/>
          <a:chExt cx="0" cy="0"/>
        </a:xfrm>
      </p:grpSpPr>
      <p:sp>
        <p:nvSpPr>
          <p:cNvPr id="35" name="矩形 34"/>
          <p:cNvSpPr/>
          <p:nvPr userDrawn="1"/>
        </p:nvSpPr>
        <p:spPr>
          <a:xfrm>
            <a:off x="156210" y="153000"/>
            <a:ext cx="11880215" cy="6552000"/>
          </a:xfrm>
          <a:prstGeom prst="rect">
            <a:avLst/>
          </a:prstGeom>
          <a:solidFill>
            <a:srgbClr val="FFFFFF"/>
          </a:solidFill>
          <a:ln w="25400" cap="flat" cmpd="sng" algn="ctr">
            <a:noFill/>
            <a:prstDash val="solid"/>
          </a:ln>
          <a:effectLst/>
        </p:spPr>
        <p:txBody>
          <a:bodyPr rtlCol="0" anchor="ctr"/>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 lastClr="FFFFFF"/>
              </a:solidFill>
              <a:effectLst/>
              <a:uLnTx/>
              <a:uFillTx/>
              <a:latin typeface="黑体-简" panose="02000000000000000000" charset="-122"/>
              <a:ea typeface="黑体-简" panose="02000000000000000000" charset="-122"/>
              <a:cs typeface="黑体-简" panose="02000000000000000000" charset="-122"/>
            </a:endParaRPr>
          </a:p>
        </p:txBody>
      </p:sp>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5" name="标题 4" descr="7b0a202020202262756c6c6574223a20227b5c2263617465676f727949645c223a5c225c222c5c2274656d706c61746549645c223a32303233313638347d220a7d0a"/>
          <p:cNvSpPr>
            <a:spLocks noGrp="1"/>
          </p:cNvSpPr>
          <p:nvPr>
            <p:ph type="title"/>
            <p:custDataLst>
              <p:tags r:id="rId5"/>
            </p:custDataLst>
          </p:nvPr>
        </p:nvSpPr>
        <p:spPr>
          <a:xfrm>
            <a:off x="0" y="0"/>
            <a:ext cx="11577320" cy="1158875"/>
          </a:xfrm>
        </p:spPr>
        <p:txBody>
          <a:bodyPr vert="horz" lIns="396240" tIns="46800" rIns="90000" bIns="46800" rtlCol="0" anchor="ctr" anchorCtr="0">
            <a:normAutofit/>
          </a:bodyPr>
          <a:lstStyle>
            <a:lvl1pPr marL="342900" marR="0" lvl="0" indent="-342900" algn="l" defTabSz="914400" rtl="0" eaLnBrk="1" fontAlgn="auto" latinLnBrk="0" hangingPunct="1">
              <a:lnSpc>
                <a:spcPct val="100000"/>
              </a:lnSpc>
              <a:spcBef>
                <a:spcPct val="0"/>
              </a:spcBef>
              <a:buClr>
                <a:srgbClr val="00A0E9"/>
              </a:buClr>
              <a:buSzTx/>
              <a:buFont typeface="Wingdings" panose="05000000000000000000" charset="0"/>
              <a:buChar char=""/>
              <a:defRPr kumimoji="0" lang="zh-CN" altLang="en-US" sz="2400" b="1" i="0" u="none" strike="noStrike" kern="1200" cap="none" spc="600" normalizeH="0" baseline="0" noProof="1" dirty="0">
                <a:solidFill>
                  <a:schemeClr val="tx1">
                    <a:lumMod val="65000"/>
                    <a:lumOff val="35000"/>
                  </a:schemeClr>
                </a:solidFill>
                <a:latin typeface="Source Han Sans SC Bold" charset="-122"/>
                <a:ea typeface="Source Han Sans SC Bold" charset="-122"/>
                <a:cs typeface="黑体-简" panose="02000000000000000000" charset="-122"/>
              </a:defRPr>
            </a:lvl1pPr>
          </a:lstStyle>
          <a:p>
            <a:pPr lvl="0"/>
            <a:r>
              <a:rPr lang="zh-CN" altLang="en-US" smtClean="0"/>
              <a:t>单击此处编辑母版标题样式</a:t>
            </a:r>
            <a:endParaRPr lang="zh-CN" altLang="en-US"/>
          </a:p>
        </p:txBody>
      </p:sp>
      <p:sp>
        <p:nvSpPr>
          <p:cNvPr id="8" name="矩形 7"/>
          <p:cNvSpPr/>
          <p:nvPr userDrawn="1"/>
        </p:nvSpPr>
        <p:spPr>
          <a:xfrm>
            <a:off x="1270" y="398780"/>
            <a:ext cx="654685" cy="332740"/>
          </a:xfrm>
          <a:prstGeom prst="rect">
            <a:avLst/>
          </a:prstGeom>
          <a:solidFill>
            <a:srgbClr val="00A0E9"/>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黑体-简" panose="02000000000000000000" charset="-122"/>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单击此处编辑母版标题样式</a:t>
            </a:r>
            <a:endParaRPr lang="zh-CN" altLang="en-US" dirty="0"/>
          </a:p>
        </p:txBody>
      </p:sp>
      <p:sp>
        <p:nvSpPr>
          <p:cNvPr id="3" name="副标题 2"/>
          <p:cNvSpPr>
            <a:spLocks noGrp="1"/>
          </p:cNvSpPr>
          <p:nvPr>
            <p:ph type="subTitle" idx="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0" Type="http://schemas.openxmlformats.org/officeDocument/2006/relationships/theme" Target="../theme/theme1.xml"/><Relationship Id="rId2" Type="http://schemas.openxmlformats.org/officeDocument/2006/relationships/slideLayout" Target="../slideLayouts/slideLayout2.xml"/><Relationship Id="rId19" Type="http://schemas.openxmlformats.org/officeDocument/2006/relationships/tags" Target="../tags/tag59.xml"/><Relationship Id="rId18" Type="http://schemas.openxmlformats.org/officeDocument/2006/relationships/tags" Target="../tags/tag58.xml"/><Relationship Id="rId17" Type="http://schemas.openxmlformats.org/officeDocument/2006/relationships/tags" Target="../tags/tag57.xml"/><Relationship Id="rId16" Type="http://schemas.openxmlformats.org/officeDocument/2006/relationships/tags" Target="../tags/tag56.xml"/><Relationship Id="rId15" Type="http://schemas.openxmlformats.org/officeDocument/2006/relationships/tags" Target="../tags/tag55.xml"/><Relationship Id="rId14" Type="http://schemas.openxmlformats.org/officeDocument/2006/relationships/tags" Target="../tags/tag5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2.xml"/><Relationship Id="rId8" Type="http://schemas.openxmlformats.org/officeDocument/2006/relationships/slideLayout" Target="../slideLayouts/slideLayout21.xml"/><Relationship Id="rId7" Type="http://schemas.openxmlformats.org/officeDocument/2006/relationships/slideLayout" Target="../slideLayouts/slideLayout20.xml"/><Relationship Id="rId6" Type="http://schemas.openxmlformats.org/officeDocument/2006/relationships/slideLayout" Target="../slideLayouts/slideLayout19.xml"/><Relationship Id="rId5" Type="http://schemas.openxmlformats.org/officeDocument/2006/relationships/slideLayout" Target="../slideLayouts/slideLayout18.xml"/><Relationship Id="rId4" Type="http://schemas.openxmlformats.org/officeDocument/2006/relationships/slideLayout" Target="../slideLayouts/slideLayout17.xml"/><Relationship Id="rId3" Type="http://schemas.openxmlformats.org/officeDocument/2006/relationships/slideLayout" Target="../slideLayouts/slideLayout16.xml"/><Relationship Id="rId2" Type="http://schemas.openxmlformats.org/officeDocument/2006/relationships/slideLayout" Target="../slideLayouts/slideLayout15.xml"/><Relationship Id="rId19" Type="http://schemas.openxmlformats.org/officeDocument/2006/relationships/theme" Target="../theme/theme2.xml"/><Relationship Id="rId18" Type="http://schemas.openxmlformats.org/officeDocument/2006/relationships/tags" Target="../tags/tag114.xml"/><Relationship Id="rId17" Type="http://schemas.openxmlformats.org/officeDocument/2006/relationships/tags" Target="../tags/tag113.xml"/><Relationship Id="rId16" Type="http://schemas.openxmlformats.org/officeDocument/2006/relationships/tags" Target="../tags/tag112.xml"/><Relationship Id="rId15" Type="http://schemas.openxmlformats.org/officeDocument/2006/relationships/tags" Target="../tags/tag111.xml"/><Relationship Id="rId14" Type="http://schemas.openxmlformats.org/officeDocument/2006/relationships/tags" Target="../tags/tag110.xml"/><Relationship Id="rId13" Type="http://schemas.openxmlformats.org/officeDocument/2006/relationships/tags" Target="../tags/tag109.xml"/><Relationship Id="rId12" Type="http://schemas.openxmlformats.org/officeDocument/2006/relationships/slideLayout" Target="../slideLayouts/slideLayout25.xml"/><Relationship Id="rId11" Type="http://schemas.openxmlformats.org/officeDocument/2006/relationships/slideLayout" Target="../slideLayouts/slideLayout24.xml"/><Relationship Id="rId10" Type="http://schemas.openxmlformats.org/officeDocument/2006/relationships/slideLayout" Target="../slideLayouts/slideLayout23.xml"/><Relationship Id="rId1"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14"/>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5"/>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16"/>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cs typeface="黑体-简" panose="02000000000000000000" charset="-122"/>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17"/>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cs typeface="黑体-简" panose="02000000000000000000" charset="-122"/>
              </a:defRPr>
            </a:lvl1pPr>
          </a:lstStyle>
          <a:p>
            <a:endParaRPr lang="zh-CN" altLang="en-US" dirty="0"/>
          </a:p>
        </p:txBody>
      </p:sp>
      <p:sp>
        <p:nvSpPr>
          <p:cNvPr id="6" name="灯片编号占位符 5"/>
          <p:cNvSpPr>
            <a:spLocks noGrp="1"/>
          </p:cNvSpPr>
          <p:nvPr>
            <p:ph type="sldNum" sz="quarter" idx="4"/>
            <p:custDataLst>
              <p:tags r:id="rId18"/>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cs typeface="黑体-简" panose="02000000000000000000" charset="-122"/>
              </a:defRPr>
            </a:lvl1pPr>
          </a:lstStyle>
          <a:p>
            <a:fld id="{49AE70B2-8BF9-45C0-BB95-33D1B9D3A854}" type="slidenum">
              <a:rPr lang="zh-CN" altLang="en-US" smtClean="0"/>
            </a:fld>
            <a:endParaRPr lang="zh-CN" altLang="en-US" dirty="0"/>
          </a:p>
        </p:txBody>
      </p:sp>
    </p:spTree>
    <p:custDataLst>
      <p:tags r:id="rId19"/>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mj-ea"/>
          <a:ea typeface="+mj-ea"/>
          <a:cs typeface="黑体-简" panose="02000000000000000000" charset="-122"/>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90204" pitchFamily="34" charset="0"/>
        <a:buChar char="●"/>
        <a:defRPr sz="1800" u="none" strike="noStrike" kern="1200" cap="none" spc="150" normalizeH="0" baseline="0">
          <a:solidFill>
            <a:schemeClr val="tx1">
              <a:lumMod val="65000"/>
              <a:lumOff val="35000"/>
            </a:schemeClr>
          </a:solidFill>
          <a:uFillTx/>
          <a:latin typeface="+mn-lt"/>
          <a:ea typeface="+mn-ea"/>
          <a:cs typeface="黑体-简" panose="02000000000000000000" charset="-122"/>
        </a:defRPr>
      </a:lvl1pPr>
      <a:lvl2pPr marL="685800" indent="-228600" algn="l" defTabSz="914400" rtl="0" eaLnBrk="1" fontAlgn="auto" latinLnBrk="0" hangingPunct="1">
        <a:lnSpc>
          <a:spcPct val="120000"/>
        </a:lnSpc>
        <a:spcBef>
          <a:spcPts val="0"/>
        </a:spcBef>
        <a:spcAft>
          <a:spcPts val="600"/>
        </a:spcAft>
        <a:buFont typeface="Arial" panose="020B060402020209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黑体-简" panose="02000000000000000000" charset="-122"/>
        </a:defRPr>
      </a:lvl2pPr>
      <a:lvl3pPr marL="1143000" indent="-228600" algn="l" defTabSz="914400" rtl="0" eaLnBrk="1" fontAlgn="auto" latinLnBrk="0" hangingPunct="1">
        <a:lnSpc>
          <a:spcPct val="120000"/>
        </a:lnSpc>
        <a:spcBef>
          <a:spcPts val="0"/>
        </a:spcBef>
        <a:spcAft>
          <a:spcPts val="600"/>
        </a:spcAft>
        <a:buFont typeface="Arial" panose="020B0604020202090204" pitchFamily="34" charset="0"/>
        <a:buChar char="●"/>
        <a:defRPr sz="1600" u="none" strike="noStrike" kern="1200" cap="none" spc="150" normalizeH="0" baseline="0">
          <a:solidFill>
            <a:schemeClr val="tx1">
              <a:lumMod val="65000"/>
              <a:lumOff val="35000"/>
            </a:schemeClr>
          </a:solidFill>
          <a:uFillTx/>
          <a:latin typeface="+mn-lt"/>
          <a:ea typeface="+mn-ea"/>
          <a:cs typeface="黑体-简" panose="02000000000000000000" charset="-122"/>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黑体-简" panose="02000000000000000000" charset="-122"/>
        </a:defRPr>
      </a:lvl4pPr>
      <a:lvl5pPr marL="2057400" indent="-228600" algn="l" defTabSz="914400" rtl="0" eaLnBrk="1" fontAlgn="auto" latinLnBrk="0" hangingPunct="1">
        <a:lnSpc>
          <a:spcPct val="120000"/>
        </a:lnSpc>
        <a:spcBef>
          <a:spcPts val="0"/>
        </a:spcBef>
        <a:spcAft>
          <a:spcPts val="300"/>
        </a:spcAft>
        <a:buFont typeface="Arial" panose="020B0604020202090204" pitchFamily="34" charset="0"/>
        <a:buChar char="•"/>
        <a:defRPr sz="1400" u="none" strike="noStrike" kern="1200" cap="none" spc="150" normalizeH="0" baseline="0">
          <a:solidFill>
            <a:schemeClr val="tx1">
              <a:lumMod val="65000"/>
              <a:lumOff val="35000"/>
            </a:schemeClr>
          </a:solidFill>
          <a:uFillTx/>
          <a:latin typeface="+mn-lt"/>
          <a:ea typeface="+mn-ea"/>
          <a:cs typeface="黑体-简" panose="02000000000000000000" charset="-122"/>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13"/>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4"/>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15"/>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cs typeface="黑体-简" panose="02000000000000000000" charset="-122"/>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16"/>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cs typeface="黑体-简" panose="02000000000000000000" charset="-122"/>
              </a:defRPr>
            </a:lvl1pPr>
          </a:lstStyle>
          <a:p>
            <a:endParaRPr lang="zh-CN" altLang="en-US" dirty="0"/>
          </a:p>
        </p:txBody>
      </p:sp>
      <p:sp>
        <p:nvSpPr>
          <p:cNvPr id="6" name="灯片编号占位符 5"/>
          <p:cNvSpPr>
            <a:spLocks noGrp="1"/>
          </p:cNvSpPr>
          <p:nvPr>
            <p:ph type="sldNum" sz="quarter" idx="4"/>
            <p:custDataLst>
              <p:tags r:id="rId17"/>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cs typeface="黑体-简" panose="02000000000000000000" charset="-122"/>
              </a:defRPr>
            </a:lvl1pPr>
          </a:lstStyle>
          <a:p>
            <a:fld id="{49AE70B2-8BF9-45C0-BB95-33D1B9D3A854}" type="slidenum">
              <a:rPr lang="zh-CN" altLang="en-US" smtClean="0"/>
            </a:fld>
            <a:endParaRPr lang="zh-CN" altLang="en-US" dirty="0"/>
          </a:p>
        </p:txBody>
      </p:sp>
    </p:spTree>
    <p:custDataLst>
      <p:tags r:id="rId18"/>
    </p:custDataLst>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Lst>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mj-ea"/>
          <a:ea typeface="+mj-ea"/>
          <a:cs typeface="黑体-简" panose="02000000000000000000" charset="-122"/>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90204" pitchFamily="34" charset="0"/>
        <a:buChar char="●"/>
        <a:defRPr sz="1800" u="none" strike="noStrike" kern="1200" cap="none" spc="150" normalizeH="0" baseline="0">
          <a:solidFill>
            <a:schemeClr val="tx1">
              <a:lumMod val="65000"/>
              <a:lumOff val="35000"/>
            </a:schemeClr>
          </a:solidFill>
          <a:uFillTx/>
          <a:latin typeface="+mn-lt"/>
          <a:ea typeface="+mn-ea"/>
          <a:cs typeface="黑体-简" panose="02000000000000000000" charset="-122"/>
        </a:defRPr>
      </a:lvl1pPr>
      <a:lvl2pPr marL="685800" indent="-228600" algn="l" defTabSz="914400" rtl="0" eaLnBrk="1" fontAlgn="auto" latinLnBrk="0" hangingPunct="1">
        <a:lnSpc>
          <a:spcPct val="120000"/>
        </a:lnSpc>
        <a:spcBef>
          <a:spcPts val="0"/>
        </a:spcBef>
        <a:spcAft>
          <a:spcPts val="600"/>
        </a:spcAft>
        <a:buFont typeface="Arial" panose="020B060402020209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黑体-简" panose="02000000000000000000" charset="-122"/>
        </a:defRPr>
      </a:lvl2pPr>
      <a:lvl3pPr marL="1143000" indent="-228600" algn="l" defTabSz="914400" rtl="0" eaLnBrk="1" fontAlgn="auto" latinLnBrk="0" hangingPunct="1">
        <a:lnSpc>
          <a:spcPct val="120000"/>
        </a:lnSpc>
        <a:spcBef>
          <a:spcPts val="0"/>
        </a:spcBef>
        <a:spcAft>
          <a:spcPts val="600"/>
        </a:spcAft>
        <a:buFont typeface="Arial" panose="020B0604020202090204" pitchFamily="34" charset="0"/>
        <a:buChar char="●"/>
        <a:defRPr sz="1600" u="none" strike="noStrike" kern="1200" cap="none" spc="150" normalizeH="0" baseline="0">
          <a:solidFill>
            <a:schemeClr val="tx1">
              <a:lumMod val="65000"/>
              <a:lumOff val="35000"/>
            </a:schemeClr>
          </a:solidFill>
          <a:uFillTx/>
          <a:latin typeface="+mn-lt"/>
          <a:ea typeface="+mn-ea"/>
          <a:cs typeface="黑体-简" panose="02000000000000000000" charset="-122"/>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黑体-简" panose="02000000000000000000" charset="-122"/>
        </a:defRPr>
      </a:lvl4pPr>
      <a:lvl5pPr marL="2057400" indent="-228600" algn="l" defTabSz="914400" rtl="0" eaLnBrk="1" fontAlgn="auto" latinLnBrk="0" hangingPunct="1">
        <a:lnSpc>
          <a:spcPct val="120000"/>
        </a:lnSpc>
        <a:spcBef>
          <a:spcPts val="0"/>
        </a:spcBef>
        <a:spcAft>
          <a:spcPts val="300"/>
        </a:spcAft>
        <a:buFont typeface="Arial" panose="020B0604020202090204" pitchFamily="34" charset="0"/>
        <a:buChar char="•"/>
        <a:defRPr sz="1400" u="none" strike="noStrike" kern="1200" cap="none" spc="150" normalizeH="0" baseline="0">
          <a:solidFill>
            <a:schemeClr val="tx1">
              <a:lumMod val="65000"/>
              <a:lumOff val="35000"/>
            </a:schemeClr>
          </a:solidFill>
          <a:uFillTx/>
          <a:latin typeface="+mn-lt"/>
          <a:ea typeface="+mn-ea"/>
          <a:cs typeface="黑体-简" panose="02000000000000000000" charset="-122"/>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4.xml"/><Relationship Id="rId1" Type="http://schemas.openxmlformats.org/officeDocument/2006/relationships/tags" Target="../tags/tag115.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23.xml"/><Relationship Id="rId2" Type="http://schemas.openxmlformats.org/officeDocument/2006/relationships/tags" Target="../tags/tag116.xml"/><Relationship Id="rId1" Type="http://schemas.openxmlformats.org/officeDocument/2006/relationships/image" Target="../media/image6.png"/></Relationships>
</file>

<file path=ppt/slides/_rels/slide3.xml.rels><?xml version="1.0" encoding="UTF-8" standalone="yes"?>
<Relationships xmlns="http://schemas.openxmlformats.org/package/2006/relationships"><Relationship Id="rId9" Type="http://schemas.openxmlformats.org/officeDocument/2006/relationships/image" Target="../media/image7.png"/><Relationship Id="rId8" Type="http://schemas.openxmlformats.org/officeDocument/2006/relationships/tags" Target="../tags/tag124.xml"/><Relationship Id="rId7" Type="http://schemas.openxmlformats.org/officeDocument/2006/relationships/tags" Target="../tags/tag123.xml"/><Relationship Id="rId6" Type="http://schemas.openxmlformats.org/officeDocument/2006/relationships/tags" Target="../tags/tag122.xml"/><Relationship Id="rId5" Type="http://schemas.openxmlformats.org/officeDocument/2006/relationships/tags" Target="../tags/tag121.xml"/><Relationship Id="rId4" Type="http://schemas.openxmlformats.org/officeDocument/2006/relationships/tags" Target="../tags/tag120.xml"/><Relationship Id="rId3" Type="http://schemas.openxmlformats.org/officeDocument/2006/relationships/tags" Target="../tags/tag119.xml"/><Relationship Id="rId29" Type="http://schemas.openxmlformats.org/officeDocument/2006/relationships/slideLayout" Target="../slideLayouts/slideLayout23.xml"/><Relationship Id="rId28" Type="http://schemas.openxmlformats.org/officeDocument/2006/relationships/tags" Target="../tags/tag135.xml"/><Relationship Id="rId27" Type="http://schemas.openxmlformats.org/officeDocument/2006/relationships/image" Target="../media/image15.png"/><Relationship Id="rId26" Type="http://schemas.openxmlformats.org/officeDocument/2006/relationships/image" Target="../media/image14.svg"/><Relationship Id="rId25" Type="http://schemas.openxmlformats.org/officeDocument/2006/relationships/image" Target="../media/image13.png"/><Relationship Id="rId24" Type="http://schemas.openxmlformats.org/officeDocument/2006/relationships/tags" Target="../tags/tag134.xml"/><Relationship Id="rId23" Type="http://schemas.openxmlformats.org/officeDocument/2006/relationships/tags" Target="../tags/tag133.xml"/><Relationship Id="rId22" Type="http://schemas.openxmlformats.org/officeDocument/2006/relationships/tags" Target="../tags/tag132.xml"/><Relationship Id="rId21" Type="http://schemas.openxmlformats.org/officeDocument/2006/relationships/image" Target="../media/image12.svg"/><Relationship Id="rId20" Type="http://schemas.openxmlformats.org/officeDocument/2006/relationships/image" Target="../media/image11.png"/><Relationship Id="rId2" Type="http://schemas.openxmlformats.org/officeDocument/2006/relationships/tags" Target="../tags/tag118.xml"/><Relationship Id="rId19" Type="http://schemas.openxmlformats.org/officeDocument/2006/relationships/tags" Target="../tags/tag131.xml"/><Relationship Id="rId18" Type="http://schemas.openxmlformats.org/officeDocument/2006/relationships/tags" Target="../tags/tag130.xml"/><Relationship Id="rId17" Type="http://schemas.openxmlformats.org/officeDocument/2006/relationships/tags" Target="../tags/tag129.xml"/><Relationship Id="rId16" Type="http://schemas.openxmlformats.org/officeDocument/2006/relationships/image" Target="../media/image10.svg"/><Relationship Id="rId15" Type="http://schemas.openxmlformats.org/officeDocument/2006/relationships/image" Target="../media/image9.png"/><Relationship Id="rId14" Type="http://schemas.openxmlformats.org/officeDocument/2006/relationships/tags" Target="../tags/tag128.xml"/><Relationship Id="rId13" Type="http://schemas.openxmlformats.org/officeDocument/2006/relationships/tags" Target="../tags/tag127.xml"/><Relationship Id="rId12" Type="http://schemas.openxmlformats.org/officeDocument/2006/relationships/tags" Target="../tags/tag126.xml"/><Relationship Id="rId11" Type="http://schemas.openxmlformats.org/officeDocument/2006/relationships/tags" Target="../tags/tag125.xml"/><Relationship Id="rId10" Type="http://schemas.openxmlformats.org/officeDocument/2006/relationships/image" Target="../media/image8.svg"/><Relationship Id="rId1" Type="http://schemas.openxmlformats.org/officeDocument/2006/relationships/tags" Target="../tags/tag117.xml"/></Relationships>
</file>

<file path=ppt/slides/_rels/slide4.xml.rels><?xml version="1.0" encoding="UTF-8" standalone="yes"?>
<Relationships xmlns="http://schemas.openxmlformats.org/package/2006/relationships"><Relationship Id="rId9" Type="http://schemas.openxmlformats.org/officeDocument/2006/relationships/slideLayout" Target="../slideLayouts/slideLayout10.xml"/><Relationship Id="rId8" Type="http://schemas.openxmlformats.org/officeDocument/2006/relationships/tags" Target="../tags/tag137.xml"/><Relationship Id="rId7" Type="http://schemas.openxmlformats.org/officeDocument/2006/relationships/image" Target="../media/image21.svg"/><Relationship Id="rId6" Type="http://schemas.openxmlformats.org/officeDocument/2006/relationships/image" Target="../media/image20.png"/><Relationship Id="rId5" Type="http://schemas.openxmlformats.org/officeDocument/2006/relationships/image" Target="../media/image19.svg"/><Relationship Id="rId4" Type="http://schemas.openxmlformats.org/officeDocument/2006/relationships/image" Target="../media/image18.png"/><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tags" Target="../tags/tag136.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tags" Target="../tags/tag138.xml"/></Relationships>
</file>

<file path=ppt/slides/_rels/slide6.xml.rels><?xml version="1.0" encoding="UTF-8" standalone="yes"?>
<Relationships xmlns="http://schemas.openxmlformats.org/package/2006/relationships"><Relationship Id="rId9" Type="http://schemas.openxmlformats.org/officeDocument/2006/relationships/tags" Target="../tags/tag145.xml"/><Relationship Id="rId8" Type="http://schemas.openxmlformats.org/officeDocument/2006/relationships/tags" Target="../tags/tag144.xml"/><Relationship Id="rId7" Type="http://schemas.openxmlformats.org/officeDocument/2006/relationships/image" Target="../media/image23.svg"/><Relationship Id="rId6" Type="http://schemas.openxmlformats.org/officeDocument/2006/relationships/image" Target="../media/image22.png"/><Relationship Id="rId5" Type="http://schemas.openxmlformats.org/officeDocument/2006/relationships/tags" Target="../tags/tag143.xml"/><Relationship Id="rId4" Type="http://schemas.openxmlformats.org/officeDocument/2006/relationships/tags" Target="../tags/tag142.xml"/><Relationship Id="rId3" Type="http://schemas.openxmlformats.org/officeDocument/2006/relationships/tags" Target="../tags/tag141.xml"/><Relationship Id="rId26" Type="http://schemas.openxmlformats.org/officeDocument/2006/relationships/slideLayout" Target="../slideLayouts/slideLayout10.xml"/><Relationship Id="rId25" Type="http://schemas.openxmlformats.org/officeDocument/2006/relationships/tags" Target="../tags/tag157.xml"/><Relationship Id="rId24" Type="http://schemas.openxmlformats.org/officeDocument/2006/relationships/tags" Target="../tags/tag156.xml"/><Relationship Id="rId23" Type="http://schemas.openxmlformats.org/officeDocument/2006/relationships/image" Target="../media/image27.svg"/><Relationship Id="rId22" Type="http://schemas.openxmlformats.org/officeDocument/2006/relationships/image" Target="../media/image26.png"/><Relationship Id="rId21" Type="http://schemas.openxmlformats.org/officeDocument/2006/relationships/tags" Target="../tags/tag155.xml"/><Relationship Id="rId20" Type="http://schemas.openxmlformats.org/officeDocument/2006/relationships/tags" Target="../tags/tag154.xml"/><Relationship Id="rId2" Type="http://schemas.openxmlformats.org/officeDocument/2006/relationships/tags" Target="../tags/tag140.xml"/><Relationship Id="rId19" Type="http://schemas.openxmlformats.org/officeDocument/2006/relationships/tags" Target="../tags/tag153.xml"/><Relationship Id="rId18" Type="http://schemas.openxmlformats.org/officeDocument/2006/relationships/tags" Target="../tags/tag152.xml"/><Relationship Id="rId17" Type="http://schemas.openxmlformats.org/officeDocument/2006/relationships/tags" Target="../tags/tag151.xml"/><Relationship Id="rId16" Type="http://schemas.openxmlformats.org/officeDocument/2006/relationships/image" Target="../media/image25.svg"/><Relationship Id="rId15" Type="http://schemas.openxmlformats.org/officeDocument/2006/relationships/image" Target="../media/image24.png"/><Relationship Id="rId14" Type="http://schemas.openxmlformats.org/officeDocument/2006/relationships/tags" Target="../tags/tag150.xml"/><Relationship Id="rId13" Type="http://schemas.openxmlformats.org/officeDocument/2006/relationships/tags" Target="../tags/tag149.xml"/><Relationship Id="rId12" Type="http://schemas.openxmlformats.org/officeDocument/2006/relationships/tags" Target="../tags/tag148.xml"/><Relationship Id="rId11" Type="http://schemas.openxmlformats.org/officeDocument/2006/relationships/tags" Target="../tags/tag147.xml"/><Relationship Id="rId10" Type="http://schemas.openxmlformats.org/officeDocument/2006/relationships/tags" Target="../tags/tag146.xml"/><Relationship Id="rId1" Type="http://schemas.openxmlformats.org/officeDocument/2006/relationships/tags" Target="../tags/tag139.xml"/></Relationships>
</file>

<file path=ppt/slides/_rels/slide7.xml.rels><?xml version="1.0" encoding="UTF-8" standalone="yes"?>
<Relationships xmlns="http://schemas.openxmlformats.org/package/2006/relationships"><Relationship Id="rId9" Type="http://schemas.openxmlformats.org/officeDocument/2006/relationships/image" Target="../media/image28.svg"/><Relationship Id="rId8" Type="http://schemas.openxmlformats.org/officeDocument/2006/relationships/image" Target="../media/image22.png"/><Relationship Id="rId7" Type="http://schemas.openxmlformats.org/officeDocument/2006/relationships/tags" Target="../tags/tag164.xml"/><Relationship Id="rId6" Type="http://schemas.openxmlformats.org/officeDocument/2006/relationships/tags" Target="../tags/tag163.xml"/><Relationship Id="rId5" Type="http://schemas.openxmlformats.org/officeDocument/2006/relationships/tags" Target="../tags/tag162.xml"/><Relationship Id="rId4" Type="http://schemas.openxmlformats.org/officeDocument/2006/relationships/tags" Target="../tags/tag161.xml"/><Relationship Id="rId3" Type="http://schemas.openxmlformats.org/officeDocument/2006/relationships/tags" Target="../tags/tag160.xml"/><Relationship Id="rId26" Type="http://schemas.openxmlformats.org/officeDocument/2006/relationships/slideLayout" Target="../slideLayouts/slideLayout10.xml"/><Relationship Id="rId25" Type="http://schemas.openxmlformats.org/officeDocument/2006/relationships/tags" Target="../tags/tag176.xml"/><Relationship Id="rId24" Type="http://schemas.openxmlformats.org/officeDocument/2006/relationships/image" Target="../media/image30.svg"/><Relationship Id="rId23" Type="http://schemas.openxmlformats.org/officeDocument/2006/relationships/image" Target="../media/image24.png"/><Relationship Id="rId22" Type="http://schemas.openxmlformats.org/officeDocument/2006/relationships/tags" Target="../tags/tag175.xml"/><Relationship Id="rId21" Type="http://schemas.openxmlformats.org/officeDocument/2006/relationships/tags" Target="../tags/tag174.xml"/><Relationship Id="rId20" Type="http://schemas.openxmlformats.org/officeDocument/2006/relationships/tags" Target="../tags/tag173.xml"/><Relationship Id="rId2" Type="http://schemas.openxmlformats.org/officeDocument/2006/relationships/tags" Target="../tags/tag159.xml"/><Relationship Id="rId19" Type="http://schemas.openxmlformats.org/officeDocument/2006/relationships/tags" Target="../tags/tag172.xml"/><Relationship Id="rId18" Type="http://schemas.openxmlformats.org/officeDocument/2006/relationships/tags" Target="../tags/tag171.xml"/><Relationship Id="rId17" Type="http://schemas.openxmlformats.org/officeDocument/2006/relationships/image" Target="../media/image29.svg"/><Relationship Id="rId16" Type="http://schemas.openxmlformats.org/officeDocument/2006/relationships/image" Target="../media/image26.png"/><Relationship Id="rId15" Type="http://schemas.openxmlformats.org/officeDocument/2006/relationships/tags" Target="../tags/tag170.xml"/><Relationship Id="rId14" Type="http://schemas.openxmlformats.org/officeDocument/2006/relationships/tags" Target="../tags/tag169.xml"/><Relationship Id="rId13" Type="http://schemas.openxmlformats.org/officeDocument/2006/relationships/tags" Target="../tags/tag168.xml"/><Relationship Id="rId12" Type="http://schemas.openxmlformats.org/officeDocument/2006/relationships/tags" Target="../tags/tag167.xml"/><Relationship Id="rId11" Type="http://schemas.openxmlformats.org/officeDocument/2006/relationships/tags" Target="../tags/tag166.xml"/><Relationship Id="rId10" Type="http://schemas.openxmlformats.org/officeDocument/2006/relationships/tags" Target="../tags/tag165.xml"/><Relationship Id="rId1" Type="http://schemas.openxmlformats.org/officeDocument/2006/relationships/tags" Target="../tags/tag158.xml"/></Relationships>
</file>

<file path=ppt/slides/_rels/slide8.xml.rels><?xml version="1.0" encoding="UTF-8" standalone="yes"?>
<Relationships xmlns="http://schemas.openxmlformats.org/package/2006/relationships"><Relationship Id="rId9" Type="http://schemas.openxmlformats.org/officeDocument/2006/relationships/tags" Target="../tags/tag182.xml"/><Relationship Id="rId8" Type="http://schemas.openxmlformats.org/officeDocument/2006/relationships/tags" Target="../tags/tag181.xml"/><Relationship Id="rId7" Type="http://schemas.openxmlformats.org/officeDocument/2006/relationships/tags" Target="../tags/tag180.xml"/><Relationship Id="rId6" Type="http://schemas.openxmlformats.org/officeDocument/2006/relationships/tags" Target="../tags/tag179.xml"/><Relationship Id="rId50" Type="http://schemas.openxmlformats.org/officeDocument/2006/relationships/slideLayout" Target="../slideLayouts/slideLayout10.xml"/><Relationship Id="rId5" Type="http://schemas.openxmlformats.org/officeDocument/2006/relationships/tags" Target="../tags/tag178.xml"/><Relationship Id="rId49" Type="http://schemas.openxmlformats.org/officeDocument/2006/relationships/tags" Target="../tags/tag222.xml"/><Relationship Id="rId48" Type="http://schemas.openxmlformats.org/officeDocument/2006/relationships/tags" Target="../tags/tag221.xml"/><Relationship Id="rId47" Type="http://schemas.openxmlformats.org/officeDocument/2006/relationships/tags" Target="../tags/tag220.xml"/><Relationship Id="rId46" Type="http://schemas.openxmlformats.org/officeDocument/2006/relationships/tags" Target="../tags/tag219.xml"/><Relationship Id="rId45" Type="http://schemas.openxmlformats.org/officeDocument/2006/relationships/tags" Target="../tags/tag218.xml"/><Relationship Id="rId44" Type="http://schemas.openxmlformats.org/officeDocument/2006/relationships/tags" Target="../tags/tag217.xml"/><Relationship Id="rId43" Type="http://schemas.openxmlformats.org/officeDocument/2006/relationships/tags" Target="../tags/tag216.xml"/><Relationship Id="rId42" Type="http://schemas.openxmlformats.org/officeDocument/2006/relationships/tags" Target="../tags/tag215.xml"/><Relationship Id="rId41" Type="http://schemas.openxmlformats.org/officeDocument/2006/relationships/tags" Target="../tags/tag214.xml"/><Relationship Id="rId40" Type="http://schemas.openxmlformats.org/officeDocument/2006/relationships/tags" Target="../tags/tag213.xml"/><Relationship Id="rId4" Type="http://schemas.openxmlformats.org/officeDocument/2006/relationships/tags" Target="../tags/tag177.xml"/><Relationship Id="rId39" Type="http://schemas.openxmlformats.org/officeDocument/2006/relationships/tags" Target="../tags/tag212.xml"/><Relationship Id="rId38" Type="http://schemas.openxmlformats.org/officeDocument/2006/relationships/tags" Target="../tags/tag211.xml"/><Relationship Id="rId37" Type="http://schemas.openxmlformats.org/officeDocument/2006/relationships/tags" Target="../tags/tag210.xml"/><Relationship Id="rId36" Type="http://schemas.openxmlformats.org/officeDocument/2006/relationships/tags" Target="../tags/tag209.xml"/><Relationship Id="rId35" Type="http://schemas.openxmlformats.org/officeDocument/2006/relationships/tags" Target="../tags/tag208.xml"/><Relationship Id="rId34" Type="http://schemas.openxmlformats.org/officeDocument/2006/relationships/tags" Target="../tags/tag207.xml"/><Relationship Id="rId33" Type="http://schemas.openxmlformats.org/officeDocument/2006/relationships/tags" Target="../tags/tag206.xml"/><Relationship Id="rId32" Type="http://schemas.openxmlformats.org/officeDocument/2006/relationships/tags" Target="../tags/tag205.xml"/><Relationship Id="rId31" Type="http://schemas.openxmlformats.org/officeDocument/2006/relationships/tags" Target="../tags/tag204.xml"/><Relationship Id="rId30" Type="http://schemas.openxmlformats.org/officeDocument/2006/relationships/tags" Target="../tags/tag203.xml"/><Relationship Id="rId3" Type="http://schemas.openxmlformats.org/officeDocument/2006/relationships/image" Target="../media/image33.png"/><Relationship Id="rId29" Type="http://schemas.openxmlformats.org/officeDocument/2006/relationships/tags" Target="../tags/tag202.xml"/><Relationship Id="rId28" Type="http://schemas.openxmlformats.org/officeDocument/2006/relationships/tags" Target="../tags/tag201.xml"/><Relationship Id="rId27" Type="http://schemas.openxmlformats.org/officeDocument/2006/relationships/tags" Target="../tags/tag200.xml"/><Relationship Id="rId26" Type="http://schemas.openxmlformats.org/officeDocument/2006/relationships/tags" Target="../tags/tag199.xml"/><Relationship Id="rId25" Type="http://schemas.openxmlformats.org/officeDocument/2006/relationships/tags" Target="../tags/tag198.xml"/><Relationship Id="rId24" Type="http://schemas.openxmlformats.org/officeDocument/2006/relationships/tags" Target="../tags/tag197.xml"/><Relationship Id="rId23" Type="http://schemas.openxmlformats.org/officeDocument/2006/relationships/tags" Target="../tags/tag196.xml"/><Relationship Id="rId22" Type="http://schemas.openxmlformats.org/officeDocument/2006/relationships/tags" Target="../tags/tag195.xml"/><Relationship Id="rId21" Type="http://schemas.openxmlformats.org/officeDocument/2006/relationships/tags" Target="../tags/tag194.xml"/><Relationship Id="rId20" Type="http://schemas.openxmlformats.org/officeDocument/2006/relationships/tags" Target="../tags/tag193.xml"/><Relationship Id="rId2" Type="http://schemas.openxmlformats.org/officeDocument/2006/relationships/image" Target="../media/image32.png"/><Relationship Id="rId19" Type="http://schemas.openxmlformats.org/officeDocument/2006/relationships/tags" Target="../tags/tag192.xml"/><Relationship Id="rId18" Type="http://schemas.openxmlformats.org/officeDocument/2006/relationships/tags" Target="../tags/tag191.xml"/><Relationship Id="rId17" Type="http://schemas.openxmlformats.org/officeDocument/2006/relationships/tags" Target="../tags/tag190.xml"/><Relationship Id="rId16" Type="http://schemas.openxmlformats.org/officeDocument/2006/relationships/tags" Target="../tags/tag189.xml"/><Relationship Id="rId15" Type="http://schemas.openxmlformats.org/officeDocument/2006/relationships/tags" Target="../tags/tag188.xml"/><Relationship Id="rId14" Type="http://schemas.openxmlformats.org/officeDocument/2006/relationships/tags" Target="../tags/tag187.xml"/><Relationship Id="rId13" Type="http://schemas.openxmlformats.org/officeDocument/2006/relationships/tags" Target="../tags/tag186.xml"/><Relationship Id="rId12" Type="http://schemas.openxmlformats.org/officeDocument/2006/relationships/tags" Target="../tags/tag185.xml"/><Relationship Id="rId11" Type="http://schemas.openxmlformats.org/officeDocument/2006/relationships/tags" Target="../tags/tag184.xml"/><Relationship Id="rId10" Type="http://schemas.openxmlformats.org/officeDocument/2006/relationships/tags" Target="../tags/tag183.xml"/><Relationship Id="rId1" Type="http://schemas.openxmlformats.org/officeDocument/2006/relationships/image" Target="../media/image31.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tags" Target="../tags/tag223.xml"/></Relationships>
</file>

<file path=ppt/slides/_rels/slide10.xml.rels><?xml version="1.0" encoding="UTF-8" standalone="yes"?>
<Relationships xmlns="http://schemas.openxmlformats.org/package/2006/relationships"><Relationship Id="rId4" Type="http://schemas.openxmlformats.org/officeDocument/2006/relationships/slideLayout" Target="../slideLayouts/slideLayout10.xml"/><Relationship Id="rId3" Type="http://schemas.openxmlformats.org/officeDocument/2006/relationships/tags" Target="../tags/tag224.xml"/><Relationship Id="rId2" Type="http://schemas.openxmlformats.org/officeDocument/2006/relationships/image" Target="../media/image35.png"/><Relationship Id="rId1" Type="http://schemas.openxmlformats.org/officeDocument/2006/relationships/image" Target="../media/image34.png"/></Relationships>
</file>

<file path=ppt/slides/_rels/slide11.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tags" Target="../tags/tag225.xml"/><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image" Target="../media/image36.png"/></Relationships>
</file>

<file path=ppt/slides/_rels/slide12.xml.rels><?xml version="1.0" encoding="UTF-8" standalone="yes"?>
<Relationships xmlns="http://schemas.openxmlformats.org/package/2006/relationships"><Relationship Id="rId5" Type="http://schemas.openxmlformats.org/officeDocument/2006/relationships/slideLayout" Target="../slideLayouts/slideLayout10.xml"/><Relationship Id="rId4" Type="http://schemas.openxmlformats.org/officeDocument/2006/relationships/tags" Target="../tags/tag226.xml"/><Relationship Id="rId3" Type="http://schemas.openxmlformats.org/officeDocument/2006/relationships/image" Target="../media/image41.svg"/><Relationship Id="rId2" Type="http://schemas.openxmlformats.org/officeDocument/2006/relationships/image" Target="../media/image40.png"/><Relationship Id="rId1" Type="http://schemas.openxmlformats.org/officeDocument/2006/relationships/image" Target="../media/image39.png"/></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23.xml"/><Relationship Id="rId2" Type="http://schemas.openxmlformats.org/officeDocument/2006/relationships/tags" Target="../tags/tag227.xml"/><Relationship Id="rId1" Type="http://schemas.openxmlformats.org/officeDocument/2006/relationships/image" Target="../media/image4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ctrTitle"/>
          </p:nvPr>
        </p:nvSpPr>
        <p:spPr>
          <a:xfrm>
            <a:off x="1198880" y="2178685"/>
            <a:ext cx="9799320" cy="1833245"/>
          </a:xfrm>
        </p:spPr>
        <p:txBody>
          <a:bodyPr>
            <a:normAutofit fontScale="90000"/>
          </a:bodyPr>
          <a:p>
            <a:r>
              <a:rPr lang="zh-CN" altLang="en-US">
                <a:latin typeface="黑体-简" panose="02000000000000000000" charset="-122"/>
                <a:ea typeface="黑体" panose="02010609060101010101" charset="-122"/>
              </a:rPr>
              <a:t>多模态大模型技术架构与电力巡检应用价值</a:t>
            </a:r>
            <a:endParaRPr lang="zh-CN" altLang="en-US">
              <a:latin typeface="黑体-简" panose="02000000000000000000" charset="-122"/>
              <a:ea typeface="黑体" panose="02010609060101010101" charset="-122"/>
            </a:endParaRPr>
          </a:p>
        </p:txBody>
      </p:sp>
    </p:spTree>
    <p:custDataLst>
      <p:tags r:id="rId1"/>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 name="矩形 23"/>
          <p:cNvSpPr/>
          <p:nvPr/>
        </p:nvSpPr>
        <p:spPr>
          <a:xfrm>
            <a:off x="6323965" y="2358390"/>
            <a:ext cx="5526405" cy="2965450"/>
          </a:xfrm>
          <a:prstGeom prst="rect">
            <a:avLst/>
          </a:prstGeom>
          <a:solidFill>
            <a:srgbClr val="FAFAFA"/>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黑体-简" panose="02000000000000000000" charset="-122"/>
            </a:endParaRPr>
          </a:p>
        </p:txBody>
      </p:sp>
      <p:sp>
        <p:nvSpPr>
          <p:cNvPr id="2" name="标题 1"/>
          <p:cNvSpPr>
            <a:spLocks noGrp="1"/>
          </p:cNvSpPr>
          <p:nvPr>
            <p:ph type="title"/>
          </p:nvPr>
        </p:nvSpPr>
        <p:spPr>
          <a:xfrm>
            <a:off x="0" y="5080"/>
            <a:ext cx="11577320" cy="1158875"/>
          </a:xfrm>
        </p:spPr>
        <p:txBody>
          <a:bodyPr/>
          <a:p>
            <a:r>
              <a:rPr b="0">
                <a:latin typeface="黑体" charset="0"/>
                <a:ea typeface="黑体" charset="0"/>
              </a:rPr>
              <a:t>多模态大模型发展历程与核心特点</a:t>
            </a:r>
            <a:endParaRPr b="0">
              <a:latin typeface="黑体" charset="0"/>
              <a:ea typeface="黑体" charset="0"/>
            </a:endParaRPr>
          </a:p>
        </p:txBody>
      </p:sp>
      <p:sp>
        <p:nvSpPr>
          <p:cNvPr id="3" name="AutoShape 2" descr="https://img-blog.csdnimg.cn/20201212120837670.gif#pic_cente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cs typeface="黑体-简" panose="02000000000000000000" charset="-122"/>
            </a:endParaRPr>
          </a:p>
        </p:txBody>
      </p:sp>
      <p:sp>
        <p:nvSpPr>
          <p:cNvPr id="16" name="AutoShape 2" descr="https://img-blog.csdnimg.cn/20201212120837670.gif#pic_cente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cs typeface="黑体-简" panose="02000000000000000000" charset="-122"/>
            </a:endParaRPr>
          </a:p>
        </p:txBody>
      </p:sp>
      <p:sp>
        <p:nvSpPr>
          <p:cNvPr id="4" name="矩形 3"/>
          <p:cNvSpPr/>
          <p:nvPr/>
        </p:nvSpPr>
        <p:spPr>
          <a:xfrm>
            <a:off x="300355" y="4117975"/>
            <a:ext cx="5229860" cy="2084705"/>
          </a:xfrm>
          <a:prstGeom prst="rect">
            <a:avLst/>
          </a:prstGeom>
          <a:ln>
            <a:solidFill>
              <a:schemeClr val="accent1"/>
            </a:solidFill>
          </a:ln>
        </p:spPr>
        <p:txBody>
          <a:bodyPr wrap="square">
            <a:noAutofit/>
          </a:bodyPr>
          <a:lstStyle/>
          <a:p>
            <a:pPr algn="just"/>
            <a:r>
              <a:rPr lang="en-US" altLang="zh-CN" sz="1400" dirty="0">
                <a:solidFill>
                  <a:schemeClr val="tx1"/>
                </a:solidFill>
                <a:uFillTx/>
                <a:latin typeface="Times New Roman" panose="02020503050405090304" charset="0"/>
                <a:ea typeface="黑体" panose="02010609060101010101" charset="-122"/>
                <a:cs typeface="黑体-简" panose="02000000000000000000" charset="-122"/>
              </a:rPr>
              <a:t>2012</a:t>
            </a:r>
            <a:r>
              <a:rPr lang="zh-CN" altLang="en-US" sz="1400" dirty="0">
                <a:solidFill>
                  <a:schemeClr val="tx1"/>
                </a:solidFill>
                <a:uFillTx/>
                <a:latin typeface="Times New Roman" panose="02020503050405090304" charset="0"/>
                <a:ea typeface="黑体" panose="02010609060101010101" charset="-122"/>
                <a:cs typeface="黑体-简" panose="02000000000000000000" charset="-122"/>
              </a:rPr>
              <a:t>年：</a:t>
            </a:r>
            <a:r>
              <a:rPr lang="en-US" altLang="zh-CN" sz="1400" dirty="0" err="1">
                <a:solidFill>
                  <a:schemeClr val="tx1"/>
                </a:solidFill>
                <a:uFillTx/>
                <a:latin typeface="Times New Roman" panose="02020503050405090304" charset="0"/>
                <a:ea typeface="黑体" panose="02010609060101010101" charset="-122"/>
                <a:cs typeface="黑体-简" panose="02000000000000000000" charset="-122"/>
              </a:rPr>
              <a:t>AlexNet</a:t>
            </a:r>
            <a:r>
              <a:rPr lang="zh-CN" altLang="en-US" sz="1400" dirty="0">
                <a:solidFill>
                  <a:schemeClr val="tx1"/>
                </a:solidFill>
                <a:uFillTx/>
                <a:latin typeface="Times New Roman" panose="02020503050405090304" charset="0"/>
                <a:ea typeface="黑体" panose="02010609060101010101" charset="-122"/>
                <a:cs typeface="黑体-简" panose="02000000000000000000" charset="-122"/>
              </a:rPr>
              <a:t>获得</a:t>
            </a:r>
            <a:r>
              <a:rPr lang="en-US" altLang="zh-CN" sz="1400" dirty="0">
                <a:solidFill>
                  <a:schemeClr val="tx1"/>
                </a:solidFill>
                <a:uFillTx/>
                <a:latin typeface="Times New Roman" panose="02020503050405090304" charset="0"/>
                <a:ea typeface="黑体" panose="02010609060101010101" charset="-122"/>
                <a:cs typeface="黑体-简" panose="02000000000000000000" charset="-122"/>
              </a:rPr>
              <a:t>ImageNet</a:t>
            </a:r>
            <a:r>
              <a:rPr lang="zh-CN" altLang="en-US" sz="1400" dirty="0">
                <a:solidFill>
                  <a:schemeClr val="tx1"/>
                </a:solidFill>
                <a:uFillTx/>
                <a:latin typeface="Times New Roman" panose="02020503050405090304" charset="0"/>
                <a:ea typeface="黑体" panose="02010609060101010101" charset="-122"/>
                <a:cs typeface="黑体-简" panose="02000000000000000000" charset="-122"/>
              </a:rPr>
              <a:t>第一</a:t>
            </a:r>
            <a:endParaRPr lang="en-US" altLang="zh-CN" sz="1400" dirty="0">
              <a:solidFill>
                <a:schemeClr val="tx1"/>
              </a:solidFill>
              <a:uFillTx/>
              <a:latin typeface="Times New Roman" panose="02020503050405090304" charset="0"/>
              <a:ea typeface="黑体" panose="02010609060101010101" charset="-122"/>
              <a:cs typeface="黑体-简" panose="02000000000000000000" charset="-122"/>
            </a:endParaRPr>
          </a:p>
          <a:p>
            <a:pPr algn="just"/>
            <a:endParaRPr lang="en-US" altLang="zh-CN" sz="1400" dirty="0">
              <a:solidFill>
                <a:schemeClr val="tx1"/>
              </a:solidFill>
              <a:uFillTx/>
              <a:latin typeface="Times New Roman" panose="02020503050405090304" charset="0"/>
              <a:ea typeface="黑体" panose="02010609060101010101" charset="-122"/>
              <a:cs typeface="黑体-简" panose="02000000000000000000" charset="-122"/>
            </a:endParaRPr>
          </a:p>
          <a:p>
            <a:pPr algn="just"/>
            <a:r>
              <a:rPr lang="en-US" altLang="zh-CN" sz="1400" dirty="0">
                <a:solidFill>
                  <a:schemeClr val="tx1"/>
                </a:solidFill>
                <a:uFillTx/>
                <a:latin typeface="Times New Roman" panose="02020503050405090304" charset="0"/>
                <a:ea typeface="黑体" panose="02010609060101010101" charset="-122"/>
                <a:cs typeface="黑体-简" panose="02000000000000000000" charset="-122"/>
              </a:rPr>
              <a:t>2015</a:t>
            </a:r>
            <a:r>
              <a:rPr lang="zh-CN" altLang="en-US" sz="1400" dirty="0">
                <a:solidFill>
                  <a:schemeClr val="tx1"/>
                </a:solidFill>
                <a:uFillTx/>
                <a:latin typeface="Times New Roman" panose="02020503050405090304" charset="0"/>
                <a:ea typeface="黑体" panose="02010609060101010101" charset="-122"/>
                <a:cs typeface="黑体-简" panose="02000000000000000000" charset="-122"/>
              </a:rPr>
              <a:t>年：</a:t>
            </a:r>
            <a:r>
              <a:rPr lang="en-US" altLang="zh-CN" sz="1400" dirty="0" err="1">
                <a:solidFill>
                  <a:schemeClr val="tx1"/>
                </a:solidFill>
                <a:uFillTx/>
                <a:latin typeface="Times New Roman" panose="02020503050405090304" charset="0"/>
                <a:ea typeface="黑体" panose="02010609060101010101" charset="-122"/>
                <a:cs typeface="黑体-简" panose="02000000000000000000" charset="-122"/>
              </a:rPr>
              <a:t>ResNet</a:t>
            </a:r>
            <a:r>
              <a:rPr lang="zh-CN" altLang="en-US" sz="1400" dirty="0">
                <a:solidFill>
                  <a:schemeClr val="tx1"/>
                </a:solidFill>
                <a:uFillTx/>
                <a:latin typeface="Times New Roman" panose="02020503050405090304" charset="0"/>
                <a:ea typeface="黑体" panose="02010609060101010101" charset="-122"/>
                <a:cs typeface="黑体-简" panose="02000000000000000000" charset="-122"/>
              </a:rPr>
              <a:t>实现了更深的</a:t>
            </a:r>
            <a:r>
              <a:rPr lang="en-US" altLang="zh-CN" sz="1400" dirty="0">
                <a:solidFill>
                  <a:schemeClr val="tx1"/>
                </a:solidFill>
                <a:uFillTx/>
                <a:latin typeface="Times New Roman" panose="02020503050405090304" charset="0"/>
                <a:ea typeface="黑体" panose="02010609060101010101" charset="-122"/>
                <a:cs typeface="黑体-简" panose="02000000000000000000" charset="-122"/>
              </a:rPr>
              <a:t>CNN</a:t>
            </a:r>
            <a:endParaRPr lang="en-US" altLang="zh-CN" sz="1400" dirty="0">
              <a:solidFill>
                <a:schemeClr val="tx1"/>
              </a:solidFill>
              <a:uFillTx/>
              <a:latin typeface="Times New Roman" panose="02020503050405090304" charset="0"/>
              <a:ea typeface="黑体" panose="02010609060101010101" charset="-122"/>
              <a:cs typeface="黑体-简" panose="02000000000000000000" charset="-122"/>
            </a:endParaRPr>
          </a:p>
          <a:p>
            <a:pPr algn="just"/>
            <a:endParaRPr lang="en-US" altLang="zh-CN" sz="1400" dirty="0">
              <a:solidFill>
                <a:schemeClr val="tx1"/>
              </a:solidFill>
              <a:uFillTx/>
              <a:latin typeface="Times New Roman" panose="02020503050405090304" charset="0"/>
              <a:ea typeface="黑体" panose="02010609060101010101" charset="-122"/>
              <a:cs typeface="黑体-简" panose="02000000000000000000" charset="-122"/>
            </a:endParaRPr>
          </a:p>
          <a:p>
            <a:pPr algn="just"/>
            <a:r>
              <a:rPr lang="en-US" altLang="zh-CN" sz="1400" dirty="0">
                <a:solidFill>
                  <a:schemeClr val="tx1"/>
                </a:solidFill>
                <a:uFillTx/>
                <a:latin typeface="Times New Roman" panose="02020503050405090304" charset="0"/>
                <a:ea typeface="黑体" panose="02010609060101010101" charset="-122"/>
                <a:cs typeface="黑体-简" panose="02000000000000000000" charset="-122"/>
              </a:rPr>
              <a:t>2021</a:t>
            </a:r>
            <a:r>
              <a:rPr lang="zh-CN" altLang="en-US" sz="1400" dirty="0">
                <a:solidFill>
                  <a:schemeClr val="tx1"/>
                </a:solidFill>
                <a:uFillTx/>
                <a:latin typeface="Times New Roman" panose="02020503050405090304" charset="0"/>
                <a:ea typeface="黑体" panose="02010609060101010101" charset="-122"/>
                <a:cs typeface="黑体-简" panose="02000000000000000000" charset="-122"/>
              </a:rPr>
              <a:t>年：</a:t>
            </a:r>
            <a:r>
              <a:rPr lang="en-US" altLang="zh-CN" sz="1400" dirty="0">
                <a:solidFill>
                  <a:schemeClr val="tx1"/>
                </a:solidFill>
                <a:uFillTx/>
                <a:latin typeface="Times New Roman" panose="02020503050405090304" charset="0"/>
                <a:ea typeface="黑体" panose="02010609060101010101" charset="-122"/>
                <a:cs typeface="黑体-简" panose="02000000000000000000" charset="-122"/>
              </a:rPr>
              <a:t>CLIP</a:t>
            </a:r>
            <a:r>
              <a:rPr lang="zh-CN" altLang="en-US" sz="1400" dirty="0">
                <a:solidFill>
                  <a:schemeClr val="tx1"/>
                </a:solidFill>
                <a:uFillTx/>
                <a:latin typeface="Times New Roman" panose="02020503050405090304" charset="0"/>
                <a:ea typeface="黑体" panose="02010609060101010101" charset="-122"/>
                <a:cs typeface="黑体-简" panose="02000000000000000000" charset="-122"/>
              </a:rPr>
              <a:t>实现跨模态表征对齐，表现出惊人的</a:t>
            </a:r>
            <a:r>
              <a:rPr lang="en-US" altLang="zh-CN" sz="1400" dirty="0">
                <a:solidFill>
                  <a:schemeClr val="tx1"/>
                </a:solidFill>
                <a:uFillTx/>
                <a:latin typeface="Times New Roman" panose="02020503050405090304" charset="0"/>
                <a:ea typeface="黑体" panose="02010609060101010101" charset="-122"/>
                <a:cs typeface="黑体-简" panose="02000000000000000000" charset="-122"/>
              </a:rPr>
              <a:t>zero-shot</a:t>
            </a:r>
            <a:r>
              <a:rPr lang="zh-CN" altLang="en-US" sz="1400" dirty="0">
                <a:solidFill>
                  <a:schemeClr val="tx1"/>
                </a:solidFill>
                <a:uFillTx/>
                <a:latin typeface="Times New Roman" panose="02020503050405090304" charset="0"/>
                <a:ea typeface="黑体" panose="02010609060101010101" charset="-122"/>
                <a:cs typeface="黑体-简" panose="02000000000000000000" charset="-122"/>
              </a:rPr>
              <a:t>能力</a:t>
            </a:r>
            <a:endParaRPr lang="en-US" altLang="zh-CN" sz="1400" dirty="0">
              <a:solidFill>
                <a:schemeClr val="tx1"/>
              </a:solidFill>
              <a:uFillTx/>
              <a:latin typeface="Times New Roman" panose="02020503050405090304" charset="0"/>
              <a:ea typeface="黑体" panose="02010609060101010101" charset="-122"/>
              <a:cs typeface="黑体-简" panose="02000000000000000000" charset="-122"/>
            </a:endParaRPr>
          </a:p>
          <a:p>
            <a:pPr algn="just"/>
            <a:endParaRPr lang="en-US" altLang="zh-CN" sz="1400" dirty="0">
              <a:solidFill>
                <a:schemeClr val="tx1"/>
              </a:solidFill>
              <a:uFillTx/>
              <a:latin typeface="Times New Roman" panose="02020503050405090304" charset="0"/>
              <a:ea typeface="黑体" panose="02010609060101010101" charset="-122"/>
              <a:cs typeface="黑体-简" panose="02000000000000000000" charset="-122"/>
            </a:endParaRPr>
          </a:p>
          <a:p>
            <a:pPr algn="just"/>
            <a:r>
              <a:rPr lang="en-US" altLang="zh-CN" sz="1400" dirty="0" smtClean="0">
                <a:solidFill>
                  <a:schemeClr val="tx1"/>
                </a:solidFill>
                <a:uFillTx/>
                <a:latin typeface="Times New Roman" panose="02020503050405090304" charset="0"/>
                <a:ea typeface="黑体" panose="02010609060101010101" charset="-122"/>
                <a:cs typeface="黑体-简" panose="02000000000000000000" charset="-122"/>
              </a:rPr>
              <a:t>2024</a:t>
            </a:r>
            <a:r>
              <a:rPr lang="zh-CN" altLang="en-US" sz="1400" dirty="0" smtClean="0">
                <a:solidFill>
                  <a:schemeClr val="tx1"/>
                </a:solidFill>
                <a:uFillTx/>
                <a:latin typeface="Times New Roman" panose="02020503050405090304" charset="0"/>
                <a:ea typeface="黑体" panose="02010609060101010101" charset="-122"/>
                <a:cs typeface="黑体-简" panose="02000000000000000000" charset="-122"/>
              </a:rPr>
              <a:t>年：</a:t>
            </a:r>
            <a:r>
              <a:rPr lang="zh-CN" altLang="en-US" sz="1400" dirty="0">
                <a:solidFill>
                  <a:schemeClr val="tx1"/>
                </a:solidFill>
                <a:uFillTx/>
                <a:latin typeface="Times New Roman" panose="02020503050405090304" charset="0"/>
                <a:ea typeface="黑体" panose="02010609060101010101" charset="-122"/>
                <a:cs typeface="黑体-简" panose="02000000000000000000" charset="-122"/>
              </a:rPr>
              <a:t>随着</a:t>
            </a:r>
            <a:r>
              <a:rPr lang="en-US" altLang="zh-CN" sz="1400" dirty="0">
                <a:solidFill>
                  <a:schemeClr val="tx1"/>
                </a:solidFill>
                <a:uFillTx/>
                <a:latin typeface="Times New Roman" panose="02020503050405090304" charset="0"/>
                <a:ea typeface="黑体" panose="02010609060101010101" charset="-122"/>
                <a:cs typeface="黑体-简" panose="02000000000000000000" charset="-122"/>
              </a:rPr>
              <a:t>GPT-4o</a:t>
            </a:r>
            <a:r>
              <a:rPr lang="zh-CN" altLang="en-US" sz="1400" dirty="0">
                <a:solidFill>
                  <a:schemeClr val="tx1"/>
                </a:solidFill>
                <a:uFillTx/>
                <a:latin typeface="Times New Roman" panose="02020503050405090304" charset="0"/>
                <a:ea typeface="黑体" panose="02010609060101010101" charset="-122"/>
                <a:cs typeface="黑体-简" panose="02000000000000000000" charset="-122"/>
              </a:rPr>
              <a:t>的发布，</a:t>
            </a:r>
            <a:r>
              <a:rPr lang="en-US" altLang="zh-CN" sz="1400" dirty="0">
                <a:solidFill>
                  <a:schemeClr val="tx1"/>
                </a:solidFill>
                <a:uFillTx/>
                <a:latin typeface="Times New Roman" panose="02020503050405090304" charset="0"/>
                <a:ea typeface="黑体" panose="02010609060101010101" charset="-122"/>
                <a:cs typeface="黑体-简" panose="02000000000000000000" charset="-122"/>
              </a:rPr>
              <a:t>AGI</a:t>
            </a:r>
            <a:r>
              <a:rPr lang="zh-CN" altLang="en-US" sz="1400" dirty="0">
                <a:solidFill>
                  <a:schemeClr val="tx1"/>
                </a:solidFill>
                <a:uFillTx/>
                <a:latin typeface="Times New Roman" panose="02020503050405090304" charset="0"/>
                <a:ea typeface="黑体" panose="02010609060101010101" charset="-122"/>
                <a:cs typeface="黑体-简" panose="02000000000000000000" charset="-122"/>
              </a:rPr>
              <a:t>的发展迈入了以多模态为标志的新里程碑</a:t>
            </a:r>
            <a:r>
              <a:rPr lang="zh-CN" altLang="en-US" sz="1400" dirty="0" smtClean="0">
                <a:solidFill>
                  <a:schemeClr val="tx1"/>
                </a:solidFill>
                <a:uFillTx/>
                <a:latin typeface="Times New Roman" panose="02020503050405090304" charset="0"/>
                <a:ea typeface="黑体" panose="02010609060101010101" charset="-122"/>
                <a:cs typeface="黑体-简" panose="02000000000000000000" charset="-122"/>
              </a:rPr>
              <a:t>阶段</a:t>
            </a:r>
            <a:endParaRPr lang="en-US" altLang="zh-CN" sz="1400" dirty="0" smtClean="0">
              <a:solidFill>
                <a:schemeClr val="tx1"/>
              </a:solidFill>
              <a:uFillTx/>
              <a:latin typeface="Times New Roman" panose="02020503050405090304" charset="0"/>
              <a:ea typeface="黑体" panose="02010609060101010101" charset="-122"/>
              <a:cs typeface="黑体-简" panose="02000000000000000000" charset="-122"/>
            </a:endParaRPr>
          </a:p>
          <a:p>
            <a:pPr algn="just"/>
            <a:endParaRPr lang="en-US" altLang="zh-CN" sz="1400" dirty="0">
              <a:solidFill>
                <a:schemeClr val="tx1"/>
              </a:solidFill>
              <a:uFillTx/>
              <a:latin typeface="Times New Roman" panose="02020503050405090304" charset="0"/>
              <a:ea typeface="黑体" panose="02010609060101010101" charset="-122"/>
              <a:cs typeface="黑体-简" panose="02000000000000000000" charset="-122"/>
            </a:endParaRPr>
          </a:p>
          <a:p>
            <a:pPr algn="just"/>
            <a:endParaRPr lang="zh-CN" altLang="en-US" sz="1400" b="1" dirty="0">
              <a:solidFill>
                <a:srgbClr val="00B050"/>
              </a:solidFill>
              <a:uFillTx/>
              <a:latin typeface="Times New Roman" panose="02020503050405090304" charset="0"/>
              <a:ea typeface="黑体" panose="02010609060101010101" charset="-122"/>
              <a:cs typeface="黑体-简" panose="02000000000000000000" charset="-122"/>
            </a:endParaRPr>
          </a:p>
        </p:txBody>
      </p:sp>
      <p:sp>
        <p:nvSpPr>
          <p:cNvPr id="7" name="文本框 6"/>
          <p:cNvSpPr txBox="1"/>
          <p:nvPr/>
        </p:nvSpPr>
        <p:spPr>
          <a:xfrm>
            <a:off x="299720" y="1558925"/>
            <a:ext cx="5230495" cy="1667510"/>
          </a:xfrm>
          <a:prstGeom prst="rect">
            <a:avLst/>
          </a:prstGeom>
          <a:noFill/>
          <a:ln>
            <a:solidFill>
              <a:schemeClr val="accent1"/>
            </a:solidFill>
          </a:ln>
        </p:spPr>
        <p:txBody>
          <a:bodyPr wrap="square" rtlCol="0" anchor="t">
            <a:noAutofit/>
          </a:bodyPr>
          <a:p>
            <a:pPr marL="285750" indent="-285750">
              <a:buFont typeface="黑体-简" panose="02000000000000000000" charset="-122"/>
              <a:buChar char="•"/>
            </a:pPr>
            <a:r>
              <a:rPr lang="zh-CN" altLang="en-US" sz="1400" dirty="0" smtClean="0">
                <a:latin typeface="黑体" panose="02010609060101010101" charset="-122"/>
                <a:ea typeface="黑体" panose="02010609060101010101" charset="-122"/>
                <a:cs typeface="黑体" panose="02010609060101010101" charset="-122"/>
                <a:sym typeface="+mn-ea"/>
              </a:rPr>
              <a:t>基于海量数据与人类反馈学习，具备强大的世界知识与特征表征能力</a:t>
            </a:r>
            <a:endParaRPr lang="zh-CN" altLang="en-US" sz="1400" dirty="0" smtClean="0">
              <a:latin typeface="黑体" panose="02010609060101010101" charset="-122"/>
              <a:ea typeface="黑体" panose="02010609060101010101" charset="-122"/>
              <a:cs typeface="黑体" panose="02010609060101010101" charset="-122"/>
              <a:sym typeface="+mn-ea"/>
            </a:endParaRPr>
          </a:p>
          <a:p>
            <a:pPr marL="285750" indent="-285750">
              <a:buFont typeface="黑体-简" panose="02000000000000000000" charset="-122"/>
              <a:buChar char="•"/>
            </a:pPr>
            <a:r>
              <a:rPr lang="zh-CN" altLang="en-US" sz="1400" dirty="0" smtClean="0">
                <a:latin typeface="黑体" panose="02010609060101010101" charset="-122"/>
                <a:ea typeface="黑体" panose="02010609060101010101" charset="-122"/>
                <a:cs typeface="黑体" panose="02010609060101010101" charset="-122"/>
                <a:sym typeface="+mn-ea"/>
              </a:rPr>
              <a:t>多模态大模型的能力突破，成为大模型前沿发展的新趋势和焦点</a:t>
            </a:r>
            <a:endParaRPr lang="zh-CN" altLang="en-US" sz="1400" dirty="0" smtClean="0">
              <a:latin typeface="黑体" panose="02010609060101010101" charset="-122"/>
              <a:ea typeface="黑体" panose="02010609060101010101" charset="-122"/>
              <a:cs typeface="黑体" panose="02010609060101010101" charset="-122"/>
              <a:sym typeface="+mn-ea"/>
            </a:endParaRPr>
          </a:p>
          <a:p>
            <a:pPr marL="285750" indent="-285750">
              <a:buFont typeface="黑体-简" panose="02000000000000000000" charset="-122"/>
              <a:buChar char="•"/>
            </a:pPr>
            <a:r>
              <a:rPr lang="zh-CN" altLang="en-US" sz="1400" dirty="0" smtClean="0">
                <a:latin typeface="黑体" panose="02010609060101010101" charset="-122"/>
                <a:ea typeface="黑体" panose="02010609060101010101" charset="-122"/>
                <a:cs typeface="黑体" panose="02010609060101010101" charset="-122"/>
                <a:sym typeface="+mn-ea"/>
              </a:rPr>
              <a:t>极大拓展大模型能力边界和应用场景，智能跃迁的下一个关键引擎</a:t>
            </a:r>
            <a:endParaRPr lang="zh-CN" altLang="en-US" sz="1400" dirty="0" smtClean="0">
              <a:latin typeface="黑体" panose="02010609060101010101" charset="-122"/>
              <a:ea typeface="黑体" panose="02010609060101010101" charset="-122"/>
              <a:cs typeface="黑体" panose="02010609060101010101" charset="-122"/>
              <a:sym typeface="+mn-ea"/>
            </a:endParaRPr>
          </a:p>
          <a:p>
            <a:endParaRPr lang="zh-CN" altLang="en-US" dirty="0" smtClean="0">
              <a:latin typeface="黑体" panose="02010609060101010101" charset="-122"/>
              <a:ea typeface="黑体" panose="02010609060101010101" charset="-122"/>
              <a:cs typeface="黑体" panose="02010609060101010101" charset="-122"/>
              <a:sym typeface="+mn-ea"/>
            </a:endParaRPr>
          </a:p>
          <a:p>
            <a:endParaRPr lang="zh-CN" altLang="en-US" dirty="0" smtClean="0">
              <a:latin typeface="黑体" panose="02010609060101010101" charset="-122"/>
              <a:ea typeface="黑体" panose="02010609060101010101" charset="-122"/>
              <a:cs typeface="黑体" panose="02010609060101010101" charset="-122"/>
              <a:sym typeface="+mn-ea"/>
            </a:endParaRPr>
          </a:p>
        </p:txBody>
      </p:sp>
      <p:sp>
        <p:nvSpPr>
          <p:cNvPr id="20" name="矩形 19"/>
          <p:cNvSpPr/>
          <p:nvPr/>
        </p:nvSpPr>
        <p:spPr>
          <a:xfrm>
            <a:off x="299720" y="1163955"/>
            <a:ext cx="1411605" cy="403860"/>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a:cs typeface="黑体-简" panose="02000000000000000000" charset="-122"/>
              </a:rPr>
              <a:t>主要特点</a:t>
            </a:r>
            <a:endParaRPr lang="zh-CN" altLang="en-US">
              <a:cs typeface="黑体-简" panose="02000000000000000000" charset="-122"/>
            </a:endParaRPr>
          </a:p>
        </p:txBody>
      </p:sp>
      <p:sp>
        <p:nvSpPr>
          <p:cNvPr id="21" name="矩形 20"/>
          <p:cNvSpPr/>
          <p:nvPr/>
        </p:nvSpPr>
        <p:spPr>
          <a:xfrm>
            <a:off x="300355" y="3714115"/>
            <a:ext cx="1411605" cy="403860"/>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a:cs typeface="黑体-简" panose="02000000000000000000" charset="-122"/>
              </a:rPr>
              <a:t>里程碑事件</a:t>
            </a:r>
            <a:endParaRPr lang="zh-CN" altLang="en-US">
              <a:cs typeface="黑体-简" panose="02000000000000000000" charset="-122"/>
            </a:endParaRPr>
          </a:p>
        </p:txBody>
      </p:sp>
      <p:pic>
        <p:nvPicPr>
          <p:cNvPr id="22" name="图片 21"/>
          <p:cNvPicPr>
            <a:picLocks noChangeAspect="1"/>
          </p:cNvPicPr>
          <p:nvPr/>
        </p:nvPicPr>
        <p:blipFill>
          <a:blip r:embed="rId1"/>
          <a:stretch>
            <a:fillRect/>
          </a:stretch>
        </p:blipFill>
        <p:spPr>
          <a:xfrm>
            <a:off x="6490335" y="2739390"/>
            <a:ext cx="3105150" cy="2352675"/>
          </a:xfrm>
          <a:prstGeom prst="rect">
            <a:avLst/>
          </a:prstGeom>
        </p:spPr>
      </p:pic>
      <p:sp>
        <p:nvSpPr>
          <p:cNvPr id="23" name="文本框 22"/>
          <p:cNvSpPr txBox="1"/>
          <p:nvPr/>
        </p:nvSpPr>
        <p:spPr>
          <a:xfrm>
            <a:off x="9656445" y="2898775"/>
            <a:ext cx="2125345" cy="1809750"/>
          </a:xfrm>
          <a:prstGeom prst="rect">
            <a:avLst/>
          </a:prstGeom>
          <a:noFill/>
        </p:spPr>
        <p:txBody>
          <a:bodyPr wrap="square" rtlCol="0">
            <a:noAutofit/>
          </a:bodyPr>
          <a:p>
            <a:r>
              <a:rPr lang="en-US" altLang="zh-CN">
                <a:cs typeface="黑体-简" panose="02000000000000000000" charset="-122"/>
              </a:rPr>
              <a:t>User: What would happen </a:t>
            </a:r>
            <a:r>
              <a:rPr lang="en-US" altLang="zh-CN">
                <a:solidFill>
                  <a:srgbClr val="FF0000"/>
                </a:solidFill>
                <a:cs typeface="黑体-简" panose="02000000000000000000" charset="-122"/>
              </a:rPr>
              <a:t>if the strings were cut?</a:t>
            </a:r>
            <a:endParaRPr lang="en-US" altLang="zh-CN">
              <a:solidFill>
                <a:srgbClr val="FF0000"/>
              </a:solidFill>
              <a:cs typeface="黑体-简" panose="02000000000000000000" charset="-122"/>
            </a:endParaRPr>
          </a:p>
          <a:p>
            <a:endParaRPr lang="en-US" altLang="zh-CN">
              <a:cs typeface="黑体-简" panose="02000000000000000000" charset="-122"/>
            </a:endParaRPr>
          </a:p>
          <a:p>
            <a:r>
              <a:rPr lang="en-US" altLang="zh-CN">
                <a:cs typeface="黑体-简" panose="02000000000000000000" charset="-122"/>
              </a:rPr>
              <a:t>Bot: The balloons would </a:t>
            </a:r>
            <a:r>
              <a:rPr lang="en-US" altLang="zh-CN">
                <a:solidFill>
                  <a:srgbClr val="FF0000"/>
                </a:solidFill>
                <a:cs typeface="黑体-简" panose="02000000000000000000" charset="-122"/>
              </a:rPr>
              <a:t>fly away</a:t>
            </a:r>
            <a:endParaRPr lang="en-US" altLang="zh-CN">
              <a:solidFill>
                <a:srgbClr val="FF0000"/>
              </a:solidFill>
              <a:cs typeface="黑体-简" panose="02000000000000000000" charset="-122"/>
            </a:endParaRPr>
          </a:p>
        </p:txBody>
      </p:sp>
      <p:sp>
        <p:nvSpPr>
          <p:cNvPr id="27" name="矩形 26"/>
          <p:cNvSpPr/>
          <p:nvPr/>
        </p:nvSpPr>
        <p:spPr>
          <a:xfrm>
            <a:off x="6323965" y="1954530"/>
            <a:ext cx="1411605" cy="403860"/>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a:cs typeface="黑体-简" panose="02000000000000000000" charset="-122"/>
              </a:rPr>
              <a:t>多模态能力</a:t>
            </a:r>
            <a:endParaRPr lang="zh-CN" altLang="en-US">
              <a:cs typeface="黑体-简" panose="02000000000000000000" charset="-122"/>
            </a:endParaRPr>
          </a:p>
        </p:txBody>
      </p:sp>
    </p:spTree>
    <p:custDataLst>
      <p:tags r:id="rId2"/>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p:txBody>
          <a:bodyPr/>
          <a:lstStyle/>
          <a:p>
            <a:r>
              <a:rPr lang="zh-CN" altLang="en-US" b="0">
                <a:latin typeface="黑体" charset="0"/>
                <a:ea typeface="黑体" charset="0"/>
              </a:rPr>
              <a:t>多模态大模型的技术架构</a:t>
            </a:r>
            <a:endParaRPr lang="zh-CN" altLang="en-US" b="0">
              <a:latin typeface="黑体" charset="0"/>
              <a:ea typeface="黑体" charset="0"/>
            </a:endParaRPr>
          </a:p>
        </p:txBody>
      </p:sp>
      <p:grpSp>
        <p:nvGrpSpPr>
          <p:cNvPr id="3" name="组合 2"/>
          <p:cNvGrpSpPr/>
          <p:nvPr>
            <p:custDataLst>
              <p:tags r:id="rId2"/>
            </p:custDataLst>
          </p:nvPr>
        </p:nvGrpSpPr>
        <p:grpSpPr>
          <a:xfrm>
            <a:off x="939187" y="3838539"/>
            <a:ext cx="9994975" cy="2681641"/>
            <a:chOff x="2975" y="4089"/>
            <a:chExt cx="13250" cy="5949"/>
          </a:xfrm>
        </p:grpSpPr>
        <p:sp>
          <p:nvSpPr>
            <p:cNvPr id="9" name="对角圆角矩形 8"/>
            <p:cNvSpPr/>
            <p:nvPr>
              <p:custDataLst>
                <p:tags r:id="rId3"/>
              </p:custDataLst>
            </p:nvPr>
          </p:nvSpPr>
          <p:spPr>
            <a:xfrm>
              <a:off x="13114" y="4429"/>
              <a:ext cx="3111" cy="5608"/>
            </a:xfrm>
            <a:prstGeom prst="round2DiagRect">
              <a:avLst>
                <a:gd name="adj1" fmla="val 12858"/>
                <a:gd name="adj2" fmla="val 0"/>
              </a:avLst>
            </a:prstGeom>
            <a:gradFill>
              <a:gsLst>
                <a:gs pos="0">
                  <a:srgbClr val="FFFFFF">
                    <a:alpha val="5000"/>
                  </a:srgbClr>
                </a:gs>
                <a:gs pos="100000">
                  <a:schemeClr val="accent4">
                    <a:alpha val="25000"/>
                  </a:schemeClr>
                </a:gs>
              </a:gsLst>
              <a:lin ang="5400000" scaled="0"/>
            </a:gradFill>
            <a:ln>
              <a:solidFill>
                <a:schemeClr val="accent4">
                  <a:lumMod val="60000"/>
                  <a:lumOff val="40000"/>
                  <a:alpha val="45000"/>
                </a:schemeClr>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tIns="46990" bIns="46990" numCol="1" spcCol="0" rtlCol="0" fromWordArt="0" anchor="ctr" anchorCtr="0" forceAA="0" compatLnSpc="1">
              <a:noAutofit/>
            </a:bodyPr>
            <a:p>
              <a:pPr>
                <a:lnSpc>
                  <a:spcPct val="150000"/>
                </a:lnSpc>
              </a:pPr>
              <a:r>
                <a:rPr lang="zh-CN" altLang="en-US" sz="1300" kern="0" dirty="0">
                  <a:ln>
                    <a:noFill/>
                    <a:prstDash val="sysDot"/>
                  </a:ln>
                  <a:solidFill>
                    <a:schemeClr val="tx1">
                      <a:lumMod val="85000"/>
                      <a:lumOff val="15000"/>
                    </a:schemeClr>
                  </a:solidFill>
                  <a:uFillTx/>
                  <a:latin typeface="Times New Roman" panose="02020503050405090304" charset="0"/>
                  <a:ea typeface="黑体" charset="0"/>
                  <a:cs typeface="黑体" charset="0"/>
                  <a:sym typeface="+mn-ea"/>
                </a:rPr>
                <a:t>输出投影层：将</a:t>
              </a:r>
              <a:r>
                <a:rPr lang="en-US" altLang="zh-CN" sz="1300" kern="0" dirty="0">
                  <a:ln>
                    <a:noFill/>
                    <a:prstDash val="sysDot"/>
                  </a:ln>
                  <a:solidFill>
                    <a:schemeClr val="tx1">
                      <a:lumMod val="85000"/>
                      <a:lumOff val="15000"/>
                    </a:schemeClr>
                  </a:solidFill>
                  <a:uFillTx/>
                  <a:latin typeface="Times New Roman" panose="02020503050405090304" charset="0"/>
                  <a:ea typeface="黑体" charset="0"/>
                  <a:cs typeface="黑体" charset="0"/>
                  <a:sym typeface="+mn-ea"/>
                </a:rPr>
                <a:t>LLM</a:t>
              </a:r>
              <a:r>
                <a:rPr lang="zh-CN" altLang="en-US" sz="1300" kern="0" dirty="0">
                  <a:ln>
                    <a:noFill/>
                    <a:prstDash val="sysDot"/>
                  </a:ln>
                  <a:solidFill>
                    <a:schemeClr val="tx1">
                      <a:lumMod val="85000"/>
                      <a:lumOff val="15000"/>
                    </a:schemeClr>
                  </a:solidFill>
                  <a:uFillTx/>
                  <a:latin typeface="Times New Roman" panose="02020503050405090304" charset="0"/>
                  <a:ea typeface="黑体" charset="0"/>
                  <a:cs typeface="黑体" charset="0"/>
                  <a:sym typeface="+mn-ea"/>
                </a:rPr>
                <a:t>生成的数据，映射成</a:t>
              </a:r>
              <a:r>
                <a:rPr lang="en-US" altLang="zh-CN" sz="1300" kern="0" dirty="0">
                  <a:ln>
                    <a:noFill/>
                    <a:prstDash val="sysDot"/>
                  </a:ln>
                  <a:solidFill>
                    <a:schemeClr val="tx1">
                      <a:lumMod val="85000"/>
                      <a:lumOff val="15000"/>
                    </a:schemeClr>
                  </a:solidFill>
                  <a:uFillTx/>
                  <a:latin typeface="Times New Roman" panose="02020503050405090304" charset="0"/>
                  <a:ea typeface="黑体" charset="0"/>
                  <a:cs typeface="黑体" charset="0"/>
                  <a:sym typeface="+mn-ea"/>
                </a:rPr>
                <a:t>Modality Generator </a:t>
              </a:r>
              <a:r>
                <a:rPr lang="zh-CN" altLang="en-US" sz="1300" kern="0" dirty="0">
                  <a:ln>
                    <a:noFill/>
                    <a:prstDash val="sysDot"/>
                  </a:ln>
                  <a:solidFill>
                    <a:schemeClr val="tx1">
                      <a:lumMod val="85000"/>
                      <a:lumOff val="15000"/>
                    </a:schemeClr>
                  </a:solidFill>
                  <a:uFillTx/>
                  <a:latin typeface="Times New Roman" panose="02020503050405090304" charset="0"/>
                  <a:ea typeface="黑体" charset="0"/>
                  <a:cs typeface="黑体" charset="0"/>
                  <a:sym typeface="+mn-ea"/>
                </a:rPr>
                <a:t>可理解的特征空间，一般是简单的</a:t>
              </a:r>
              <a:r>
                <a:rPr lang="en-US" altLang="zh-CN" sz="1300" kern="0" dirty="0">
                  <a:ln>
                    <a:noFill/>
                    <a:prstDash val="sysDot"/>
                  </a:ln>
                  <a:solidFill>
                    <a:schemeClr val="tx1">
                      <a:lumMod val="85000"/>
                      <a:lumOff val="15000"/>
                    </a:schemeClr>
                  </a:solidFill>
                  <a:uFillTx/>
                  <a:latin typeface="Times New Roman" panose="02020503050405090304" charset="0"/>
                  <a:ea typeface="黑体" charset="0"/>
                  <a:cs typeface="黑体" charset="0"/>
                  <a:sym typeface="+mn-ea"/>
                </a:rPr>
                <a:t>Transformer</a:t>
              </a:r>
              <a:r>
                <a:rPr lang="zh-CN" altLang="en-US" sz="1300" kern="0" dirty="0">
                  <a:ln>
                    <a:noFill/>
                    <a:prstDash val="sysDot"/>
                  </a:ln>
                  <a:solidFill>
                    <a:schemeClr val="tx1">
                      <a:lumMod val="85000"/>
                      <a:lumOff val="15000"/>
                    </a:schemeClr>
                  </a:solidFill>
                  <a:uFillTx/>
                  <a:latin typeface="Times New Roman" panose="02020503050405090304" charset="0"/>
                  <a:ea typeface="黑体" charset="0"/>
                  <a:cs typeface="黑体" charset="0"/>
                  <a:sym typeface="+mn-ea"/>
                </a:rPr>
                <a:t>层或</a:t>
              </a:r>
              <a:r>
                <a:rPr lang="en-US" altLang="zh-CN" sz="1300" kern="0" dirty="0">
                  <a:ln>
                    <a:noFill/>
                    <a:prstDash val="sysDot"/>
                  </a:ln>
                  <a:solidFill>
                    <a:schemeClr val="tx1">
                      <a:lumMod val="85000"/>
                      <a:lumOff val="15000"/>
                    </a:schemeClr>
                  </a:solidFill>
                  <a:uFillTx/>
                  <a:latin typeface="Times New Roman" panose="02020503050405090304" charset="0"/>
                  <a:ea typeface="黑体" charset="0"/>
                  <a:cs typeface="黑体" charset="0"/>
                  <a:sym typeface="+mn-ea"/>
                </a:rPr>
                <a:t>MLP</a:t>
              </a:r>
              <a:r>
                <a:rPr lang="zh-CN" altLang="en-US" sz="1300" kern="0" dirty="0">
                  <a:ln>
                    <a:noFill/>
                    <a:prstDash val="sysDot"/>
                  </a:ln>
                  <a:solidFill>
                    <a:schemeClr val="tx1">
                      <a:lumMod val="85000"/>
                      <a:lumOff val="15000"/>
                    </a:schemeClr>
                  </a:solidFill>
                  <a:uFillTx/>
                  <a:latin typeface="Times New Roman" panose="02020503050405090304" charset="0"/>
                  <a:ea typeface="黑体" charset="0"/>
                  <a:cs typeface="黑体" charset="0"/>
                  <a:sym typeface="+mn-ea"/>
                </a:rPr>
                <a:t>层</a:t>
              </a:r>
              <a:r>
                <a:rPr lang="zh-CN" altLang="en-US" sz="1300" kern="0" dirty="0">
                  <a:ln>
                    <a:noFill/>
                    <a:prstDash val="sysDot"/>
                  </a:ln>
                  <a:solidFill>
                    <a:schemeClr val="tx1">
                      <a:lumMod val="85000"/>
                      <a:lumOff val="15000"/>
                    </a:schemeClr>
                  </a:solidFill>
                  <a:latin typeface="黑体" charset="0"/>
                  <a:ea typeface="黑体" charset="0"/>
                  <a:cs typeface="黑体" charset="0"/>
                  <a:sym typeface="+mn-ea"/>
                </a:rPr>
                <a:t>。</a:t>
              </a:r>
              <a:endParaRPr lang="zh-CN" altLang="en-US" sz="1300" kern="0" dirty="0">
                <a:ln>
                  <a:noFill/>
                  <a:prstDash val="sysDot"/>
                </a:ln>
                <a:solidFill>
                  <a:schemeClr val="tx1">
                    <a:lumMod val="85000"/>
                    <a:lumOff val="15000"/>
                  </a:schemeClr>
                </a:solidFill>
                <a:latin typeface="黑体" charset="0"/>
                <a:ea typeface="黑体" charset="0"/>
                <a:cs typeface="黑体" charset="0"/>
                <a:sym typeface="+mn-ea"/>
              </a:endParaRPr>
            </a:p>
          </p:txBody>
        </p:sp>
        <p:sp>
          <p:nvSpPr>
            <p:cNvPr id="12" name="对角圆角矩形 11"/>
            <p:cNvSpPr/>
            <p:nvPr>
              <p:custDataLst>
                <p:tags r:id="rId4"/>
              </p:custDataLst>
            </p:nvPr>
          </p:nvSpPr>
          <p:spPr>
            <a:xfrm>
              <a:off x="9750" y="4430"/>
              <a:ext cx="3111" cy="5608"/>
            </a:xfrm>
            <a:prstGeom prst="round2DiagRect">
              <a:avLst>
                <a:gd name="adj1" fmla="val 12858"/>
                <a:gd name="adj2" fmla="val 0"/>
              </a:avLst>
            </a:prstGeom>
            <a:gradFill>
              <a:gsLst>
                <a:gs pos="0">
                  <a:srgbClr val="FFFFFF">
                    <a:alpha val="5000"/>
                  </a:srgbClr>
                </a:gs>
                <a:gs pos="100000">
                  <a:schemeClr val="accent3">
                    <a:alpha val="25000"/>
                  </a:schemeClr>
                </a:gs>
              </a:gsLst>
              <a:lin ang="5400000" scaled="0"/>
            </a:gradFill>
            <a:ln>
              <a:solidFill>
                <a:schemeClr val="accent3">
                  <a:lumMod val="60000"/>
                  <a:lumOff val="40000"/>
                  <a:alpha val="45000"/>
                </a:schemeClr>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tIns="46990" bIns="46990" numCol="1" spcCol="0" rtlCol="0" fromWordArt="0" anchor="ctr" anchorCtr="0" forceAA="0" compatLnSpc="1">
              <a:noAutofit/>
            </a:bodyPr>
            <a:p>
              <a:pPr lvl="0" algn="l">
                <a:lnSpc>
                  <a:spcPct val="140000"/>
                </a:lnSpc>
                <a:buClrTx/>
                <a:buSzTx/>
                <a:buFontTx/>
              </a:pPr>
              <a:r>
                <a:rPr lang="en-US" altLang="en-US" sz="1300" kern="0" dirty="0">
                  <a:ln>
                    <a:noFill/>
                    <a:prstDash val="sysDot"/>
                  </a:ln>
                  <a:solidFill>
                    <a:schemeClr val="tx1">
                      <a:lumMod val="85000"/>
                      <a:lumOff val="15000"/>
                    </a:schemeClr>
                  </a:solidFill>
                  <a:uFillTx/>
                  <a:latin typeface="Times New Roman" panose="02020503050405090304" charset="0"/>
                  <a:ea typeface="黑体" charset="0"/>
                  <a:cs typeface="黑体" charset="0"/>
                  <a:sym typeface="+mn-ea"/>
                </a:rPr>
                <a:t>LLM</a:t>
              </a:r>
              <a:r>
                <a:rPr lang="zh-CN" altLang="en-US" sz="1300" kern="0" dirty="0">
                  <a:ln>
                    <a:noFill/>
                    <a:prstDash val="sysDot"/>
                  </a:ln>
                  <a:solidFill>
                    <a:schemeClr val="tx1">
                      <a:lumMod val="85000"/>
                      <a:lumOff val="15000"/>
                    </a:schemeClr>
                  </a:solidFill>
                  <a:uFillTx/>
                  <a:latin typeface="Times New Roman" panose="02020503050405090304" charset="0"/>
                  <a:ea typeface="黑体" charset="0"/>
                  <a:cs typeface="黑体" charset="0"/>
                  <a:sym typeface="+mn-ea"/>
                </a:rPr>
                <a:t>主干网络：</a:t>
              </a:r>
              <a:r>
                <a:rPr lang="en-US" altLang="zh-CN" sz="1300" kern="0" dirty="0">
                  <a:ln>
                    <a:noFill/>
                    <a:prstDash val="sysDot"/>
                  </a:ln>
                  <a:solidFill>
                    <a:schemeClr val="tx1">
                      <a:lumMod val="85000"/>
                      <a:lumOff val="15000"/>
                    </a:schemeClr>
                  </a:solidFill>
                  <a:uFillTx/>
                  <a:latin typeface="Times New Roman" panose="02020503050405090304" charset="0"/>
                  <a:ea typeface="黑体" charset="0"/>
                  <a:cs typeface="黑体" charset="0"/>
                  <a:sym typeface="+mn-ea"/>
                </a:rPr>
                <a:t>LLM</a:t>
              </a:r>
              <a:r>
                <a:rPr lang="zh-CN" altLang="en-US" sz="1300" kern="0" dirty="0">
                  <a:ln>
                    <a:noFill/>
                    <a:prstDash val="sysDot"/>
                  </a:ln>
                  <a:solidFill>
                    <a:schemeClr val="tx1">
                      <a:lumMod val="85000"/>
                      <a:lumOff val="15000"/>
                    </a:schemeClr>
                  </a:solidFill>
                  <a:uFillTx/>
                  <a:latin typeface="Times New Roman" panose="02020503050405090304" charset="0"/>
                  <a:ea typeface="黑体" charset="0"/>
                  <a:cs typeface="黑体" charset="0"/>
                  <a:sym typeface="+mn-ea"/>
                </a:rPr>
                <a:t>是经过预训练的模型，一般还要串联多个模块继续做</a:t>
              </a:r>
              <a:r>
                <a:rPr lang="en-US" altLang="zh-CN" sz="1300" kern="0" dirty="0">
                  <a:ln>
                    <a:noFill/>
                    <a:prstDash val="sysDot"/>
                  </a:ln>
                  <a:solidFill>
                    <a:schemeClr val="tx1">
                      <a:lumMod val="85000"/>
                      <a:lumOff val="15000"/>
                    </a:schemeClr>
                  </a:solidFill>
                  <a:uFillTx/>
                  <a:latin typeface="Times New Roman" panose="02020503050405090304" charset="0"/>
                  <a:ea typeface="黑体" charset="0"/>
                  <a:cs typeface="黑体" charset="0"/>
                  <a:sym typeface="+mn-ea"/>
                </a:rPr>
                <a:t>Post-Pretrain</a:t>
              </a:r>
              <a:r>
                <a:rPr lang="zh-CN" altLang="en-US" sz="1300" kern="0" dirty="0">
                  <a:ln>
                    <a:noFill/>
                    <a:prstDash val="sysDot"/>
                  </a:ln>
                  <a:solidFill>
                    <a:schemeClr val="tx1">
                      <a:lumMod val="85000"/>
                      <a:lumOff val="15000"/>
                    </a:schemeClr>
                  </a:solidFill>
                  <a:uFillTx/>
                  <a:latin typeface="Times New Roman" panose="02020503050405090304" charset="0"/>
                  <a:ea typeface="黑体" charset="0"/>
                  <a:cs typeface="黑体" charset="0"/>
                  <a:sym typeface="+mn-ea"/>
                </a:rPr>
                <a:t>和微调，使得模型能识别多模态的特殊</a:t>
              </a:r>
              <a:r>
                <a:rPr lang="en-US" altLang="zh-CN" sz="1300" kern="0" dirty="0">
                  <a:ln>
                    <a:noFill/>
                    <a:prstDash val="sysDot"/>
                  </a:ln>
                  <a:solidFill>
                    <a:schemeClr val="tx1">
                      <a:lumMod val="85000"/>
                      <a:lumOff val="15000"/>
                    </a:schemeClr>
                  </a:solidFill>
                  <a:uFillTx/>
                  <a:latin typeface="Times New Roman" panose="02020503050405090304" charset="0"/>
                  <a:ea typeface="黑体" charset="0"/>
                  <a:cs typeface="黑体" charset="0"/>
                  <a:sym typeface="+mn-ea"/>
                </a:rPr>
                <a:t>token</a:t>
              </a:r>
              <a:r>
                <a:rPr lang="zh-CN" altLang="en-US" sz="1300" kern="0" dirty="0">
                  <a:ln>
                    <a:noFill/>
                    <a:prstDash val="sysDot"/>
                  </a:ln>
                  <a:solidFill>
                    <a:schemeClr val="tx1">
                      <a:lumMod val="85000"/>
                      <a:lumOff val="15000"/>
                    </a:schemeClr>
                  </a:solidFill>
                  <a:uFillTx/>
                  <a:latin typeface="Times New Roman" panose="02020503050405090304" charset="0"/>
                  <a:ea typeface="黑体" charset="0"/>
                  <a:cs typeface="黑体" charset="0"/>
                  <a:sym typeface="+mn-ea"/>
                </a:rPr>
                <a:t>和多模态的特征输入。</a:t>
              </a:r>
              <a:endParaRPr lang="zh-CN" altLang="en-US" sz="1300" kern="0" dirty="0">
                <a:ln>
                  <a:noFill/>
                  <a:prstDash val="sysDot"/>
                </a:ln>
                <a:solidFill>
                  <a:schemeClr val="tx1">
                    <a:lumMod val="85000"/>
                    <a:lumOff val="15000"/>
                  </a:schemeClr>
                </a:solidFill>
                <a:uFillTx/>
                <a:latin typeface="Times New Roman" panose="02020503050405090304" charset="0"/>
                <a:ea typeface="黑体" charset="0"/>
                <a:cs typeface="黑体" charset="0"/>
                <a:sym typeface="+mn-ea"/>
              </a:endParaRPr>
            </a:p>
          </p:txBody>
        </p:sp>
        <p:sp>
          <p:nvSpPr>
            <p:cNvPr id="13" name="对角圆角矩形 12"/>
            <p:cNvSpPr/>
            <p:nvPr>
              <p:custDataLst>
                <p:tags r:id="rId5"/>
              </p:custDataLst>
            </p:nvPr>
          </p:nvSpPr>
          <p:spPr>
            <a:xfrm>
              <a:off x="2975" y="4429"/>
              <a:ext cx="3111" cy="5608"/>
            </a:xfrm>
            <a:prstGeom prst="round2DiagRect">
              <a:avLst>
                <a:gd name="adj1" fmla="val 12858"/>
                <a:gd name="adj2" fmla="val 0"/>
              </a:avLst>
            </a:prstGeom>
            <a:gradFill>
              <a:gsLst>
                <a:gs pos="0">
                  <a:srgbClr val="FFFFFF">
                    <a:alpha val="5000"/>
                  </a:srgbClr>
                </a:gs>
                <a:gs pos="100000">
                  <a:schemeClr val="accent1">
                    <a:alpha val="25000"/>
                  </a:schemeClr>
                </a:gs>
              </a:gsLst>
              <a:lin ang="5400000" scaled="0"/>
            </a:gradFill>
            <a:ln>
              <a:solidFill>
                <a:schemeClr val="accent1">
                  <a:lumMod val="60000"/>
                  <a:lumOff val="40000"/>
                  <a:alpha val="45000"/>
                </a:schemeClr>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tIns="46990" bIns="46990" numCol="1" spcCol="0" rtlCol="0" fromWordArt="0" anchor="ctr" anchorCtr="0" forceAA="0" compatLnSpc="1">
              <a:noAutofit/>
            </a:bodyPr>
            <a:p>
              <a:pPr lvl="0" algn="l">
                <a:lnSpc>
                  <a:spcPct val="140000"/>
                </a:lnSpc>
                <a:buClrTx/>
                <a:buSzTx/>
                <a:buFontTx/>
              </a:pPr>
              <a:r>
                <a:rPr lang="zh-CN" altLang="en-US" sz="1300" kern="0" dirty="0">
                  <a:ln>
                    <a:noFill/>
                    <a:prstDash val="sysDot"/>
                  </a:ln>
                  <a:solidFill>
                    <a:schemeClr val="tx1">
                      <a:lumMod val="85000"/>
                      <a:lumOff val="15000"/>
                    </a:schemeClr>
                  </a:solidFill>
                  <a:uFillTx/>
                  <a:latin typeface="Times New Roman" panose="02020503050405090304" charset="0"/>
                  <a:ea typeface="黑体" charset="0"/>
                  <a:cs typeface="黑体" charset="0"/>
                  <a:sym typeface="+mn-ea"/>
                </a:rPr>
                <a:t>模态编码器：将多模态的数据编码成向量空间特征，该模块通常是单独进行预训练的，典型的方法有基于</a:t>
              </a:r>
              <a:r>
                <a:rPr lang="en-US" altLang="zh-CN" sz="1300" kern="0" dirty="0">
                  <a:ln>
                    <a:noFill/>
                    <a:prstDash val="sysDot"/>
                  </a:ln>
                  <a:solidFill>
                    <a:schemeClr val="tx1">
                      <a:lumMod val="85000"/>
                      <a:lumOff val="15000"/>
                    </a:schemeClr>
                  </a:solidFill>
                  <a:uFillTx/>
                  <a:latin typeface="Times New Roman" panose="02020503050405090304" charset="0"/>
                  <a:ea typeface="黑体" charset="0"/>
                  <a:cs typeface="黑体" charset="0"/>
                  <a:sym typeface="+mn-ea"/>
                </a:rPr>
                <a:t>CNN</a:t>
              </a:r>
              <a:r>
                <a:rPr lang="zh-CN" altLang="en-US" sz="1300" kern="0" dirty="0">
                  <a:ln>
                    <a:noFill/>
                    <a:prstDash val="sysDot"/>
                  </a:ln>
                  <a:solidFill>
                    <a:schemeClr val="tx1">
                      <a:lumMod val="85000"/>
                      <a:lumOff val="15000"/>
                    </a:schemeClr>
                  </a:solidFill>
                  <a:uFillTx/>
                  <a:latin typeface="Times New Roman" panose="02020503050405090304" charset="0"/>
                  <a:ea typeface="黑体" charset="0"/>
                  <a:cs typeface="黑体" charset="0"/>
                  <a:sym typeface="+mn-ea"/>
                </a:rPr>
                <a:t>的</a:t>
              </a:r>
              <a:r>
                <a:rPr lang="en-US" altLang="zh-CN" sz="1300" kern="0" dirty="0">
                  <a:ln>
                    <a:noFill/>
                    <a:prstDash val="sysDot"/>
                  </a:ln>
                  <a:solidFill>
                    <a:schemeClr val="tx1">
                      <a:lumMod val="85000"/>
                      <a:lumOff val="15000"/>
                    </a:schemeClr>
                  </a:solidFill>
                  <a:uFillTx/>
                  <a:latin typeface="Times New Roman" panose="02020503050405090304" charset="0"/>
                  <a:ea typeface="黑体" charset="0"/>
                  <a:cs typeface="黑体" charset="0"/>
                  <a:sym typeface="+mn-ea"/>
                </a:rPr>
                <a:t>ResNET</a:t>
              </a:r>
              <a:r>
                <a:rPr lang="zh-CN" altLang="en-US" sz="1300" kern="0" dirty="0">
                  <a:ln>
                    <a:noFill/>
                    <a:prstDash val="sysDot"/>
                  </a:ln>
                  <a:solidFill>
                    <a:schemeClr val="tx1">
                      <a:lumMod val="85000"/>
                      <a:lumOff val="15000"/>
                    </a:schemeClr>
                  </a:solidFill>
                  <a:uFillTx/>
                  <a:latin typeface="Times New Roman" panose="02020503050405090304" charset="0"/>
                  <a:ea typeface="黑体" charset="0"/>
                  <a:cs typeface="黑体" charset="0"/>
                  <a:sym typeface="+mn-ea"/>
                </a:rPr>
                <a:t>，基于</a:t>
              </a:r>
              <a:r>
                <a:rPr lang="en-US" altLang="zh-CN" sz="1300" kern="0" dirty="0">
                  <a:ln>
                    <a:noFill/>
                    <a:prstDash val="sysDot"/>
                  </a:ln>
                  <a:solidFill>
                    <a:schemeClr val="tx1">
                      <a:lumMod val="85000"/>
                      <a:lumOff val="15000"/>
                    </a:schemeClr>
                  </a:solidFill>
                  <a:uFillTx/>
                  <a:latin typeface="Times New Roman" panose="02020503050405090304" charset="0"/>
                  <a:ea typeface="黑体" charset="0"/>
                  <a:cs typeface="黑体" charset="0"/>
                  <a:sym typeface="+mn-ea"/>
                </a:rPr>
                <a:t>Transformer</a:t>
              </a:r>
              <a:r>
                <a:rPr lang="zh-CN" altLang="en-US" sz="1300" kern="0" dirty="0">
                  <a:ln>
                    <a:noFill/>
                    <a:prstDash val="sysDot"/>
                  </a:ln>
                  <a:solidFill>
                    <a:schemeClr val="tx1">
                      <a:lumMod val="85000"/>
                      <a:lumOff val="15000"/>
                    </a:schemeClr>
                  </a:solidFill>
                  <a:uFillTx/>
                  <a:latin typeface="Times New Roman" panose="02020503050405090304" charset="0"/>
                  <a:ea typeface="黑体" charset="0"/>
                  <a:cs typeface="黑体" charset="0"/>
                  <a:sym typeface="+mn-ea"/>
                </a:rPr>
                <a:t>的</a:t>
              </a:r>
              <a:r>
                <a:rPr lang="en-US" altLang="zh-CN" sz="1300" kern="0" dirty="0">
                  <a:ln>
                    <a:noFill/>
                    <a:prstDash val="sysDot"/>
                  </a:ln>
                  <a:solidFill>
                    <a:schemeClr val="tx1">
                      <a:lumMod val="85000"/>
                      <a:lumOff val="15000"/>
                    </a:schemeClr>
                  </a:solidFill>
                  <a:uFillTx/>
                  <a:latin typeface="Times New Roman" panose="02020503050405090304" charset="0"/>
                  <a:ea typeface="黑体" charset="0"/>
                  <a:cs typeface="黑体" charset="0"/>
                  <a:sym typeface="+mn-ea"/>
                </a:rPr>
                <a:t>ViT</a:t>
              </a:r>
              <a:r>
                <a:rPr lang="zh-CN" altLang="en-US" sz="1300" kern="0" dirty="0">
                  <a:ln>
                    <a:noFill/>
                    <a:prstDash val="sysDot"/>
                  </a:ln>
                  <a:solidFill>
                    <a:schemeClr val="tx1">
                      <a:lumMod val="85000"/>
                      <a:lumOff val="15000"/>
                    </a:schemeClr>
                  </a:solidFill>
                  <a:uFillTx/>
                  <a:latin typeface="Times New Roman" panose="02020503050405090304" charset="0"/>
                  <a:ea typeface="黑体" charset="0"/>
                  <a:cs typeface="黑体" charset="0"/>
                  <a:sym typeface="+mn-ea"/>
                </a:rPr>
                <a:t>等</a:t>
              </a:r>
              <a:r>
                <a:rPr lang="zh-CN" altLang="en-US" sz="1300" kern="0" dirty="0">
                  <a:ln>
                    <a:noFill/>
                    <a:prstDash val="sysDot"/>
                  </a:ln>
                  <a:solidFill>
                    <a:schemeClr val="tx1">
                      <a:lumMod val="85000"/>
                      <a:lumOff val="15000"/>
                    </a:schemeClr>
                  </a:solidFill>
                  <a:latin typeface="黑体" charset="0"/>
                  <a:ea typeface="黑体" charset="0"/>
                  <a:cs typeface="黑体" charset="0"/>
                  <a:sym typeface="+mn-ea"/>
                </a:rPr>
                <a:t>。</a:t>
              </a:r>
              <a:endParaRPr lang="zh-CN" altLang="en-US" sz="1300" kern="0" dirty="0">
                <a:ln>
                  <a:noFill/>
                  <a:prstDash val="sysDot"/>
                </a:ln>
                <a:solidFill>
                  <a:schemeClr val="tx1">
                    <a:lumMod val="85000"/>
                    <a:lumOff val="15000"/>
                  </a:schemeClr>
                </a:solidFill>
                <a:latin typeface="黑体" charset="0"/>
                <a:ea typeface="黑体" charset="0"/>
                <a:cs typeface="黑体" charset="0"/>
                <a:sym typeface="+mn-ea"/>
              </a:endParaRPr>
            </a:p>
          </p:txBody>
        </p:sp>
        <p:sp>
          <p:nvSpPr>
            <p:cNvPr id="14" name="正文"/>
            <p:cNvSpPr txBox="1"/>
            <p:nvPr>
              <p:custDataLst>
                <p:tags r:id="rId6"/>
              </p:custDataLst>
            </p:nvPr>
          </p:nvSpPr>
          <p:spPr>
            <a:xfrm>
              <a:off x="5099" y="9228"/>
              <a:ext cx="883" cy="749"/>
            </a:xfrm>
            <a:prstGeom prst="rect">
              <a:avLst/>
            </a:prstGeom>
            <a:noFill/>
          </p:spPr>
          <p:txBody>
            <a:bodyPr wrap="none" lIns="0" tIns="0" rIns="0" bIns="107950" rtlCol="0" anchor="ctr" anchorCtr="0">
              <a:normAutofit fontScale="25000"/>
            </a:bodyPr>
            <a:p>
              <a:pPr indent="0" algn="ctr" fontAlgn="auto">
                <a:lnSpc>
                  <a:spcPct val="140000"/>
                </a:lnSpc>
                <a:spcAft>
                  <a:spcPts val="1000"/>
                </a:spcAft>
              </a:pPr>
              <a:r>
                <a:rPr lang="en-US" altLang="zh-CN" sz="4000" b="1" dirty="0">
                  <a:ln>
                    <a:noFill/>
                    <a:prstDash val="sysDot"/>
                  </a:ln>
                  <a:solidFill>
                    <a:schemeClr val="accent1">
                      <a:alpha val="15000"/>
                    </a:schemeClr>
                  </a:solidFill>
                  <a:uFillTx/>
                  <a:latin typeface="黑体" charset="0"/>
                  <a:ea typeface="黑体" charset="0"/>
                  <a:cs typeface="MiSans Normal" panose="00000500000000000000" charset="-122"/>
                  <a:sym typeface="MiSans Normal" panose="00000500000000000000" charset="-122"/>
                </a:rPr>
                <a:t>01</a:t>
              </a:r>
              <a:endParaRPr lang="en-US" altLang="zh-CN" sz="4000" b="1" dirty="0">
                <a:ln>
                  <a:noFill/>
                  <a:prstDash val="sysDot"/>
                </a:ln>
                <a:solidFill>
                  <a:schemeClr val="accent1">
                    <a:alpha val="15000"/>
                  </a:schemeClr>
                </a:solidFill>
                <a:uFillTx/>
                <a:latin typeface="黑体" charset="0"/>
                <a:ea typeface="黑体" charset="0"/>
                <a:cs typeface="MiSans Normal" panose="00000500000000000000" charset="-122"/>
                <a:sym typeface="MiSans Normal" panose="00000500000000000000" charset="-122"/>
              </a:endParaRPr>
            </a:p>
          </p:txBody>
        </p:sp>
        <p:sp>
          <p:nvSpPr>
            <p:cNvPr id="17" name="椭圆 16"/>
            <p:cNvSpPr/>
            <p:nvPr>
              <p:custDataLst>
                <p:tags r:id="rId7"/>
              </p:custDataLst>
            </p:nvPr>
          </p:nvSpPr>
          <p:spPr>
            <a:xfrm>
              <a:off x="4219" y="4099"/>
              <a:ext cx="623" cy="623"/>
            </a:xfrm>
            <a:prstGeom prst="ellipse">
              <a:avLst/>
            </a:prstGeom>
            <a:gradFill>
              <a:gsLst>
                <a:gs pos="0">
                  <a:schemeClr val="accent1">
                    <a:lumMod val="60000"/>
                    <a:lumOff val="40000"/>
                    <a:alpha val="100000"/>
                  </a:schemeClr>
                </a:gs>
                <a:gs pos="100000">
                  <a:schemeClr val="accent1">
                    <a:alpha val="100000"/>
                  </a:schemeClr>
                </a:gs>
              </a:gsLst>
              <a:lin ang="2700000" scaled="0"/>
            </a:gradFill>
            <a:ln>
              <a:noFill/>
            </a:ln>
            <a:effectLst>
              <a:outerShdw blurRad="139700" dist="38100" dir="2700000" algn="tl" rotWithShape="0">
                <a:schemeClr val="accent1">
                  <a:lumMod val="75000"/>
                  <a:alpha val="20000"/>
                </a:scheme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lt1"/>
                </a:solidFill>
                <a:latin typeface="黑体" charset="0"/>
                <a:ea typeface="黑体" charset="0"/>
                <a:cs typeface="黑体-简" panose="02000000000000000000" charset="-122"/>
              </a:endParaRPr>
            </a:p>
          </p:txBody>
        </p:sp>
        <p:pic>
          <p:nvPicPr>
            <p:cNvPr id="19" name="图片 18" descr="333438303937363b333438313039323bcfeec4bfbcc6bbae"/>
            <p:cNvPicPr>
              <a:picLocks noChangeAspect="1"/>
            </p:cNvPicPr>
            <p:nvPr>
              <p:custDataLst>
                <p:tags r:id="rId8"/>
              </p:custDataLst>
            </p:nvPr>
          </p:nvPicPr>
          <p:blipFill>
            <a:blip r:embed="rId9">
              <a:extLst>
                <a:ext uri="{96DAC541-7B7A-43D3-8B79-37D633B846F1}">
                  <asvg:svgBlip xmlns:asvg="http://schemas.microsoft.com/office/drawing/2016/SVG/main" r:embed="rId10"/>
                </a:ext>
              </a:extLst>
            </a:blip>
            <a:stretch>
              <a:fillRect/>
            </a:stretch>
          </p:blipFill>
          <p:spPr>
            <a:xfrm>
              <a:off x="4405" y="4284"/>
              <a:ext cx="253" cy="254"/>
            </a:xfrm>
            <a:prstGeom prst="rect">
              <a:avLst/>
            </a:prstGeom>
          </p:spPr>
        </p:pic>
        <p:sp>
          <p:nvSpPr>
            <p:cNvPr id="22" name="对角圆角矩形 21"/>
            <p:cNvSpPr/>
            <p:nvPr>
              <p:custDataLst>
                <p:tags r:id="rId11"/>
              </p:custDataLst>
            </p:nvPr>
          </p:nvSpPr>
          <p:spPr>
            <a:xfrm>
              <a:off x="6349" y="4429"/>
              <a:ext cx="3111" cy="5608"/>
            </a:xfrm>
            <a:prstGeom prst="round2DiagRect">
              <a:avLst>
                <a:gd name="adj1" fmla="val 12858"/>
                <a:gd name="adj2" fmla="val 0"/>
              </a:avLst>
            </a:prstGeom>
            <a:gradFill>
              <a:gsLst>
                <a:gs pos="0">
                  <a:srgbClr val="FFFFFF">
                    <a:alpha val="5000"/>
                  </a:srgbClr>
                </a:gs>
                <a:gs pos="100000">
                  <a:schemeClr val="accent2">
                    <a:alpha val="25000"/>
                  </a:schemeClr>
                </a:gs>
              </a:gsLst>
              <a:lin ang="5400000" scaled="0"/>
            </a:gradFill>
            <a:ln>
              <a:solidFill>
                <a:schemeClr val="accent2">
                  <a:lumMod val="60000"/>
                  <a:lumOff val="40000"/>
                  <a:alpha val="45000"/>
                </a:schemeClr>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tIns="46990" bIns="46990" numCol="1" spcCol="0" rtlCol="0" fromWordArt="0" anchor="ctr" anchorCtr="0" forceAA="0" compatLnSpc="1">
              <a:noAutofit/>
            </a:bodyPr>
            <a:p>
              <a:pPr>
                <a:lnSpc>
                  <a:spcPct val="150000"/>
                </a:lnSpc>
              </a:pPr>
              <a:r>
                <a:rPr lang="zh-CN" altLang="en-US" sz="1300" kern="0" dirty="0">
                  <a:ln>
                    <a:noFill/>
                    <a:prstDash val="sysDot"/>
                  </a:ln>
                  <a:solidFill>
                    <a:schemeClr val="tx1">
                      <a:lumMod val="85000"/>
                      <a:lumOff val="15000"/>
                    </a:schemeClr>
                  </a:solidFill>
                  <a:uFillTx/>
                  <a:latin typeface="Times New Roman" panose="02020503050405090304" charset="0"/>
                  <a:ea typeface="黑体" charset="0"/>
                  <a:cs typeface="黑体" charset="0"/>
                  <a:sym typeface="+mn-ea"/>
                </a:rPr>
                <a:t>输入投影层：将模态编码器的输出映射到</a:t>
              </a:r>
              <a:r>
                <a:rPr lang="en-US" altLang="zh-CN" sz="1300" kern="0" dirty="0">
                  <a:ln>
                    <a:noFill/>
                    <a:prstDash val="sysDot"/>
                  </a:ln>
                  <a:solidFill>
                    <a:schemeClr val="tx1">
                      <a:lumMod val="85000"/>
                      <a:lumOff val="15000"/>
                    </a:schemeClr>
                  </a:solidFill>
                  <a:uFillTx/>
                  <a:latin typeface="Times New Roman" panose="02020503050405090304" charset="0"/>
                  <a:ea typeface="黑体" charset="0"/>
                  <a:cs typeface="黑体" charset="0"/>
                  <a:sym typeface="+mn-ea"/>
                </a:rPr>
                <a:t>LLM</a:t>
              </a:r>
              <a:r>
                <a:rPr lang="zh-CN" altLang="en-US" sz="1300" kern="0" dirty="0">
                  <a:ln>
                    <a:noFill/>
                    <a:prstDash val="sysDot"/>
                  </a:ln>
                  <a:solidFill>
                    <a:schemeClr val="tx1">
                      <a:lumMod val="85000"/>
                      <a:lumOff val="15000"/>
                    </a:schemeClr>
                  </a:solidFill>
                  <a:uFillTx/>
                  <a:latin typeface="Times New Roman" panose="02020503050405090304" charset="0"/>
                  <a:ea typeface="黑体" charset="0"/>
                  <a:cs typeface="黑体" charset="0"/>
                  <a:sym typeface="+mn-ea"/>
                </a:rPr>
                <a:t>的输入特征空间的适配层，一般模型结构比较简单，不同的多模态模型一般是随机初始化该模块的参数做冷启训练。典型的网络层：</a:t>
              </a:r>
              <a:r>
                <a:rPr lang="en-US" altLang="zh-CN" sz="1300" kern="0" dirty="0">
                  <a:ln>
                    <a:noFill/>
                    <a:prstDash val="sysDot"/>
                  </a:ln>
                  <a:solidFill>
                    <a:schemeClr val="tx1">
                      <a:lumMod val="85000"/>
                      <a:lumOff val="15000"/>
                    </a:schemeClr>
                  </a:solidFill>
                  <a:uFillTx/>
                  <a:latin typeface="Times New Roman" panose="02020503050405090304" charset="0"/>
                  <a:ea typeface="黑体" charset="0"/>
                  <a:cs typeface="黑体" charset="0"/>
                  <a:sym typeface="+mn-ea"/>
                </a:rPr>
                <a:t>MLP</a:t>
              </a:r>
              <a:r>
                <a:rPr lang="zh-CN" altLang="en-US" sz="1300" kern="0" dirty="0">
                  <a:ln>
                    <a:noFill/>
                    <a:prstDash val="sysDot"/>
                  </a:ln>
                  <a:solidFill>
                    <a:schemeClr val="tx1">
                      <a:lumMod val="85000"/>
                      <a:lumOff val="15000"/>
                    </a:schemeClr>
                  </a:solidFill>
                  <a:uFillTx/>
                  <a:latin typeface="Times New Roman" panose="02020503050405090304" charset="0"/>
                  <a:ea typeface="黑体" charset="0"/>
                  <a:cs typeface="黑体" charset="0"/>
                  <a:sym typeface="+mn-ea"/>
                </a:rPr>
                <a:t>，</a:t>
              </a:r>
              <a:r>
                <a:rPr lang="en-US" altLang="zh-CN" sz="1300" kern="0" dirty="0">
                  <a:ln>
                    <a:noFill/>
                    <a:prstDash val="sysDot"/>
                  </a:ln>
                  <a:solidFill>
                    <a:schemeClr val="tx1">
                      <a:lumMod val="85000"/>
                      <a:lumOff val="15000"/>
                    </a:schemeClr>
                  </a:solidFill>
                  <a:uFillTx/>
                  <a:latin typeface="Times New Roman" panose="02020503050405090304" charset="0"/>
                  <a:ea typeface="黑体" charset="0"/>
                  <a:cs typeface="黑体" charset="0"/>
                  <a:sym typeface="+mn-ea"/>
                </a:rPr>
                <a:t>Cross-Attention</a:t>
              </a:r>
              <a:r>
                <a:rPr lang="zh-CN" altLang="en-US" sz="1300" kern="0" dirty="0">
                  <a:ln>
                    <a:noFill/>
                    <a:prstDash val="sysDot"/>
                  </a:ln>
                  <a:solidFill>
                    <a:schemeClr val="tx1">
                      <a:lumMod val="85000"/>
                      <a:lumOff val="15000"/>
                    </a:schemeClr>
                  </a:solidFill>
                  <a:uFillTx/>
                  <a:latin typeface="Times New Roman" panose="02020503050405090304" charset="0"/>
                  <a:ea typeface="黑体" charset="0"/>
                  <a:cs typeface="黑体" charset="0"/>
                  <a:sym typeface="+mn-ea"/>
                </a:rPr>
                <a:t>等</a:t>
              </a:r>
              <a:endParaRPr lang="zh-CN" altLang="en-US" sz="1300" kern="0" dirty="0">
                <a:ln>
                  <a:noFill/>
                  <a:prstDash val="sysDot"/>
                </a:ln>
                <a:solidFill>
                  <a:schemeClr val="tx1">
                    <a:lumMod val="85000"/>
                    <a:lumOff val="15000"/>
                  </a:schemeClr>
                </a:solidFill>
                <a:uFillTx/>
                <a:latin typeface="Times New Roman" panose="02020503050405090304" charset="0"/>
                <a:ea typeface="黑体" charset="0"/>
                <a:cs typeface="黑体" charset="0"/>
                <a:sym typeface="+mn-ea"/>
              </a:endParaRPr>
            </a:p>
          </p:txBody>
        </p:sp>
        <p:sp>
          <p:nvSpPr>
            <p:cNvPr id="23" name="正文"/>
            <p:cNvSpPr txBox="1"/>
            <p:nvPr>
              <p:custDataLst>
                <p:tags r:id="rId12"/>
              </p:custDataLst>
            </p:nvPr>
          </p:nvSpPr>
          <p:spPr>
            <a:xfrm>
              <a:off x="8449" y="9228"/>
              <a:ext cx="883" cy="749"/>
            </a:xfrm>
            <a:prstGeom prst="rect">
              <a:avLst/>
            </a:prstGeom>
            <a:noFill/>
          </p:spPr>
          <p:txBody>
            <a:bodyPr wrap="none" lIns="0" tIns="0" rIns="0" bIns="107950" rtlCol="0" anchor="ctr" anchorCtr="0">
              <a:normAutofit fontScale="25000"/>
            </a:bodyPr>
            <a:p>
              <a:pPr indent="0" algn="ctr" fontAlgn="auto">
                <a:lnSpc>
                  <a:spcPct val="140000"/>
                </a:lnSpc>
                <a:spcAft>
                  <a:spcPts val="1000"/>
                </a:spcAft>
              </a:pPr>
              <a:r>
                <a:rPr lang="en-US" altLang="zh-CN" sz="4000" b="1" dirty="0">
                  <a:ln>
                    <a:noFill/>
                    <a:prstDash val="sysDot"/>
                  </a:ln>
                  <a:solidFill>
                    <a:schemeClr val="accent2">
                      <a:alpha val="15000"/>
                    </a:schemeClr>
                  </a:solidFill>
                  <a:uFillTx/>
                  <a:latin typeface="黑体" charset="0"/>
                  <a:ea typeface="黑体" charset="0"/>
                  <a:cs typeface="MiSans Normal" panose="00000500000000000000" charset="-122"/>
                  <a:sym typeface="MiSans Normal" panose="00000500000000000000" charset="-122"/>
                </a:rPr>
                <a:t>02</a:t>
              </a:r>
              <a:endParaRPr lang="en-US" altLang="zh-CN" sz="4000" b="1" dirty="0">
                <a:ln>
                  <a:noFill/>
                  <a:prstDash val="sysDot"/>
                </a:ln>
                <a:solidFill>
                  <a:schemeClr val="accent2">
                    <a:alpha val="15000"/>
                  </a:schemeClr>
                </a:solidFill>
                <a:uFillTx/>
                <a:latin typeface="黑体" charset="0"/>
                <a:ea typeface="黑体" charset="0"/>
                <a:cs typeface="MiSans Normal" panose="00000500000000000000" charset="-122"/>
                <a:sym typeface="MiSans Normal" panose="00000500000000000000" charset="-122"/>
              </a:endParaRPr>
            </a:p>
          </p:txBody>
        </p:sp>
        <p:sp>
          <p:nvSpPr>
            <p:cNvPr id="28" name="椭圆 27"/>
            <p:cNvSpPr/>
            <p:nvPr>
              <p:custDataLst>
                <p:tags r:id="rId13"/>
              </p:custDataLst>
            </p:nvPr>
          </p:nvSpPr>
          <p:spPr>
            <a:xfrm>
              <a:off x="7594" y="4089"/>
              <a:ext cx="623" cy="623"/>
            </a:xfrm>
            <a:prstGeom prst="ellipse">
              <a:avLst/>
            </a:prstGeom>
            <a:gradFill>
              <a:gsLst>
                <a:gs pos="0">
                  <a:schemeClr val="accent2">
                    <a:lumMod val="60000"/>
                    <a:lumOff val="40000"/>
                    <a:alpha val="100000"/>
                  </a:schemeClr>
                </a:gs>
                <a:gs pos="100000">
                  <a:schemeClr val="accent2">
                    <a:alpha val="100000"/>
                  </a:schemeClr>
                </a:gs>
              </a:gsLst>
              <a:lin ang="2700000" scaled="0"/>
            </a:gradFill>
            <a:ln>
              <a:noFill/>
            </a:ln>
            <a:effectLst>
              <a:outerShdw blurRad="139700" dist="38100" dir="2700000" algn="tl" rotWithShape="0">
                <a:schemeClr val="accent2">
                  <a:lumMod val="75000"/>
                  <a:alpha val="20000"/>
                </a:scheme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lt1"/>
                </a:solidFill>
                <a:latin typeface="黑体" charset="0"/>
                <a:ea typeface="黑体" charset="0"/>
                <a:cs typeface="黑体-简" panose="02000000000000000000" charset="-122"/>
              </a:endParaRPr>
            </a:p>
          </p:txBody>
        </p:sp>
        <p:pic>
          <p:nvPicPr>
            <p:cNvPr id="29" name="图片 28" descr="333438303937363b333438313038303bd7e9d6afbcdcb9b9"/>
            <p:cNvPicPr>
              <a:picLocks noChangeAspect="1"/>
            </p:cNvPicPr>
            <p:nvPr>
              <p:custDataLst>
                <p:tags r:id="rId14"/>
              </p:custDataLst>
            </p:nvPr>
          </p:nvPicPr>
          <p:blipFill>
            <a:blip r:embed="rId15">
              <a:extLst>
                <a:ext uri="{96DAC541-7B7A-43D3-8B79-37D633B846F1}">
                  <asvg:svgBlip xmlns:asvg="http://schemas.microsoft.com/office/drawing/2016/SVG/main" r:embed="rId16"/>
                </a:ext>
              </a:extLst>
            </a:blip>
            <a:stretch>
              <a:fillRect/>
            </a:stretch>
          </p:blipFill>
          <p:spPr>
            <a:xfrm>
              <a:off x="7764" y="4259"/>
              <a:ext cx="283" cy="284"/>
            </a:xfrm>
            <a:prstGeom prst="rect">
              <a:avLst/>
            </a:prstGeom>
          </p:spPr>
        </p:pic>
        <p:sp>
          <p:nvSpPr>
            <p:cNvPr id="30" name="正文"/>
            <p:cNvSpPr txBox="1"/>
            <p:nvPr>
              <p:custDataLst>
                <p:tags r:id="rId17"/>
              </p:custDataLst>
            </p:nvPr>
          </p:nvSpPr>
          <p:spPr>
            <a:xfrm>
              <a:off x="15247" y="9228"/>
              <a:ext cx="883" cy="749"/>
            </a:xfrm>
            <a:prstGeom prst="rect">
              <a:avLst/>
            </a:prstGeom>
            <a:noFill/>
          </p:spPr>
          <p:txBody>
            <a:bodyPr wrap="none" lIns="0" tIns="0" rIns="0" bIns="107950" rtlCol="0" anchor="ctr" anchorCtr="0">
              <a:normAutofit fontScale="25000"/>
            </a:bodyPr>
            <a:p>
              <a:pPr indent="0" algn="ctr" fontAlgn="auto">
                <a:lnSpc>
                  <a:spcPct val="140000"/>
                </a:lnSpc>
                <a:spcAft>
                  <a:spcPts val="1000"/>
                </a:spcAft>
              </a:pPr>
              <a:r>
                <a:rPr lang="en-US" altLang="zh-CN" sz="4000" b="1" dirty="0">
                  <a:ln>
                    <a:noFill/>
                    <a:prstDash val="sysDot"/>
                  </a:ln>
                  <a:solidFill>
                    <a:schemeClr val="accent4">
                      <a:alpha val="15000"/>
                    </a:schemeClr>
                  </a:solidFill>
                  <a:uFillTx/>
                  <a:latin typeface="黑体" charset="0"/>
                  <a:ea typeface="黑体" charset="0"/>
                  <a:cs typeface="MiSans Normal" panose="00000500000000000000" charset="-122"/>
                  <a:sym typeface="MiSans Normal" panose="00000500000000000000" charset="-122"/>
                </a:rPr>
                <a:t>04</a:t>
              </a:r>
              <a:endParaRPr lang="en-US" altLang="zh-CN" sz="4000" b="1" dirty="0">
                <a:ln>
                  <a:noFill/>
                  <a:prstDash val="sysDot"/>
                </a:ln>
                <a:solidFill>
                  <a:schemeClr val="accent4">
                    <a:alpha val="15000"/>
                  </a:schemeClr>
                </a:solidFill>
                <a:uFillTx/>
                <a:latin typeface="黑体" charset="0"/>
                <a:ea typeface="黑体" charset="0"/>
                <a:cs typeface="MiSans Normal" panose="00000500000000000000" charset="-122"/>
                <a:sym typeface="MiSans Normal" panose="00000500000000000000" charset="-122"/>
              </a:endParaRPr>
            </a:p>
          </p:txBody>
        </p:sp>
        <p:sp>
          <p:nvSpPr>
            <p:cNvPr id="35" name="椭圆 34"/>
            <p:cNvSpPr/>
            <p:nvPr>
              <p:custDataLst>
                <p:tags r:id="rId18"/>
              </p:custDataLst>
            </p:nvPr>
          </p:nvSpPr>
          <p:spPr>
            <a:xfrm>
              <a:off x="10987" y="4106"/>
              <a:ext cx="623" cy="623"/>
            </a:xfrm>
            <a:prstGeom prst="ellipse">
              <a:avLst/>
            </a:prstGeom>
            <a:gradFill>
              <a:gsLst>
                <a:gs pos="0">
                  <a:schemeClr val="accent3">
                    <a:lumMod val="60000"/>
                    <a:lumOff val="40000"/>
                    <a:alpha val="100000"/>
                  </a:schemeClr>
                </a:gs>
                <a:gs pos="100000">
                  <a:schemeClr val="accent3">
                    <a:alpha val="100000"/>
                  </a:schemeClr>
                </a:gs>
              </a:gsLst>
              <a:lin ang="2700000" scaled="0"/>
            </a:gradFill>
            <a:ln>
              <a:noFill/>
            </a:ln>
            <a:effectLst>
              <a:outerShdw blurRad="139700" dist="38100" dir="2700000" algn="tl" rotWithShape="0">
                <a:schemeClr val="accent3">
                  <a:lumMod val="75000"/>
                  <a:alpha val="20000"/>
                </a:scheme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lt1"/>
                </a:solidFill>
                <a:latin typeface="黑体" charset="0"/>
                <a:ea typeface="黑体" charset="0"/>
                <a:cs typeface="黑体-简" panose="02000000000000000000" charset="-122"/>
              </a:endParaRPr>
            </a:p>
          </p:txBody>
        </p:sp>
        <p:pic>
          <p:nvPicPr>
            <p:cNvPr id="36" name="图片 35" descr="333438303937363b333438313037333bcad0b3a1bebad5f9"/>
            <p:cNvPicPr>
              <a:picLocks noChangeAspect="1"/>
            </p:cNvPicPr>
            <p:nvPr>
              <p:custDataLst>
                <p:tags r:id="rId19"/>
              </p:custDataLst>
            </p:nvPr>
          </p:nvPicPr>
          <p:blipFill>
            <a:blip r:embed="rId20">
              <a:extLst>
                <a:ext uri="{96DAC541-7B7A-43D3-8B79-37D633B846F1}">
                  <asvg:svgBlip xmlns:asvg="http://schemas.microsoft.com/office/drawing/2016/SVG/main" r:embed="rId21"/>
                </a:ext>
              </a:extLst>
            </a:blip>
            <a:stretch>
              <a:fillRect/>
            </a:stretch>
          </p:blipFill>
          <p:spPr>
            <a:xfrm>
              <a:off x="11156" y="4276"/>
              <a:ext cx="283" cy="284"/>
            </a:xfrm>
            <a:prstGeom prst="rect">
              <a:avLst/>
            </a:prstGeom>
          </p:spPr>
        </p:pic>
        <p:sp>
          <p:nvSpPr>
            <p:cNvPr id="37" name="正文"/>
            <p:cNvSpPr txBox="1"/>
            <p:nvPr>
              <p:custDataLst>
                <p:tags r:id="rId22"/>
              </p:custDataLst>
            </p:nvPr>
          </p:nvSpPr>
          <p:spPr>
            <a:xfrm>
              <a:off x="11875" y="9228"/>
              <a:ext cx="883" cy="749"/>
            </a:xfrm>
            <a:prstGeom prst="rect">
              <a:avLst/>
            </a:prstGeom>
            <a:noFill/>
          </p:spPr>
          <p:txBody>
            <a:bodyPr wrap="none" lIns="0" tIns="0" rIns="0" bIns="107950" rtlCol="0" anchor="ctr" anchorCtr="0">
              <a:normAutofit fontScale="25000"/>
            </a:bodyPr>
            <a:p>
              <a:pPr indent="0" algn="ctr" fontAlgn="auto">
                <a:lnSpc>
                  <a:spcPct val="140000"/>
                </a:lnSpc>
                <a:spcAft>
                  <a:spcPts val="1000"/>
                </a:spcAft>
              </a:pPr>
              <a:r>
                <a:rPr lang="en-US" altLang="zh-CN" sz="4000" b="1" dirty="0">
                  <a:ln>
                    <a:noFill/>
                    <a:prstDash val="sysDot"/>
                  </a:ln>
                  <a:solidFill>
                    <a:schemeClr val="accent3">
                      <a:alpha val="15000"/>
                    </a:schemeClr>
                  </a:solidFill>
                  <a:uFillTx/>
                  <a:latin typeface="黑体" charset="0"/>
                  <a:ea typeface="黑体" charset="0"/>
                  <a:cs typeface="MiSans Normal" panose="00000500000000000000" charset="-122"/>
                  <a:sym typeface="MiSans Normal" panose="00000500000000000000" charset="-122"/>
                </a:rPr>
                <a:t>03</a:t>
              </a:r>
              <a:endParaRPr lang="en-US" altLang="zh-CN" sz="4000" b="1" dirty="0">
                <a:ln>
                  <a:noFill/>
                  <a:prstDash val="sysDot"/>
                </a:ln>
                <a:solidFill>
                  <a:schemeClr val="accent3">
                    <a:alpha val="15000"/>
                  </a:schemeClr>
                </a:solidFill>
                <a:uFillTx/>
                <a:latin typeface="黑体" charset="0"/>
                <a:ea typeface="黑体" charset="0"/>
                <a:cs typeface="MiSans Normal" panose="00000500000000000000" charset="-122"/>
                <a:sym typeface="MiSans Normal" panose="00000500000000000000" charset="-122"/>
              </a:endParaRPr>
            </a:p>
          </p:txBody>
        </p:sp>
        <p:sp>
          <p:nvSpPr>
            <p:cNvPr id="41" name="椭圆 40"/>
            <p:cNvSpPr/>
            <p:nvPr>
              <p:custDataLst>
                <p:tags r:id="rId23"/>
              </p:custDataLst>
            </p:nvPr>
          </p:nvSpPr>
          <p:spPr>
            <a:xfrm>
              <a:off x="14359" y="4105"/>
              <a:ext cx="623" cy="623"/>
            </a:xfrm>
            <a:prstGeom prst="ellipse">
              <a:avLst/>
            </a:prstGeom>
            <a:gradFill>
              <a:gsLst>
                <a:gs pos="0">
                  <a:schemeClr val="accent4">
                    <a:lumMod val="60000"/>
                    <a:lumOff val="40000"/>
                    <a:alpha val="100000"/>
                  </a:schemeClr>
                </a:gs>
                <a:gs pos="100000">
                  <a:schemeClr val="accent4">
                    <a:alpha val="100000"/>
                  </a:schemeClr>
                </a:gs>
              </a:gsLst>
              <a:lin ang="2700000" scaled="0"/>
            </a:gradFill>
            <a:ln>
              <a:noFill/>
            </a:ln>
            <a:effectLst>
              <a:outerShdw blurRad="139700" dist="38100" dir="2700000" algn="tl" rotWithShape="0">
                <a:schemeClr val="accent4">
                  <a:lumMod val="75000"/>
                  <a:alpha val="20000"/>
                </a:scheme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lt1"/>
                </a:solidFill>
                <a:latin typeface="黑体" charset="0"/>
                <a:ea typeface="黑体" charset="0"/>
                <a:cs typeface="黑体-简" panose="02000000000000000000" charset="-122"/>
              </a:endParaRPr>
            </a:p>
          </p:txBody>
        </p:sp>
        <p:pic>
          <p:nvPicPr>
            <p:cNvPr id="31" name="图片 30" descr="333438303937363b333438313037323bcad0b3a1cdc6b9e3"/>
            <p:cNvPicPr>
              <a:picLocks noChangeAspect="1"/>
            </p:cNvPicPr>
            <p:nvPr>
              <p:custDataLst>
                <p:tags r:id="rId24"/>
              </p:custDataLst>
            </p:nvPr>
          </p:nvPicPr>
          <p:blipFill>
            <a:blip r:embed="rId25">
              <a:extLst>
                <a:ext uri="{96DAC541-7B7A-43D3-8B79-37D633B846F1}">
                  <asvg:svgBlip xmlns:asvg="http://schemas.microsoft.com/office/drawing/2016/SVG/main" r:embed="rId26"/>
                </a:ext>
              </a:extLst>
            </a:blip>
            <a:stretch>
              <a:fillRect/>
            </a:stretch>
          </p:blipFill>
          <p:spPr>
            <a:xfrm>
              <a:off x="14526" y="4272"/>
              <a:ext cx="290" cy="290"/>
            </a:xfrm>
            <a:prstGeom prst="rect">
              <a:avLst/>
            </a:prstGeom>
          </p:spPr>
        </p:pic>
      </p:grpSp>
      <p:pic>
        <p:nvPicPr>
          <p:cNvPr id="4" name="图片 3"/>
          <p:cNvPicPr>
            <a:picLocks noChangeAspect="1"/>
          </p:cNvPicPr>
          <p:nvPr/>
        </p:nvPicPr>
        <p:blipFill>
          <a:blip r:embed="rId27"/>
          <a:stretch>
            <a:fillRect/>
          </a:stretch>
        </p:blipFill>
        <p:spPr>
          <a:xfrm>
            <a:off x="628650" y="878205"/>
            <a:ext cx="10638155" cy="2907030"/>
          </a:xfrm>
          <a:prstGeom prst="rect">
            <a:avLst/>
          </a:prstGeom>
        </p:spPr>
      </p:pic>
    </p:spTree>
    <p:custDataLst>
      <p:tags r:id="rId28"/>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t>主流多模态大模型</a:t>
            </a:r>
            <a:r>
              <a:rPr lang="en-US" altLang="zh-CN"/>
              <a:t>-Qwen-VL</a:t>
            </a:r>
            <a:r>
              <a:t>系列</a:t>
            </a:r>
          </a:p>
        </p:txBody>
      </p:sp>
      <p:graphicFrame>
        <p:nvGraphicFramePr>
          <p:cNvPr id="11" name="表格 10"/>
          <p:cNvGraphicFramePr/>
          <p:nvPr>
            <p:custDataLst>
              <p:tags r:id="rId1"/>
            </p:custDataLst>
          </p:nvPr>
        </p:nvGraphicFramePr>
        <p:xfrm>
          <a:off x="1003300" y="846455"/>
          <a:ext cx="10018395" cy="3613785"/>
        </p:xfrm>
        <a:graphic>
          <a:graphicData uri="http://schemas.openxmlformats.org/drawingml/2006/table">
            <a:tbl>
              <a:tblPr/>
              <a:tblGrid>
                <a:gridCol w="1660525"/>
                <a:gridCol w="1593850"/>
                <a:gridCol w="2775585"/>
                <a:gridCol w="2484755"/>
                <a:gridCol w="1503680"/>
              </a:tblGrid>
              <a:tr h="306705">
                <a:tc>
                  <a:txBody>
                    <a:bodyPr/>
                    <a:p>
                      <a:pPr indent="0" algn="ctr">
                        <a:lnSpc>
                          <a:spcPct val="120000"/>
                        </a:lnSpc>
                        <a:spcBef>
                          <a:spcPts val="0"/>
                        </a:spcBef>
                        <a:spcAft>
                          <a:spcPts val="0"/>
                        </a:spcAft>
                      </a:pPr>
                      <a:r>
                        <a:rPr lang="zh-CN" altLang="en-US" sz="1400" b="1" spc="120">
                          <a:solidFill>
                            <a:srgbClr val="FFFFFF"/>
                          </a:solidFill>
                          <a:latin typeface="微软雅黑" charset="-122"/>
                          <a:ea typeface="微软雅黑" charset="-122"/>
                          <a:cs typeface="黑体-简" panose="02000000000000000000" charset="-122"/>
                        </a:rPr>
                        <a:t>模型</a:t>
                      </a:r>
                      <a:endParaRPr lang="zh-CN" altLang="en-US" sz="1400" b="1" spc="120">
                        <a:solidFill>
                          <a:srgbClr val="FFFFFF"/>
                        </a:solidFill>
                        <a:latin typeface="微软雅黑" charset="-122"/>
                        <a:ea typeface="微软雅黑" charset="-122"/>
                        <a:cs typeface="黑体-简" panose="02000000000000000000" charset="-122"/>
                      </a:endParaRPr>
                    </a:p>
                  </a:txBody>
                  <a:tcPr marL="177800" marR="177800" marT="25400" marB="25400" anchor="ctr" anchorCtr="0">
                    <a:lnL>
                      <a:noFill/>
                    </a:lnL>
                    <a:lnR>
                      <a:noFill/>
                    </a:lnR>
                    <a:lnT>
                      <a:noFill/>
                    </a:lnT>
                    <a:lnB>
                      <a:noFill/>
                    </a:lnB>
                    <a:solidFill>
                      <a:srgbClr val="595959"/>
                    </a:solidFill>
                  </a:tcPr>
                </a:tc>
                <a:tc>
                  <a:txBody>
                    <a:bodyPr/>
                    <a:p>
                      <a:pPr indent="0" algn="ctr">
                        <a:lnSpc>
                          <a:spcPct val="120000"/>
                        </a:lnSpc>
                        <a:spcBef>
                          <a:spcPts val="0"/>
                        </a:spcBef>
                        <a:spcAft>
                          <a:spcPts val="0"/>
                        </a:spcAft>
                      </a:pPr>
                      <a:r>
                        <a:rPr lang="zh-CN" altLang="en-US" sz="1400" b="1" spc="120">
                          <a:solidFill>
                            <a:srgbClr val="FFFFFF"/>
                          </a:solidFill>
                          <a:latin typeface="微软雅黑" charset="-122"/>
                          <a:ea typeface="微软雅黑" charset="-122"/>
                          <a:cs typeface="微软雅黑" charset="-122"/>
                        </a:rPr>
                        <a:t>大型语言模型 </a:t>
                      </a:r>
                      <a:r>
                        <a:rPr lang="en-US" altLang="zh-CN" sz="1400" b="1" spc="120">
                          <a:solidFill>
                            <a:srgbClr val="FFFFFF"/>
                          </a:solidFill>
                          <a:latin typeface="微软雅黑" charset="-122"/>
                          <a:ea typeface="微软雅黑" charset="-122"/>
                          <a:cs typeface="微软雅黑" charset="-122"/>
                        </a:rPr>
                        <a:t>(LLM)</a:t>
                      </a:r>
                      <a:endParaRPr lang="en-US" altLang="zh-CN" sz="1400" b="1" spc="120">
                        <a:solidFill>
                          <a:srgbClr val="FFFFFF"/>
                        </a:solidFill>
                        <a:latin typeface="微软雅黑" charset="-122"/>
                        <a:ea typeface="微软雅黑" charset="-122"/>
                        <a:cs typeface="微软雅黑" charset="-122"/>
                      </a:endParaRPr>
                    </a:p>
                  </a:txBody>
                  <a:tcPr marL="177800" marR="177800" marT="25400" marB="25400" anchor="ctr" anchorCtr="0">
                    <a:lnL>
                      <a:noFill/>
                    </a:lnL>
                    <a:lnR>
                      <a:noFill/>
                    </a:lnR>
                    <a:lnT>
                      <a:noFill/>
                    </a:lnT>
                    <a:lnB>
                      <a:noFill/>
                    </a:lnB>
                    <a:solidFill>
                      <a:srgbClr val="1784C7"/>
                    </a:solidFill>
                  </a:tcPr>
                </a:tc>
                <a:tc>
                  <a:txBody>
                    <a:bodyPr/>
                    <a:p>
                      <a:pPr indent="0" algn="ctr">
                        <a:lnSpc>
                          <a:spcPct val="120000"/>
                        </a:lnSpc>
                        <a:spcBef>
                          <a:spcPts val="0"/>
                        </a:spcBef>
                        <a:spcAft>
                          <a:spcPts val="0"/>
                        </a:spcAft>
                      </a:pPr>
                      <a:r>
                        <a:rPr lang="zh-CN" altLang="en-US" sz="1400" b="1" spc="120">
                          <a:solidFill>
                            <a:srgbClr val="FFFFFF"/>
                          </a:solidFill>
                          <a:latin typeface="微软雅黑" charset="-122"/>
                          <a:ea typeface="微软雅黑" charset="-122"/>
                          <a:cs typeface="微软雅黑" charset="-122"/>
                        </a:rPr>
                        <a:t>视觉编码器 </a:t>
                      </a:r>
                      <a:r>
                        <a:rPr lang="en-US" altLang="zh-CN" sz="1400" b="1" spc="120">
                          <a:solidFill>
                            <a:srgbClr val="FFFFFF"/>
                          </a:solidFill>
                          <a:latin typeface="微软雅黑" charset="-122"/>
                          <a:ea typeface="微软雅黑" charset="-122"/>
                          <a:cs typeface="微软雅黑" charset="-122"/>
                        </a:rPr>
                        <a:t>(ViT)</a:t>
                      </a:r>
                      <a:endParaRPr lang="en-US" altLang="zh-CN" sz="1400" b="1" spc="120">
                        <a:solidFill>
                          <a:srgbClr val="FFFFFF"/>
                        </a:solidFill>
                        <a:latin typeface="微软雅黑" charset="-122"/>
                        <a:ea typeface="微软雅黑" charset="-122"/>
                        <a:cs typeface="微软雅黑" charset="-122"/>
                      </a:endParaRPr>
                    </a:p>
                  </a:txBody>
                  <a:tcPr marL="177800" marR="177800" marT="25400" marB="25400" anchor="ctr" anchorCtr="0">
                    <a:lnL>
                      <a:noFill/>
                    </a:lnL>
                    <a:lnR>
                      <a:noFill/>
                    </a:lnR>
                    <a:lnT>
                      <a:noFill/>
                    </a:lnT>
                    <a:lnB>
                      <a:noFill/>
                    </a:lnB>
                    <a:solidFill>
                      <a:srgbClr val="1BA8C9"/>
                    </a:solidFill>
                  </a:tcPr>
                </a:tc>
                <a:tc>
                  <a:txBody>
                    <a:bodyPr/>
                    <a:p>
                      <a:pPr indent="0" algn="ctr">
                        <a:lnSpc>
                          <a:spcPct val="120000"/>
                        </a:lnSpc>
                        <a:spcBef>
                          <a:spcPts val="0"/>
                        </a:spcBef>
                        <a:spcAft>
                          <a:spcPts val="0"/>
                        </a:spcAft>
                      </a:pPr>
                      <a:r>
                        <a:rPr lang="zh-CN" altLang="en-US" sz="1400" b="1" spc="120">
                          <a:solidFill>
                            <a:srgbClr val="FFFFFF"/>
                          </a:solidFill>
                          <a:latin typeface="微软雅黑" charset="-122"/>
                          <a:ea typeface="微软雅黑" charset="-122"/>
                          <a:cs typeface="微软雅黑" charset="-122"/>
                        </a:rPr>
                        <a:t>视觉 </a:t>
                      </a:r>
                      <a:r>
                        <a:rPr lang="en-US" altLang="zh-CN" sz="1400" b="1" spc="120">
                          <a:solidFill>
                            <a:srgbClr val="FFFFFF"/>
                          </a:solidFill>
                          <a:latin typeface="微软雅黑" charset="-122"/>
                          <a:ea typeface="微软雅黑" charset="-122"/>
                          <a:cs typeface="微软雅黑" charset="-122"/>
                        </a:rPr>
                        <a:t>- </a:t>
                      </a:r>
                      <a:r>
                        <a:rPr lang="zh-CN" altLang="en-US" sz="1400" b="1" spc="120">
                          <a:solidFill>
                            <a:srgbClr val="FFFFFF"/>
                          </a:solidFill>
                          <a:latin typeface="微软雅黑" charset="-122"/>
                          <a:ea typeface="微软雅黑" charset="-122"/>
                          <a:cs typeface="微软雅黑" charset="-122"/>
                        </a:rPr>
                        <a:t>语言连接机制</a:t>
                      </a:r>
                      <a:endParaRPr lang="zh-CN" altLang="en-US" sz="1400" b="1" spc="120">
                        <a:solidFill>
                          <a:srgbClr val="FFFFFF"/>
                        </a:solidFill>
                        <a:latin typeface="微软雅黑" charset="-122"/>
                        <a:ea typeface="微软雅黑" charset="-122"/>
                        <a:cs typeface="微软雅黑" charset="-122"/>
                      </a:endParaRPr>
                    </a:p>
                  </a:txBody>
                  <a:tcPr marL="177800" marR="177800" marT="25400" marB="25400" anchor="ctr" anchorCtr="0">
                    <a:lnL>
                      <a:noFill/>
                    </a:lnL>
                    <a:lnR>
                      <a:noFill/>
                    </a:lnR>
                    <a:lnT>
                      <a:noFill/>
                    </a:lnT>
                    <a:lnB>
                      <a:noFill/>
                    </a:lnB>
                    <a:solidFill>
                      <a:srgbClr val="22C29C"/>
                    </a:solidFill>
                  </a:tcPr>
                </a:tc>
                <a:tc>
                  <a:txBody>
                    <a:bodyPr/>
                    <a:p>
                      <a:pPr indent="0" algn="ctr">
                        <a:lnSpc>
                          <a:spcPct val="120000"/>
                        </a:lnSpc>
                        <a:spcBef>
                          <a:spcPts val="0"/>
                        </a:spcBef>
                        <a:spcAft>
                          <a:spcPts val="0"/>
                        </a:spcAft>
                      </a:pPr>
                      <a:r>
                        <a:rPr lang="zh-CN" altLang="en-US" sz="1400" b="1" spc="120">
                          <a:solidFill>
                            <a:srgbClr val="FFFFFF"/>
                          </a:solidFill>
                          <a:latin typeface="微软雅黑" charset="-122"/>
                          <a:ea typeface="微软雅黑" charset="-122"/>
                          <a:cs typeface="黑体-简" panose="02000000000000000000" charset="-122"/>
                        </a:rPr>
                        <a:t>位置编码</a:t>
                      </a:r>
                      <a:endParaRPr lang="zh-CN" altLang="en-US" sz="1400" b="1" spc="120">
                        <a:solidFill>
                          <a:srgbClr val="FFFFFF"/>
                        </a:solidFill>
                        <a:latin typeface="微软雅黑" charset="-122"/>
                        <a:ea typeface="微软雅黑" charset="-122"/>
                        <a:cs typeface="黑体-简" panose="02000000000000000000" charset="-122"/>
                      </a:endParaRPr>
                    </a:p>
                  </a:txBody>
                  <a:tcPr marL="177800" marR="177800" marT="25400" marB="25400" anchor="ctr" anchorCtr="0">
                    <a:lnL>
                      <a:noFill/>
                    </a:lnL>
                    <a:lnR>
                      <a:noFill/>
                    </a:lnR>
                    <a:lnT>
                      <a:noFill/>
                    </a:lnT>
                    <a:lnB>
                      <a:noFill/>
                    </a:lnB>
                    <a:solidFill>
                      <a:srgbClr val="91CE24"/>
                    </a:solidFill>
                  </a:tcPr>
                </a:tc>
              </a:tr>
              <a:tr h="488950">
                <a:tc>
                  <a:txBody>
                    <a:bodyPr/>
                    <a:p>
                      <a:pPr indent="0" algn="l">
                        <a:lnSpc>
                          <a:spcPct val="120000"/>
                        </a:lnSpc>
                        <a:spcBef>
                          <a:spcPts val="0"/>
                        </a:spcBef>
                        <a:spcAft>
                          <a:spcPts val="0"/>
                        </a:spcAft>
                      </a:pPr>
                      <a:r>
                        <a:rPr lang="en-US" altLang="zh-CN" sz="1200" b="1" spc="120">
                          <a:solidFill>
                            <a:srgbClr val="404040"/>
                          </a:solidFill>
                          <a:uFillTx/>
                          <a:latin typeface="Times New Roman" panose="02020503050405090304" charset="0"/>
                          <a:ea typeface="黑体-简 中等" panose="02000000000000000000" charset="-122"/>
                          <a:cs typeface="黑体-简" panose="02000000000000000000" charset="-122"/>
                        </a:rPr>
                        <a:t>Qwen-VL</a:t>
                      </a:r>
                      <a:endParaRPr lang="en-US" altLang="zh-CN" sz="1200" b="1" spc="120">
                        <a:solidFill>
                          <a:srgbClr val="404040"/>
                        </a:solidFill>
                        <a:uFillTx/>
                        <a:latin typeface="Times New Roman" panose="02020503050405090304" charset="0"/>
                        <a:ea typeface="黑体-简 中等" panose="02000000000000000000" charset="-122"/>
                        <a:cs typeface="黑体-简" panose="02000000000000000000" charset="-122"/>
                      </a:endParaRPr>
                    </a:p>
                  </a:txBody>
                  <a:tcPr marL="177800" marR="177800" marT="25400" marB="25400" anchor="ctr" anchorCtr="0">
                    <a:lnL>
                      <a:noFill/>
                    </a:lnL>
                    <a:lnR w="12700">
                      <a:solidFill>
                        <a:srgbClr val="D9D9D9"/>
                      </a:solidFill>
                      <a:prstDash val="solid"/>
                    </a:lnR>
                    <a:lnT>
                      <a:noFill/>
                    </a:lnT>
                    <a:lnB>
                      <a:noFill/>
                    </a:lnB>
                    <a:solidFill>
                      <a:srgbClr val="FFFFFF"/>
                    </a:solidFill>
                  </a:tcPr>
                </a:tc>
                <a:tc>
                  <a:txBody>
                    <a:bodyPr/>
                    <a:p>
                      <a:pPr indent="0" algn="l">
                        <a:lnSpc>
                          <a:spcPct val="120000"/>
                        </a:lnSpc>
                        <a:spcBef>
                          <a:spcPts val="0"/>
                        </a:spcBef>
                        <a:spcAft>
                          <a:spcPts val="0"/>
                        </a:spcAft>
                      </a:pPr>
                      <a:r>
                        <a:rPr lang="en-US" altLang="zh-CN" sz="1200" b="1" spc="120">
                          <a:solidFill>
                            <a:srgbClr val="404040"/>
                          </a:solidFill>
                          <a:uFillTx/>
                          <a:latin typeface="Times New Roman" panose="02020503050405090304" charset="0"/>
                          <a:ea typeface="黑体-简 中等" panose="02000000000000000000" charset="-122"/>
                          <a:cs typeface="黑体-简" panose="02000000000000000000" charset="-122"/>
                        </a:rPr>
                        <a:t>Qwen-7B</a:t>
                      </a:r>
                      <a:endParaRPr lang="en-US" altLang="zh-CN" sz="1200" b="1" spc="120">
                        <a:solidFill>
                          <a:srgbClr val="404040"/>
                        </a:solidFill>
                        <a:uFillTx/>
                        <a:latin typeface="Times New Roman" panose="02020503050405090304" charset="0"/>
                        <a:ea typeface="黑体-简 中等" panose="02000000000000000000" charset="-122"/>
                        <a:cs typeface="黑体-简" panose="02000000000000000000" charset="-122"/>
                      </a:endParaRPr>
                    </a:p>
                  </a:txBody>
                  <a:tcPr marL="177800" marR="177800" marT="25400" marB="25400" anchor="ctr" anchorCtr="0">
                    <a:lnL w="12700">
                      <a:solidFill>
                        <a:srgbClr val="D9D9D9"/>
                      </a:solidFill>
                      <a:prstDash val="solid"/>
                    </a:lnL>
                    <a:lnR w="6350">
                      <a:solidFill>
                        <a:srgbClr val="D9D9D9"/>
                      </a:solidFill>
                      <a:prstDash val="solid"/>
                    </a:lnR>
                    <a:lnT>
                      <a:noFill/>
                    </a:lnT>
                    <a:lnB>
                      <a:noFill/>
                    </a:lnB>
                    <a:solidFill>
                      <a:srgbClr val="FFFFFF"/>
                    </a:solidFill>
                  </a:tcPr>
                </a:tc>
                <a:tc>
                  <a:txBody>
                    <a:bodyPr/>
                    <a:p>
                      <a:pPr indent="0" algn="l">
                        <a:lnSpc>
                          <a:spcPct val="120000"/>
                        </a:lnSpc>
                        <a:spcBef>
                          <a:spcPts val="0"/>
                        </a:spcBef>
                        <a:spcAft>
                          <a:spcPts val="0"/>
                        </a:spcAft>
                      </a:pPr>
                      <a:r>
                        <a:rPr lang="en-US" altLang="zh-CN" sz="1200" b="1" spc="120">
                          <a:solidFill>
                            <a:srgbClr val="404040"/>
                          </a:solidFill>
                          <a:uFillTx/>
                          <a:latin typeface="Times New Roman" panose="02020503050405090304" charset="0"/>
                          <a:ea typeface="黑体-简 中等" panose="02000000000000000000" charset="-122"/>
                          <a:cs typeface="微软雅黑" charset="-122"/>
                        </a:rPr>
                        <a:t>ViT-bigG+</a:t>
                      </a:r>
                      <a:r>
                        <a:rPr lang="zh-CN" altLang="en-US" sz="1200" b="1" spc="120">
                          <a:solidFill>
                            <a:srgbClr val="404040"/>
                          </a:solidFill>
                          <a:uFillTx/>
                          <a:latin typeface="Times New Roman" panose="02020503050405090304" charset="0"/>
                          <a:ea typeface="黑体-简 中等" panose="02000000000000000000" charset="-122"/>
                          <a:cs typeface="微软雅黑" charset="-122"/>
                        </a:rPr>
                        <a:t>（</a:t>
                      </a:r>
                      <a:r>
                        <a:rPr lang="en-US" altLang="zh-CN" sz="1200" b="1" spc="120">
                          <a:solidFill>
                            <a:srgbClr val="404040"/>
                          </a:solidFill>
                          <a:uFillTx/>
                          <a:latin typeface="Times New Roman" panose="02020503050405090304" charset="0"/>
                          <a:ea typeface="黑体-简 中等" panose="02000000000000000000" charset="-122"/>
                          <a:cs typeface="微软雅黑" charset="-122"/>
                        </a:rPr>
                        <a:t>OpenClip </a:t>
                      </a:r>
                      <a:r>
                        <a:rPr lang="zh-CN" altLang="en-US" sz="1200" b="1" spc="120">
                          <a:solidFill>
                            <a:srgbClr val="404040"/>
                          </a:solidFill>
                          <a:uFillTx/>
                          <a:latin typeface="Times New Roman" panose="02020503050405090304" charset="0"/>
                          <a:ea typeface="黑体-简 中等" panose="02000000000000000000" charset="-122"/>
                          <a:cs typeface="微软雅黑" charset="-122"/>
                        </a:rPr>
                        <a:t>初始化），固定分辨率 </a:t>
                      </a:r>
                      <a:r>
                        <a:rPr lang="en-US" altLang="zh-CN" sz="1200" b="1" spc="120">
                          <a:solidFill>
                            <a:srgbClr val="404040"/>
                          </a:solidFill>
                          <a:uFillTx/>
                          <a:latin typeface="Times New Roman" panose="02020503050405090304" charset="0"/>
                          <a:ea typeface="黑体-简 中等" panose="02000000000000000000" charset="-122"/>
                          <a:cs typeface="微软雅黑" charset="-122"/>
                        </a:rPr>
                        <a:t>448×448</a:t>
                      </a:r>
                      <a:endParaRPr lang="en-US" altLang="zh-CN" sz="1200" b="1" spc="120">
                        <a:solidFill>
                          <a:srgbClr val="404040"/>
                        </a:solidFill>
                        <a:uFillTx/>
                        <a:latin typeface="Times New Roman" panose="02020503050405090304" charset="0"/>
                        <a:ea typeface="黑体-简 中等" panose="02000000000000000000" charset="-122"/>
                        <a:cs typeface="微软雅黑" charset="-122"/>
                      </a:endParaRPr>
                    </a:p>
                  </a:txBody>
                  <a:tcPr marL="177800" marR="177800" marT="25400" marB="25400" anchor="ctr" anchorCtr="0">
                    <a:lnL w="6350">
                      <a:solidFill>
                        <a:srgbClr val="D9D9D9"/>
                      </a:solidFill>
                      <a:prstDash val="solid"/>
                    </a:lnL>
                    <a:lnR w="6350">
                      <a:solidFill>
                        <a:srgbClr val="D9D9D9"/>
                      </a:solidFill>
                      <a:prstDash val="solid"/>
                    </a:lnR>
                    <a:lnT>
                      <a:noFill/>
                    </a:lnT>
                    <a:lnB>
                      <a:noFill/>
                    </a:lnB>
                    <a:solidFill>
                      <a:srgbClr val="FFFFFF"/>
                    </a:solidFill>
                  </a:tcPr>
                </a:tc>
                <a:tc>
                  <a:txBody>
                    <a:bodyPr/>
                    <a:p>
                      <a:pPr indent="0" algn="l">
                        <a:lnSpc>
                          <a:spcPct val="120000"/>
                        </a:lnSpc>
                        <a:spcBef>
                          <a:spcPts val="0"/>
                        </a:spcBef>
                        <a:spcAft>
                          <a:spcPts val="0"/>
                        </a:spcAft>
                      </a:pPr>
                      <a:r>
                        <a:rPr lang="zh-CN" altLang="en-US" sz="1200" b="1" spc="120">
                          <a:solidFill>
                            <a:srgbClr val="404040"/>
                          </a:solidFill>
                          <a:uFillTx/>
                          <a:latin typeface="Times New Roman" panose="02020503050405090304" charset="0"/>
                          <a:ea typeface="黑体-简 中等" panose="02000000000000000000" charset="-122"/>
                          <a:cs typeface="微软雅黑" charset="-122"/>
                        </a:rPr>
                        <a:t>位置感知 </a:t>
                      </a:r>
                      <a:r>
                        <a:rPr lang="en-US" altLang="zh-CN" sz="1200" b="1" spc="120">
                          <a:solidFill>
                            <a:srgbClr val="404040"/>
                          </a:solidFill>
                          <a:uFillTx/>
                          <a:latin typeface="Times New Roman" panose="02020503050405090304" charset="0"/>
                          <a:ea typeface="黑体-简 中等" panose="02000000000000000000" charset="-122"/>
                          <a:cs typeface="微软雅黑" charset="-122"/>
                        </a:rPr>
                        <a:t>VL Adapter</a:t>
                      </a:r>
                      <a:r>
                        <a:rPr lang="zh-CN" altLang="en-US" sz="1200" b="1" spc="120">
                          <a:solidFill>
                            <a:srgbClr val="404040"/>
                          </a:solidFill>
                          <a:uFillTx/>
                          <a:latin typeface="Times New Roman" panose="02020503050405090304" charset="0"/>
                          <a:ea typeface="黑体-简 中等" panose="02000000000000000000" charset="-122"/>
                          <a:cs typeface="微软雅黑" charset="-122"/>
                        </a:rPr>
                        <a:t>（</a:t>
                      </a:r>
                      <a:r>
                        <a:rPr lang="en-US" altLang="zh-CN" sz="1200" b="1" spc="120">
                          <a:solidFill>
                            <a:srgbClr val="404040"/>
                          </a:solidFill>
                          <a:uFillTx/>
                          <a:latin typeface="Times New Roman" panose="02020503050405090304" charset="0"/>
                          <a:ea typeface="黑体-简 中等" panose="02000000000000000000" charset="-122"/>
                          <a:cs typeface="微软雅黑" charset="-122"/>
                        </a:rPr>
                        <a:t>256 </a:t>
                      </a:r>
                      <a:r>
                        <a:rPr lang="zh-CN" altLang="en-US" sz="1200" b="1" spc="120">
                          <a:solidFill>
                            <a:srgbClr val="404040"/>
                          </a:solidFill>
                          <a:uFillTx/>
                          <a:latin typeface="Times New Roman" panose="02020503050405090304" charset="0"/>
                          <a:ea typeface="黑体-简 中等" panose="02000000000000000000" charset="-122"/>
                          <a:cs typeface="微软雅黑" charset="-122"/>
                        </a:rPr>
                        <a:t>查询，交叉注意力）</a:t>
                      </a:r>
                      <a:endParaRPr lang="zh-CN" altLang="en-US" sz="1200" b="1" spc="120">
                        <a:solidFill>
                          <a:srgbClr val="404040"/>
                        </a:solidFill>
                        <a:uFillTx/>
                        <a:latin typeface="Times New Roman" panose="02020503050405090304" charset="0"/>
                        <a:ea typeface="黑体-简 中等" panose="02000000000000000000" charset="-122"/>
                        <a:cs typeface="微软雅黑" charset="-122"/>
                      </a:endParaRPr>
                    </a:p>
                  </a:txBody>
                  <a:tcPr marL="177800" marR="177800" marT="25400" marB="25400" anchor="ctr" anchorCtr="0">
                    <a:lnL w="6350">
                      <a:solidFill>
                        <a:srgbClr val="D9D9D9"/>
                      </a:solidFill>
                      <a:prstDash val="solid"/>
                    </a:lnL>
                    <a:lnR w="6350">
                      <a:solidFill>
                        <a:srgbClr val="D9D9D9"/>
                      </a:solidFill>
                      <a:prstDash val="solid"/>
                    </a:lnR>
                    <a:lnT>
                      <a:noFill/>
                    </a:lnT>
                    <a:lnB>
                      <a:noFill/>
                    </a:lnB>
                    <a:solidFill>
                      <a:srgbClr val="FFFFFF"/>
                    </a:solidFill>
                  </a:tcPr>
                </a:tc>
                <a:tc>
                  <a:txBody>
                    <a:bodyPr/>
                    <a:p>
                      <a:pPr indent="0" algn="l">
                        <a:lnSpc>
                          <a:spcPct val="120000"/>
                        </a:lnSpc>
                        <a:spcBef>
                          <a:spcPts val="0"/>
                        </a:spcBef>
                        <a:spcAft>
                          <a:spcPts val="0"/>
                        </a:spcAft>
                      </a:pPr>
                      <a:r>
                        <a:rPr lang="en-US" altLang="zh-CN" sz="1200" b="1" spc="120">
                          <a:solidFill>
                            <a:srgbClr val="404040"/>
                          </a:solidFill>
                          <a:uFillTx/>
                          <a:latin typeface="Times New Roman" panose="02020503050405090304" charset="0"/>
                          <a:ea typeface="黑体-简 中等" panose="02000000000000000000" charset="-122"/>
                          <a:cs typeface="微软雅黑" charset="-122"/>
                        </a:rPr>
                        <a:t>2D </a:t>
                      </a:r>
                      <a:r>
                        <a:rPr lang="zh-CN" altLang="en-US" sz="1200" b="1" spc="120">
                          <a:solidFill>
                            <a:srgbClr val="404040"/>
                          </a:solidFill>
                          <a:uFillTx/>
                          <a:latin typeface="Times New Roman" panose="02020503050405090304" charset="0"/>
                          <a:ea typeface="黑体-简 中等" panose="02000000000000000000" charset="-122"/>
                          <a:cs typeface="微软雅黑" charset="-122"/>
                        </a:rPr>
                        <a:t>绝对位置编码</a:t>
                      </a:r>
                      <a:endParaRPr lang="zh-CN" altLang="en-US" sz="1200" b="1" spc="120">
                        <a:solidFill>
                          <a:srgbClr val="404040"/>
                        </a:solidFill>
                        <a:uFillTx/>
                        <a:latin typeface="Times New Roman" panose="02020503050405090304" charset="0"/>
                        <a:ea typeface="黑体-简 中等" panose="02000000000000000000" charset="-122"/>
                        <a:cs typeface="微软雅黑" charset="-122"/>
                      </a:endParaRPr>
                    </a:p>
                  </a:txBody>
                  <a:tcPr marL="177800" marR="177800" marT="25400" marB="25400" anchor="ctr" anchorCtr="0">
                    <a:lnL w="6350">
                      <a:solidFill>
                        <a:srgbClr val="D9D9D9"/>
                      </a:solidFill>
                      <a:prstDash val="solid"/>
                    </a:lnL>
                    <a:lnR>
                      <a:noFill/>
                    </a:lnR>
                    <a:lnT>
                      <a:noFill/>
                    </a:lnT>
                    <a:lnB>
                      <a:noFill/>
                    </a:lnB>
                    <a:solidFill>
                      <a:srgbClr val="FFFFFF"/>
                    </a:solidFill>
                  </a:tcPr>
                </a:tc>
              </a:tr>
              <a:tr h="708025">
                <a:tc>
                  <a:txBody>
                    <a:bodyPr/>
                    <a:p>
                      <a:pPr indent="0" algn="l">
                        <a:lnSpc>
                          <a:spcPct val="120000"/>
                        </a:lnSpc>
                        <a:spcBef>
                          <a:spcPts val="0"/>
                        </a:spcBef>
                        <a:spcAft>
                          <a:spcPts val="0"/>
                        </a:spcAft>
                      </a:pPr>
                      <a:r>
                        <a:rPr lang="en-US" altLang="zh-CN" sz="1200" b="1" spc="120">
                          <a:solidFill>
                            <a:srgbClr val="404040"/>
                          </a:solidFill>
                          <a:uFillTx/>
                          <a:latin typeface="Times New Roman" panose="02020503050405090304" charset="0"/>
                          <a:ea typeface="黑体-简 中等" panose="02000000000000000000" charset="-122"/>
                          <a:cs typeface="黑体-简" panose="02000000000000000000" charset="-122"/>
                        </a:rPr>
                        <a:t>Qwen2-VL</a:t>
                      </a:r>
                      <a:endParaRPr lang="en-US" altLang="zh-CN" sz="1200" b="1" spc="120">
                        <a:solidFill>
                          <a:srgbClr val="404040"/>
                        </a:solidFill>
                        <a:uFillTx/>
                        <a:latin typeface="Times New Roman" panose="02020503050405090304" charset="0"/>
                        <a:ea typeface="黑体-简 中等" panose="02000000000000000000" charset="-122"/>
                        <a:cs typeface="黑体-简" panose="02000000000000000000" charset="-122"/>
                      </a:endParaRPr>
                    </a:p>
                  </a:txBody>
                  <a:tcPr marL="177800" marR="177800" marT="25400" marB="25400" anchor="ctr" anchorCtr="0">
                    <a:lnL>
                      <a:noFill/>
                    </a:lnL>
                    <a:lnR w="12700">
                      <a:solidFill>
                        <a:srgbClr val="D9D9D9"/>
                      </a:solidFill>
                      <a:prstDash val="solid"/>
                    </a:lnR>
                    <a:lnT>
                      <a:noFill/>
                    </a:lnT>
                    <a:lnB>
                      <a:noFill/>
                    </a:lnB>
                    <a:solidFill>
                      <a:srgbClr val="F2F2F2"/>
                    </a:solidFill>
                  </a:tcPr>
                </a:tc>
                <a:tc>
                  <a:txBody>
                    <a:bodyPr/>
                    <a:p>
                      <a:pPr indent="0" algn="l">
                        <a:lnSpc>
                          <a:spcPct val="120000"/>
                        </a:lnSpc>
                        <a:spcBef>
                          <a:spcPts val="0"/>
                        </a:spcBef>
                        <a:spcAft>
                          <a:spcPts val="0"/>
                        </a:spcAft>
                      </a:pPr>
                      <a:r>
                        <a:rPr lang="en-US" altLang="zh-CN" sz="1200" b="1" spc="120">
                          <a:solidFill>
                            <a:srgbClr val="404040"/>
                          </a:solidFill>
                          <a:uFillTx/>
                          <a:latin typeface="Times New Roman" panose="02020503050405090304" charset="0"/>
                          <a:ea typeface="黑体-简 中等" panose="02000000000000000000" charset="-122"/>
                          <a:cs typeface="黑体-简" panose="02000000000000000000" charset="-122"/>
                        </a:rPr>
                        <a:t>Qwen2</a:t>
                      </a:r>
                      <a:endParaRPr lang="en-US" altLang="zh-CN" sz="1200" b="1" spc="120">
                        <a:solidFill>
                          <a:srgbClr val="404040"/>
                        </a:solidFill>
                        <a:uFillTx/>
                        <a:latin typeface="Times New Roman" panose="02020503050405090304" charset="0"/>
                        <a:ea typeface="黑体-简 中等" panose="02000000000000000000" charset="-122"/>
                        <a:cs typeface="黑体-简" panose="02000000000000000000" charset="-122"/>
                      </a:endParaRPr>
                    </a:p>
                  </a:txBody>
                  <a:tcPr marL="177800" marR="177800" marT="25400" marB="25400" anchor="ctr" anchorCtr="0">
                    <a:lnL w="12700">
                      <a:solidFill>
                        <a:srgbClr val="D9D9D9"/>
                      </a:solidFill>
                      <a:prstDash val="solid"/>
                    </a:lnL>
                    <a:lnR w="6350">
                      <a:solidFill>
                        <a:srgbClr val="D9D9D9"/>
                      </a:solidFill>
                      <a:prstDash val="solid"/>
                    </a:lnR>
                    <a:lnT>
                      <a:noFill/>
                    </a:lnT>
                    <a:lnB>
                      <a:noFill/>
                    </a:lnB>
                    <a:solidFill>
                      <a:srgbClr val="F2F2F2"/>
                    </a:solidFill>
                  </a:tcPr>
                </a:tc>
                <a:tc>
                  <a:txBody>
                    <a:bodyPr/>
                    <a:p>
                      <a:pPr indent="0" algn="l">
                        <a:lnSpc>
                          <a:spcPct val="120000"/>
                        </a:lnSpc>
                        <a:spcBef>
                          <a:spcPts val="0"/>
                        </a:spcBef>
                        <a:spcAft>
                          <a:spcPts val="0"/>
                        </a:spcAft>
                      </a:pPr>
                      <a:r>
                        <a:rPr lang="en-US" altLang="zh-CN" sz="1200" b="1" spc="120">
                          <a:solidFill>
                            <a:srgbClr val="404040"/>
                          </a:solidFill>
                          <a:uFillTx/>
                          <a:latin typeface="Times New Roman" panose="02020503050405090304" charset="0"/>
                          <a:ea typeface="黑体-简 中等" panose="02000000000000000000" charset="-122"/>
                          <a:cs typeface="微软雅黑" charset="-122"/>
                        </a:rPr>
                        <a:t>ViT</a:t>
                      </a:r>
                      <a:r>
                        <a:rPr lang="zh-CN" altLang="en-US" sz="1200" b="1" spc="120">
                          <a:solidFill>
                            <a:srgbClr val="404040"/>
                          </a:solidFill>
                          <a:uFillTx/>
                          <a:latin typeface="Times New Roman" panose="02020503050405090304" charset="0"/>
                          <a:ea typeface="黑体-简 中等" panose="02000000000000000000" charset="-122"/>
                          <a:cs typeface="微软雅黑" charset="-122"/>
                        </a:rPr>
                        <a:t>（</a:t>
                      </a:r>
                      <a:r>
                        <a:rPr lang="en-US" altLang="zh-CN" sz="1200" b="1" spc="120">
                          <a:solidFill>
                            <a:srgbClr val="404040"/>
                          </a:solidFill>
                          <a:uFillTx/>
                          <a:latin typeface="Times New Roman" panose="02020503050405090304" charset="0"/>
                          <a:ea typeface="黑体-简 中等" panose="02000000000000000000" charset="-122"/>
                          <a:cs typeface="微软雅黑" charset="-122"/>
                        </a:rPr>
                        <a:t>DFN </a:t>
                      </a:r>
                      <a:r>
                        <a:rPr lang="zh-CN" altLang="en-US" sz="1200" b="1" spc="120">
                          <a:solidFill>
                            <a:srgbClr val="404040"/>
                          </a:solidFill>
                          <a:uFillTx/>
                          <a:latin typeface="Times New Roman" panose="02020503050405090304" charset="0"/>
                          <a:ea typeface="黑体-简 中等" panose="02000000000000000000" charset="-122"/>
                          <a:cs typeface="微软雅黑" charset="-122"/>
                        </a:rPr>
                        <a:t>初始化），动态分辨率支持，最大 </a:t>
                      </a:r>
                      <a:r>
                        <a:rPr lang="en-US" altLang="zh-CN" sz="1200" b="1" spc="120">
                          <a:solidFill>
                            <a:srgbClr val="404040"/>
                          </a:solidFill>
                          <a:uFillTx/>
                          <a:latin typeface="Times New Roman" panose="02020503050405090304" charset="0"/>
                          <a:ea typeface="黑体-简 中等" panose="02000000000000000000" charset="-122"/>
                          <a:cs typeface="微软雅黑" charset="-122"/>
                        </a:rPr>
                        <a:t>16384 token</a:t>
                      </a:r>
                      <a:endParaRPr lang="en-US" altLang="zh-CN" sz="1200" b="1" spc="120">
                        <a:solidFill>
                          <a:srgbClr val="404040"/>
                        </a:solidFill>
                        <a:uFillTx/>
                        <a:latin typeface="Times New Roman" panose="02020503050405090304" charset="0"/>
                        <a:ea typeface="黑体-简 中等" panose="02000000000000000000" charset="-122"/>
                        <a:cs typeface="微软雅黑" charset="-122"/>
                      </a:endParaRPr>
                    </a:p>
                  </a:txBody>
                  <a:tcPr marL="177800" marR="177800" marT="25400" marB="25400" anchor="ctr" anchorCtr="0">
                    <a:lnL w="6350">
                      <a:solidFill>
                        <a:srgbClr val="D9D9D9"/>
                      </a:solidFill>
                      <a:prstDash val="solid"/>
                    </a:lnL>
                    <a:lnR w="6350">
                      <a:solidFill>
                        <a:srgbClr val="D9D9D9"/>
                      </a:solidFill>
                      <a:prstDash val="solid"/>
                    </a:lnR>
                    <a:lnT>
                      <a:noFill/>
                    </a:lnT>
                    <a:lnB>
                      <a:noFill/>
                    </a:lnB>
                    <a:solidFill>
                      <a:srgbClr val="F2F2F2"/>
                    </a:solidFill>
                  </a:tcPr>
                </a:tc>
                <a:tc>
                  <a:txBody>
                    <a:bodyPr/>
                    <a:p>
                      <a:pPr indent="0" algn="l">
                        <a:lnSpc>
                          <a:spcPct val="120000"/>
                        </a:lnSpc>
                        <a:spcBef>
                          <a:spcPts val="0"/>
                        </a:spcBef>
                        <a:spcAft>
                          <a:spcPts val="0"/>
                        </a:spcAft>
                      </a:pPr>
                      <a:r>
                        <a:rPr lang="en-US" altLang="zh-CN" sz="1200" b="1" spc="120">
                          <a:solidFill>
                            <a:srgbClr val="404040"/>
                          </a:solidFill>
                          <a:uFillTx/>
                          <a:latin typeface="Times New Roman" panose="02020503050405090304" charset="0"/>
                          <a:ea typeface="黑体-简 中等" panose="02000000000000000000" charset="-122"/>
                          <a:cs typeface="微软雅黑" charset="-122"/>
                        </a:rPr>
                        <a:t>MLP </a:t>
                      </a:r>
                      <a:r>
                        <a:rPr lang="zh-CN" altLang="en-US" sz="1200" b="1" spc="120">
                          <a:solidFill>
                            <a:srgbClr val="404040"/>
                          </a:solidFill>
                          <a:uFillTx/>
                          <a:latin typeface="Times New Roman" panose="02020503050405090304" charset="0"/>
                          <a:ea typeface="黑体-简 中等" panose="02000000000000000000" charset="-122"/>
                          <a:cs typeface="微软雅黑" charset="-122"/>
                        </a:rPr>
                        <a:t>压缩 </a:t>
                      </a:r>
                      <a:r>
                        <a:rPr lang="en-US" altLang="zh-CN" sz="1200" b="1" spc="120">
                          <a:solidFill>
                            <a:srgbClr val="404040"/>
                          </a:solidFill>
                          <a:uFillTx/>
                          <a:latin typeface="Times New Roman" panose="02020503050405090304" charset="0"/>
                          <a:ea typeface="黑体-简 中等" panose="02000000000000000000" charset="-122"/>
                          <a:cs typeface="微软雅黑" charset="-122"/>
                        </a:rPr>
                        <a:t>+</a:t>
                      </a:r>
                      <a:r>
                        <a:rPr lang="zh-CN" altLang="en-US" sz="1200" b="1" spc="120">
                          <a:solidFill>
                            <a:srgbClr val="404040"/>
                          </a:solidFill>
                          <a:uFillTx/>
                          <a:latin typeface="Times New Roman" panose="02020503050405090304" charset="0"/>
                          <a:ea typeface="黑体-简 中等" panose="02000000000000000000" charset="-122"/>
                          <a:cs typeface="微软雅黑" charset="-122"/>
                        </a:rPr>
                        <a:t>（</a:t>
                      </a:r>
                      <a:r>
                        <a:rPr lang="en-US" altLang="zh-CN" sz="1200" b="1" spc="120">
                          <a:solidFill>
                            <a:srgbClr val="404040"/>
                          </a:solidFill>
                          <a:uFillTx/>
                          <a:latin typeface="Times New Roman" panose="02020503050405090304" charset="0"/>
                          <a:ea typeface="黑体-简 中等" panose="02000000000000000000" charset="-122"/>
                          <a:cs typeface="微软雅黑" charset="-122"/>
                        </a:rPr>
                        <a:t>2×2 token </a:t>
                      </a:r>
                      <a:r>
                        <a:rPr lang="zh-CN" altLang="en-US" sz="1200" b="1" spc="120">
                          <a:solidFill>
                            <a:srgbClr val="404040"/>
                          </a:solidFill>
                          <a:uFillTx/>
                          <a:latin typeface="Times New Roman" panose="02020503050405090304" charset="0"/>
                          <a:ea typeface="黑体-简 中等" panose="02000000000000000000" charset="-122"/>
                          <a:cs typeface="微软雅黑" charset="-122"/>
                        </a:rPr>
                        <a:t>合并）</a:t>
                      </a:r>
                      <a:endParaRPr lang="zh-CN" altLang="en-US" sz="1200" b="1" spc="120">
                        <a:solidFill>
                          <a:srgbClr val="404040"/>
                        </a:solidFill>
                        <a:uFillTx/>
                        <a:latin typeface="Times New Roman" panose="02020503050405090304" charset="0"/>
                        <a:ea typeface="黑体-简 中等" panose="02000000000000000000" charset="-122"/>
                        <a:cs typeface="微软雅黑" charset="-122"/>
                      </a:endParaRPr>
                    </a:p>
                  </a:txBody>
                  <a:tcPr marL="177800" marR="177800" marT="25400" marB="25400" anchor="ctr" anchorCtr="0">
                    <a:lnL w="6350">
                      <a:solidFill>
                        <a:srgbClr val="D9D9D9"/>
                      </a:solidFill>
                      <a:prstDash val="solid"/>
                    </a:lnL>
                    <a:lnR w="6350">
                      <a:solidFill>
                        <a:srgbClr val="D9D9D9"/>
                      </a:solidFill>
                      <a:prstDash val="solid"/>
                    </a:lnR>
                    <a:lnT>
                      <a:noFill/>
                    </a:lnT>
                    <a:lnB>
                      <a:noFill/>
                    </a:lnB>
                    <a:solidFill>
                      <a:srgbClr val="F2F2F2"/>
                    </a:solidFill>
                  </a:tcPr>
                </a:tc>
                <a:tc>
                  <a:txBody>
                    <a:bodyPr/>
                    <a:p>
                      <a:pPr indent="0" algn="l">
                        <a:lnSpc>
                          <a:spcPct val="120000"/>
                        </a:lnSpc>
                        <a:spcBef>
                          <a:spcPts val="0"/>
                        </a:spcBef>
                        <a:spcAft>
                          <a:spcPts val="0"/>
                        </a:spcAft>
                      </a:pPr>
                      <a:r>
                        <a:rPr lang="en-US" altLang="zh-CN" sz="1200" b="1" spc="120">
                          <a:solidFill>
                            <a:srgbClr val="404040"/>
                          </a:solidFill>
                          <a:uFillTx/>
                          <a:latin typeface="Times New Roman" panose="02020503050405090304" charset="0"/>
                          <a:ea typeface="黑体-简 中等" panose="02000000000000000000" charset="-122"/>
                          <a:cs typeface="微软雅黑" charset="-122"/>
                        </a:rPr>
                        <a:t>2D-RoPE+ + M-RoPE+</a:t>
                      </a:r>
                      <a:r>
                        <a:rPr lang="zh-CN" altLang="en-US" sz="1200" b="1" spc="120">
                          <a:solidFill>
                            <a:srgbClr val="404040"/>
                          </a:solidFill>
                          <a:uFillTx/>
                          <a:latin typeface="Times New Roman" panose="02020503050405090304" charset="0"/>
                          <a:ea typeface="黑体-简 中等" panose="02000000000000000000" charset="-122"/>
                          <a:cs typeface="微软雅黑" charset="-122"/>
                        </a:rPr>
                        <a:t>（多模态）</a:t>
                      </a:r>
                      <a:endParaRPr lang="zh-CN" altLang="en-US" sz="1200" b="1" spc="120">
                        <a:solidFill>
                          <a:srgbClr val="404040"/>
                        </a:solidFill>
                        <a:uFillTx/>
                        <a:latin typeface="Times New Roman" panose="02020503050405090304" charset="0"/>
                        <a:ea typeface="黑体-简 中等" panose="02000000000000000000" charset="-122"/>
                        <a:cs typeface="微软雅黑" charset="-122"/>
                      </a:endParaRPr>
                    </a:p>
                  </a:txBody>
                  <a:tcPr marL="177800" marR="177800" marT="25400" marB="25400" anchor="ctr" anchorCtr="0">
                    <a:lnL w="6350">
                      <a:solidFill>
                        <a:srgbClr val="D9D9D9"/>
                      </a:solidFill>
                      <a:prstDash val="solid"/>
                    </a:lnL>
                    <a:lnR>
                      <a:noFill/>
                    </a:lnR>
                    <a:lnT>
                      <a:noFill/>
                    </a:lnT>
                    <a:lnB>
                      <a:noFill/>
                    </a:lnB>
                    <a:solidFill>
                      <a:srgbClr val="F2F2F2"/>
                    </a:solidFill>
                  </a:tcPr>
                </a:tc>
              </a:tr>
              <a:tr h="708025">
                <a:tc>
                  <a:txBody>
                    <a:bodyPr/>
                    <a:p>
                      <a:pPr indent="0" algn="l">
                        <a:lnSpc>
                          <a:spcPct val="120000"/>
                        </a:lnSpc>
                        <a:spcBef>
                          <a:spcPts val="0"/>
                        </a:spcBef>
                        <a:spcAft>
                          <a:spcPts val="0"/>
                        </a:spcAft>
                      </a:pPr>
                      <a:r>
                        <a:rPr lang="en-US" altLang="zh-CN" sz="1200" b="1" spc="120">
                          <a:solidFill>
                            <a:srgbClr val="404040"/>
                          </a:solidFill>
                          <a:uFillTx/>
                          <a:latin typeface="Times New Roman" panose="02020503050405090304" charset="0"/>
                          <a:ea typeface="黑体-简 中等" panose="02000000000000000000" charset="-122"/>
                          <a:cs typeface="黑体-简" panose="02000000000000000000" charset="-122"/>
                        </a:rPr>
                        <a:t>Qwen2.5-VL</a:t>
                      </a:r>
                      <a:endParaRPr lang="en-US" altLang="zh-CN" sz="1200" b="1" spc="120">
                        <a:solidFill>
                          <a:srgbClr val="404040"/>
                        </a:solidFill>
                        <a:uFillTx/>
                        <a:latin typeface="Times New Roman" panose="02020503050405090304" charset="0"/>
                        <a:ea typeface="黑体-简 中等" panose="02000000000000000000" charset="-122"/>
                        <a:cs typeface="黑体-简" panose="02000000000000000000" charset="-122"/>
                      </a:endParaRPr>
                    </a:p>
                  </a:txBody>
                  <a:tcPr marL="177800" marR="177800" marT="25400" marB="25400" anchor="ctr" anchorCtr="0">
                    <a:lnL>
                      <a:noFill/>
                    </a:lnL>
                    <a:lnR w="12700">
                      <a:solidFill>
                        <a:srgbClr val="D9D9D9"/>
                      </a:solidFill>
                      <a:prstDash val="solid"/>
                    </a:lnR>
                    <a:lnT>
                      <a:noFill/>
                    </a:lnT>
                    <a:lnB>
                      <a:noFill/>
                    </a:lnB>
                    <a:solidFill>
                      <a:srgbClr val="FFFFFF"/>
                    </a:solidFill>
                  </a:tcPr>
                </a:tc>
                <a:tc>
                  <a:txBody>
                    <a:bodyPr/>
                    <a:p>
                      <a:pPr indent="0" algn="l">
                        <a:lnSpc>
                          <a:spcPct val="120000"/>
                        </a:lnSpc>
                        <a:spcBef>
                          <a:spcPts val="0"/>
                        </a:spcBef>
                        <a:spcAft>
                          <a:spcPts val="0"/>
                        </a:spcAft>
                      </a:pPr>
                      <a:r>
                        <a:rPr lang="en-US" altLang="zh-CN" sz="1200" b="1" spc="120">
                          <a:solidFill>
                            <a:srgbClr val="404040"/>
                          </a:solidFill>
                          <a:uFillTx/>
                          <a:latin typeface="Times New Roman" panose="02020503050405090304" charset="0"/>
                          <a:ea typeface="黑体-简 中等" panose="02000000000000000000" charset="-122"/>
                          <a:cs typeface="黑体-简" panose="02000000000000000000" charset="-122"/>
                        </a:rPr>
                        <a:t>Qwen2.5</a:t>
                      </a:r>
                      <a:endParaRPr lang="en-US" altLang="zh-CN" sz="1200" b="1" spc="120">
                        <a:solidFill>
                          <a:srgbClr val="404040"/>
                        </a:solidFill>
                        <a:uFillTx/>
                        <a:latin typeface="Times New Roman" panose="02020503050405090304" charset="0"/>
                        <a:ea typeface="黑体-简 中等" panose="02000000000000000000" charset="-122"/>
                        <a:cs typeface="黑体-简" panose="02000000000000000000" charset="-122"/>
                      </a:endParaRPr>
                    </a:p>
                  </a:txBody>
                  <a:tcPr marL="177800" marR="177800" marT="25400" marB="25400" anchor="ctr" anchorCtr="0">
                    <a:lnL w="12700">
                      <a:solidFill>
                        <a:srgbClr val="D9D9D9"/>
                      </a:solidFill>
                      <a:prstDash val="solid"/>
                    </a:lnL>
                    <a:lnR w="6350">
                      <a:solidFill>
                        <a:srgbClr val="D9D9D9"/>
                      </a:solidFill>
                      <a:prstDash val="solid"/>
                    </a:lnR>
                    <a:lnT>
                      <a:noFill/>
                    </a:lnT>
                    <a:lnB>
                      <a:noFill/>
                    </a:lnB>
                    <a:solidFill>
                      <a:srgbClr val="FFFFFF"/>
                    </a:solidFill>
                  </a:tcPr>
                </a:tc>
                <a:tc>
                  <a:txBody>
                    <a:bodyPr/>
                    <a:p>
                      <a:pPr indent="0" algn="l">
                        <a:lnSpc>
                          <a:spcPct val="120000"/>
                        </a:lnSpc>
                        <a:spcBef>
                          <a:spcPts val="0"/>
                        </a:spcBef>
                        <a:spcAft>
                          <a:spcPts val="0"/>
                        </a:spcAft>
                      </a:pPr>
                      <a:r>
                        <a:rPr lang="zh-CN" altLang="en-US" sz="1200" b="1" spc="120">
                          <a:solidFill>
                            <a:srgbClr val="404040"/>
                          </a:solidFill>
                          <a:uFillTx/>
                          <a:latin typeface="Times New Roman" panose="02020503050405090304" charset="0"/>
                          <a:ea typeface="黑体-简 中等" panose="02000000000000000000" charset="-122"/>
                          <a:cs typeface="微软雅黑" charset="-122"/>
                        </a:rPr>
                        <a:t>重新设计 </a:t>
                      </a:r>
                      <a:r>
                        <a:rPr lang="en-US" altLang="zh-CN" sz="1200" b="1" spc="120">
                          <a:solidFill>
                            <a:srgbClr val="404040"/>
                          </a:solidFill>
                          <a:uFillTx/>
                          <a:latin typeface="Times New Roman" panose="02020503050405090304" charset="0"/>
                          <a:ea typeface="黑体-简 中等" panose="02000000000000000000" charset="-122"/>
                          <a:cs typeface="微软雅黑" charset="-122"/>
                        </a:rPr>
                        <a:t>ViT</a:t>
                      </a:r>
                      <a:r>
                        <a:rPr lang="zh-CN" altLang="en-US" sz="1200" b="1" spc="120">
                          <a:solidFill>
                            <a:srgbClr val="404040"/>
                          </a:solidFill>
                          <a:uFillTx/>
                          <a:latin typeface="Times New Roman" panose="02020503050405090304" charset="0"/>
                          <a:ea typeface="黑体-简 中等" panose="02000000000000000000" charset="-122"/>
                          <a:cs typeface="微软雅黑" charset="-122"/>
                        </a:rPr>
                        <a:t>，原生分辨率，窗口注意力，</a:t>
                      </a:r>
                      <a:r>
                        <a:rPr lang="en-US" altLang="zh-CN" sz="1200" b="1" spc="120">
                          <a:solidFill>
                            <a:srgbClr val="404040"/>
                          </a:solidFill>
                          <a:uFillTx/>
                          <a:latin typeface="Times New Roman" panose="02020503050405090304" charset="0"/>
                          <a:ea typeface="黑体-简 中等" panose="02000000000000000000" charset="-122"/>
                          <a:cs typeface="微软雅黑" charset="-122"/>
                        </a:rPr>
                        <a:t>3D patch</a:t>
                      </a:r>
                      <a:endParaRPr lang="en-US" altLang="zh-CN" sz="1200" b="1" spc="120">
                        <a:solidFill>
                          <a:srgbClr val="404040"/>
                        </a:solidFill>
                        <a:uFillTx/>
                        <a:latin typeface="Times New Roman" panose="02020503050405090304" charset="0"/>
                        <a:ea typeface="黑体-简 中等" panose="02000000000000000000" charset="-122"/>
                        <a:cs typeface="微软雅黑" charset="-122"/>
                      </a:endParaRPr>
                    </a:p>
                  </a:txBody>
                  <a:tcPr marL="177800" marR="177800" marT="25400" marB="25400" anchor="ctr" anchorCtr="0">
                    <a:lnL w="6350">
                      <a:solidFill>
                        <a:srgbClr val="D9D9D9"/>
                      </a:solidFill>
                      <a:prstDash val="solid"/>
                    </a:lnL>
                    <a:lnR w="6350">
                      <a:solidFill>
                        <a:srgbClr val="D9D9D9"/>
                      </a:solidFill>
                      <a:prstDash val="solid"/>
                    </a:lnR>
                    <a:lnT>
                      <a:noFill/>
                    </a:lnT>
                    <a:lnB>
                      <a:noFill/>
                    </a:lnB>
                    <a:solidFill>
                      <a:srgbClr val="FFFFFF"/>
                    </a:solidFill>
                  </a:tcPr>
                </a:tc>
                <a:tc>
                  <a:txBody>
                    <a:bodyPr/>
                    <a:p>
                      <a:pPr indent="0" algn="l">
                        <a:lnSpc>
                          <a:spcPct val="120000"/>
                        </a:lnSpc>
                        <a:spcBef>
                          <a:spcPts val="0"/>
                        </a:spcBef>
                        <a:spcAft>
                          <a:spcPts val="0"/>
                        </a:spcAft>
                      </a:pPr>
                      <a:r>
                        <a:rPr lang="en-US" altLang="zh-CN" sz="1200" b="1" spc="120">
                          <a:solidFill>
                            <a:srgbClr val="404040"/>
                          </a:solidFill>
                          <a:uFillTx/>
                          <a:latin typeface="Times New Roman" panose="02020503050405090304" charset="0"/>
                          <a:ea typeface="黑体-简 中等" panose="02000000000000000000" charset="-122"/>
                          <a:cs typeface="微软雅黑" charset="-122"/>
                        </a:rPr>
                        <a:t>MLP </a:t>
                      </a:r>
                      <a:r>
                        <a:rPr lang="zh-CN" altLang="en-US" sz="1200" b="1" spc="120">
                          <a:solidFill>
                            <a:srgbClr val="404040"/>
                          </a:solidFill>
                          <a:uFillTx/>
                          <a:latin typeface="Times New Roman" panose="02020503050405090304" charset="0"/>
                          <a:ea typeface="黑体-简 中等" panose="02000000000000000000" charset="-122"/>
                          <a:cs typeface="微软雅黑" charset="-122"/>
                        </a:rPr>
                        <a:t>压缩（</a:t>
                      </a:r>
                      <a:r>
                        <a:rPr lang="en-US" altLang="zh-CN" sz="1200" b="1" spc="120">
                          <a:solidFill>
                            <a:srgbClr val="404040"/>
                          </a:solidFill>
                          <a:uFillTx/>
                          <a:latin typeface="Times New Roman" panose="02020503050405090304" charset="0"/>
                          <a:ea typeface="黑体-简 中等" panose="02000000000000000000" charset="-122"/>
                          <a:cs typeface="微软雅黑" charset="-122"/>
                        </a:rPr>
                        <a:t>4 patch </a:t>
                      </a:r>
                      <a:r>
                        <a:rPr lang="zh-CN" altLang="en-US" sz="1200" b="1" spc="120">
                          <a:solidFill>
                            <a:srgbClr val="404040"/>
                          </a:solidFill>
                          <a:uFillTx/>
                          <a:latin typeface="Times New Roman" panose="02020503050405090304" charset="0"/>
                          <a:ea typeface="黑体-简 中等" panose="02000000000000000000" charset="-122"/>
                          <a:cs typeface="微软雅黑" charset="-122"/>
                        </a:rPr>
                        <a:t>合并）</a:t>
                      </a:r>
                      <a:endParaRPr lang="zh-CN" altLang="en-US" sz="1200" b="1" spc="120">
                        <a:solidFill>
                          <a:srgbClr val="404040"/>
                        </a:solidFill>
                        <a:uFillTx/>
                        <a:latin typeface="Times New Roman" panose="02020503050405090304" charset="0"/>
                        <a:ea typeface="黑体-简 中等" panose="02000000000000000000" charset="-122"/>
                        <a:cs typeface="微软雅黑" charset="-122"/>
                      </a:endParaRPr>
                    </a:p>
                  </a:txBody>
                  <a:tcPr marL="177800" marR="177800" marT="25400" marB="25400" anchor="ctr" anchorCtr="0">
                    <a:lnL w="6350">
                      <a:solidFill>
                        <a:srgbClr val="D9D9D9"/>
                      </a:solidFill>
                      <a:prstDash val="solid"/>
                    </a:lnL>
                    <a:lnR w="6350">
                      <a:solidFill>
                        <a:srgbClr val="D9D9D9"/>
                      </a:solidFill>
                      <a:prstDash val="solid"/>
                    </a:lnR>
                    <a:lnT>
                      <a:noFill/>
                    </a:lnT>
                    <a:lnB>
                      <a:noFill/>
                    </a:lnB>
                    <a:solidFill>
                      <a:srgbClr val="FFFFFF"/>
                    </a:solidFill>
                  </a:tcPr>
                </a:tc>
                <a:tc>
                  <a:txBody>
                    <a:bodyPr/>
                    <a:p>
                      <a:pPr indent="0" algn="l">
                        <a:lnSpc>
                          <a:spcPct val="120000"/>
                        </a:lnSpc>
                        <a:spcBef>
                          <a:spcPts val="0"/>
                        </a:spcBef>
                        <a:spcAft>
                          <a:spcPts val="0"/>
                        </a:spcAft>
                      </a:pPr>
                      <a:r>
                        <a:rPr lang="en-US" altLang="zh-CN" sz="1200" b="1" spc="120">
                          <a:solidFill>
                            <a:srgbClr val="404040"/>
                          </a:solidFill>
                          <a:uFillTx/>
                          <a:latin typeface="Times New Roman" panose="02020503050405090304" charset="0"/>
                          <a:ea typeface="黑体-简 中等" panose="02000000000000000000" charset="-122"/>
                          <a:cs typeface="微软雅黑" charset="-122"/>
                        </a:rPr>
                        <a:t>2D-RoPE + MRoPE</a:t>
                      </a:r>
                      <a:r>
                        <a:rPr lang="zh-CN" altLang="en-US" sz="1200" b="1" spc="120">
                          <a:solidFill>
                            <a:srgbClr val="404040"/>
                          </a:solidFill>
                          <a:uFillTx/>
                          <a:latin typeface="Times New Roman" panose="02020503050405090304" charset="0"/>
                          <a:ea typeface="黑体-简 中等" panose="02000000000000000000" charset="-122"/>
                          <a:cs typeface="微软雅黑" charset="-122"/>
                        </a:rPr>
                        <a:t>（绝对时间）</a:t>
                      </a:r>
                      <a:endParaRPr lang="zh-CN" altLang="en-US" sz="1200" b="1" spc="120">
                        <a:solidFill>
                          <a:srgbClr val="404040"/>
                        </a:solidFill>
                        <a:uFillTx/>
                        <a:latin typeface="Times New Roman" panose="02020503050405090304" charset="0"/>
                        <a:ea typeface="黑体-简 中等" panose="02000000000000000000" charset="-122"/>
                        <a:cs typeface="微软雅黑" charset="-122"/>
                      </a:endParaRPr>
                    </a:p>
                  </a:txBody>
                  <a:tcPr marL="177800" marR="177800" marT="25400" marB="25400" anchor="ctr" anchorCtr="0">
                    <a:lnL w="6350">
                      <a:solidFill>
                        <a:srgbClr val="D9D9D9"/>
                      </a:solidFill>
                      <a:prstDash val="solid"/>
                    </a:lnL>
                    <a:lnR>
                      <a:noFill/>
                    </a:lnR>
                    <a:lnT>
                      <a:noFill/>
                    </a:lnT>
                    <a:lnB>
                      <a:noFill/>
                    </a:lnB>
                    <a:solidFill>
                      <a:srgbClr val="FFFFFF"/>
                    </a:solidFill>
                  </a:tcPr>
                </a:tc>
              </a:tr>
              <a:tr h="1146175">
                <a:tc>
                  <a:txBody>
                    <a:bodyPr/>
                    <a:p>
                      <a:pPr indent="0" algn="l">
                        <a:lnSpc>
                          <a:spcPct val="120000"/>
                        </a:lnSpc>
                        <a:spcBef>
                          <a:spcPts val="0"/>
                        </a:spcBef>
                        <a:spcAft>
                          <a:spcPts val="0"/>
                        </a:spcAft>
                      </a:pPr>
                      <a:r>
                        <a:rPr lang="en-US" altLang="zh-CN" sz="1200" b="1" spc="120">
                          <a:solidFill>
                            <a:srgbClr val="404040"/>
                          </a:solidFill>
                          <a:uFillTx/>
                          <a:latin typeface="Times New Roman" panose="02020503050405090304" charset="0"/>
                          <a:ea typeface="黑体-简 中等" panose="02000000000000000000" charset="-122"/>
                          <a:cs typeface="黑体-简" panose="02000000000000000000" charset="-122"/>
                        </a:rPr>
                        <a:t>Qwen3-VL</a:t>
                      </a:r>
                      <a:endParaRPr lang="en-US" altLang="zh-CN" sz="1200" b="1" spc="120">
                        <a:solidFill>
                          <a:srgbClr val="404040"/>
                        </a:solidFill>
                        <a:uFillTx/>
                        <a:latin typeface="Times New Roman" panose="02020503050405090304" charset="0"/>
                        <a:ea typeface="黑体-简 中等" panose="02000000000000000000" charset="-122"/>
                        <a:cs typeface="黑体-简" panose="02000000000000000000" charset="-122"/>
                      </a:endParaRPr>
                    </a:p>
                  </a:txBody>
                  <a:tcPr marL="177800" marR="177800" marT="25400" marB="25400" anchor="ctr" anchorCtr="0">
                    <a:lnL>
                      <a:noFill/>
                    </a:lnL>
                    <a:lnR w="12700">
                      <a:solidFill>
                        <a:srgbClr val="D9D9D9"/>
                      </a:solidFill>
                      <a:prstDash val="solid"/>
                    </a:lnR>
                    <a:lnT>
                      <a:noFill/>
                    </a:lnT>
                    <a:lnB w="19050">
                      <a:solidFill>
                        <a:srgbClr val="595959"/>
                      </a:solidFill>
                      <a:prstDash val="solid"/>
                    </a:lnB>
                    <a:solidFill>
                      <a:srgbClr val="F2F2F2"/>
                    </a:solidFill>
                  </a:tcPr>
                </a:tc>
                <a:tc>
                  <a:txBody>
                    <a:bodyPr/>
                    <a:p>
                      <a:pPr indent="0" algn="l">
                        <a:lnSpc>
                          <a:spcPct val="120000"/>
                        </a:lnSpc>
                        <a:spcBef>
                          <a:spcPts val="0"/>
                        </a:spcBef>
                        <a:spcAft>
                          <a:spcPts val="0"/>
                        </a:spcAft>
                      </a:pPr>
                      <a:r>
                        <a:rPr lang="en-US" altLang="zh-CN" sz="1200" b="1" spc="120">
                          <a:solidFill>
                            <a:srgbClr val="404040"/>
                          </a:solidFill>
                          <a:uFillTx/>
                          <a:latin typeface="Times New Roman" panose="02020503050405090304" charset="0"/>
                          <a:ea typeface="黑体-简 中等" panose="02000000000000000000" charset="-122"/>
                          <a:cs typeface="微软雅黑" charset="-122"/>
                        </a:rPr>
                        <a:t>Qwen3</a:t>
                      </a:r>
                      <a:r>
                        <a:rPr lang="zh-CN" altLang="en-US" sz="1200" b="1" spc="120">
                          <a:solidFill>
                            <a:srgbClr val="404040"/>
                          </a:solidFill>
                          <a:uFillTx/>
                          <a:latin typeface="Times New Roman" panose="02020503050405090304" charset="0"/>
                          <a:ea typeface="黑体-简 中等" panose="02000000000000000000" charset="-122"/>
                          <a:cs typeface="微软雅黑" charset="-122"/>
                        </a:rPr>
                        <a:t>（原生支持 </a:t>
                      </a:r>
                      <a:r>
                        <a:rPr lang="en-US" altLang="zh-CN" sz="1200" b="1" spc="120">
                          <a:solidFill>
                            <a:srgbClr val="404040"/>
                          </a:solidFill>
                          <a:uFillTx/>
                          <a:latin typeface="Times New Roman" panose="02020503050405090304" charset="0"/>
                          <a:ea typeface="黑体-简 中等" panose="02000000000000000000" charset="-122"/>
                          <a:cs typeface="微软雅黑" charset="-122"/>
                        </a:rPr>
                        <a:t>256k </a:t>
                      </a:r>
                      <a:r>
                        <a:rPr lang="zh-CN" altLang="en-US" sz="1200" b="1" spc="120">
                          <a:solidFill>
                            <a:srgbClr val="404040"/>
                          </a:solidFill>
                          <a:uFillTx/>
                          <a:latin typeface="Times New Roman" panose="02020503050405090304" charset="0"/>
                          <a:ea typeface="黑体-简 中等" panose="02000000000000000000" charset="-122"/>
                          <a:cs typeface="微软雅黑" charset="-122"/>
                        </a:rPr>
                        <a:t>上下文）</a:t>
                      </a:r>
                      <a:endParaRPr lang="zh-CN" altLang="en-US" sz="1200" b="1" spc="120">
                        <a:solidFill>
                          <a:srgbClr val="404040"/>
                        </a:solidFill>
                        <a:uFillTx/>
                        <a:latin typeface="Times New Roman" panose="02020503050405090304" charset="0"/>
                        <a:ea typeface="黑体-简 中等" panose="02000000000000000000" charset="-122"/>
                        <a:cs typeface="微软雅黑" charset="-122"/>
                      </a:endParaRPr>
                    </a:p>
                  </a:txBody>
                  <a:tcPr marL="177800" marR="177800" marT="25400" marB="25400" anchor="ctr" anchorCtr="0">
                    <a:lnL w="12700">
                      <a:solidFill>
                        <a:srgbClr val="D9D9D9"/>
                      </a:solidFill>
                      <a:prstDash val="solid"/>
                    </a:lnL>
                    <a:lnR w="6350">
                      <a:solidFill>
                        <a:srgbClr val="D9D9D9"/>
                      </a:solidFill>
                      <a:prstDash val="solid"/>
                    </a:lnR>
                    <a:lnT>
                      <a:noFill/>
                    </a:lnT>
                    <a:lnB w="19050">
                      <a:solidFill>
                        <a:srgbClr val="595959"/>
                      </a:solidFill>
                      <a:prstDash val="solid"/>
                    </a:lnB>
                    <a:solidFill>
                      <a:srgbClr val="F2F2F2"/>
                    </a:solidFill>
                  </a:tcPr>
                </a:tc>
                <a:tc>
                  <a:txBody>
                    <a:bodyPr/>
                    <a:p>
                      <a:pPr indent="0" algn="l">
                        <a:lnSpc>
                          <a:spcPct val="120000"/>
                        </a:lnSpc>
                        <a:spcBef>
                          <a:spcPts val="0"/>
                        </a:spcBef>
                        <a:spcAft>
                          <a:spcPts val="0"/>
                        </a:spcAft>
                      </a:pPr>
                      <a:r>
                        <a:rPr lang="en-US" altLang="zh-CN" sz="1200" b="1" spc="120">
                          <a:solidFill>
                            <a:srgbClr val="404040"/>
                          </a:solidFill>
                          <a:uFillTx/>
                          <a:latin typeface="Times New Roman" panose="02020503050405090304" charset="0"/>
                          <a:ea typeface="黑体-简 中等" panose="02000000000000000000" charset="-122"/>
                          <a:cs typeface="微软雅黑" charset="-122"/>
                        </a:rPr>
                        <a:t>SigLIP-2 </a:t>
                      </a:r>
                      <a:r>
                        <a:rPr lang="zh-CN" altLang="en-US" sz="1200" b="1" spc="120">
                          <a:solidFill>
                            <a:srgbClr val="404040"/>
                          </a:solidFill>
                          <a:uFillTx/>
                          <a:latin typeface="Times New Roman" panose="02020503050405090304" charset="0"/>
                          <a:ea typeface="黑体-简 中等" panose="02000000000000000000" charset="-122"/>
                          <a:cs typeface="微软雅黑" charset="-122"/>
                        </a:rPr>
                        <a:t>编码器（取代 </a:t>
                      </a:r>
                      <a:r>
                        <a:rPr lang="en-US" altLang="zh-CN" sz="1200" b="1" spc="120">
                          <a:solidFill>
                            <a:srgbClr val="404040"/>
                          </a:solidFill>
                          <a:uFillTx/>
                          <a:latin typeface="Times New Roman" panose="02020503050405090304" charset="0"/>
                          <a:ea typeface="黑体-简 中等" panose="02000000000000000000" charset="-122"/>
                          <a:cs typeface="微软雅黑" charset="-122"/>
                        </a:rPr>
                        <a:t>ViT</a:t>
                      </a:r>
                      <a:r>
                        <a:rPr lang="zh-CN" altLang="en-US" sz="1200" b="1" spc="120">
                          <a:solidFill>
                            <a:srgbClr val="404040"/>
                          </a:solidFill>
                          <a:uFillTx/>
                          <a:latin typeface="Times New Roman" panose="02020503050405090304" charset="0"/>
                          <a:ea typeface="黑体-简 中等" panose="02000000000000000000" charset="-122"/>
                          <a:cs typeface="微软雅黑" charset="-122"/>
                        </a:rPr>
                        <a:t>），原生动态分辨率，全自注意力，</a:t>
                      </a:r>
                      <a:r>
                        <a:rPr lang="en-US" altLang="zh-CN" sz="1200" b="1" spc="120">
                          <a:solidFill>
                            <a:srgbClr val="404040"/>
                          </a:solidFill>
                          <a:uFillTx/>
                          <a:latin typeface="Times New Roman" panose="02020503050405090304" charset="0"/>
                          <a:ea typeface="黑体-简 中等" panose="02000000000000000000" charset="-122"/>
                          <a:cs typeface="微软雅黑" charset="-122"/>
                        </a:rPr>
                        <a:t>patch </a:t>
                      </a:r>
                      <a:r>
                        <a:rPr lang="zh-CN" altLang="en-US" sz="1200" b="1" spc="120">
                          <a:solidFill>
                            <a:srgbClr val="404040"/>
                          </a:solidFill>
                          <a:uFillTx/>
                          <a:latin typeface="Times New Roman" panose="02020503050405090304" charset="0"/>
                          <a:ea typeface="黑体-简 中等" panose="02000000000000000000" charset="-122"/>
                          <a:cs typeface="微软雅黑" charset="-122"/>
                        </a:rPr>
                        <a:t>大小 </a:t>
                      </a:r>
                      <a:r>
                        <a:rPr lang="en-US" altLang="zh-CN" sz="1200" b="1" spc="120">
                          <a:solidFill>
                            <a:srgbClr val="404040"/>
                          </a:solidFill>
                          <a:uFillTx/>
                          <a:latin typeface="Times New Roman" panose="02020503050405090304" charset="0"/>
                          <a:ea typeface="黑体-简 中等" panose="02000000000000000000" charset="-122"/>
                          <a:cs typeface="微软雅黑" charset="-122"/>
                        </a:rPr>
                        <a:t>16×16</a:t>
                      </a:r>
                      <a:r>
                        <a:rPr lang="zh-CN" altLang="en-US" sz="1200" b="1" spc="120">
                          <a:solidFill>
                            <a:srgbClr val="404040"/>
                          </a:solidFill>
                          <a:uFillTx/>
                          <a:latin typeface="Times New Roman" panose="02020503050405090304" charset="0"/>
                          <a:ea typeface="黑体-简 中等" panose="02000000000000000000" charset="-122"/>
                          <a:cs typeface="微软雅黑" charset="-122"/>
                        </a:rPr>
                        <a:t>，空间压缩比 </a:t>
                      </a:r>
                      <a:r>
                        <a:rPr lang="en-US" altLang="zh-CN" sz="1200" b="1" spc="120">
                          <a:solidFill>
                            <a:srgbClr val="404040"/>
                          </a:solidFill>
                          <a:uFillTx/>
                          <a:latin typeface="Times New Roman" panose="02020503050405090304" charset="0"/>
                          <a:ea typeface="黑体-简 中等" panose="02000000000000000000" charset="-122"/>
                          <a:cs typeface="微软雅黑" charset="-122"/>
                        </a:rPr>
                        <a:t>32 </a:t>
                      </a:r>
                      <a:r>
                        <a:rPr lang="zh-CN" altLang="en-US" sz="1200" b="1" spc="120">
                          <a:solidFill>
                            <a:srgbClr val="404040"/>
                          </a:solidFill>
                          <a:uFillTx/>
                          <a:latin typeface="Times New Roman" panose="02020503050405090304" charset="0"/>
                          <a:ea typeface="黑体-简 中等" panose="02000000000000000000" charset="-122"/>
                          <a:cs typeface="微软雅黑" charset="-122"/>
                        </a:rPr>
                        <a:t>倍</a:t>
                      </a:r>
                      <a:endParaRPr lang="zh-CN" altLang="en-US" sz="1200" b="1" spc="120">
                        <a:solidFill>
                          <a:srgbClr val="404040"/>
                        </a:solidFill>
                        <a:uFillTx/>
                        <a:latin typeface="Times New Roman" panose="02020503050405090304" charset="0"/>
                        <a:ea typeface="黑体-简 中等" panose="02000000000000000000" charset="-122"/>
                        <a:cs typeface="微软雅黑" charset="-122"/>
                      </a:endParaRPr>
                    </a:p>
                  </a:txBody>
                  <a:tcPr marL="177800" marR="177800" marT="25400" marB="25400" anchor="ctr" anchorCtr="0">
                    <a:lnL w="6350">
                      <a:solidFill>
                        <a:srgbClr val="D9D9D9"/>
                      </a:solidFill>
                      <a:prstDash val="solid"/>
                    </a:lnL>
                    <a:lnR w="6350">
                      <a:solidFill>
                        <a:srgbClr val="D9D9D9"/>
                      </a:solidFill>
                      <a:prstDash val="solid"/>
                    </a:lnR>
                    <a:lnT>
                      <a:noFill/>
                    </a:lnT>
                    <a:lnB w="19050">
                      <a:solidFill>
                        <a:srgbClr val="595959"/>
                      </a:solidFill>
                      <a:prstDash val="solid"/>
                    </a:lnB>
                    <a:solidFill>
                      <a:srgbClr val="F2F2F2"/>
                    </a:solidFill>
                  </a:tcPr>
                </a:tc>
                <a:tc>
                  <a:txBody>
                    <a:bodyPr/>
                    <a:p>
                      <a:pPr indent="0" algn="l">
                        <a:lnSpc>
                          <a:spcPct val="120000"/>
                        </a:lnSpc>
                        <a:spcBef>
                          <a:spcPts val="0"/>
                        </a:spcBef>
                        <a:spcAft>
                          <a:spcPts val="0"/>
                        </a:spcAft>
                      </a:pPr>
                      <a:r>
                        <a:rPr lang="en-US" altLang="zh-CN" sz="1200" b="1" spc="120">
                          <a:solidFill>
                            <a:srgbClr val="404040"/>
                          </a:solidFill>
                          <a:uFillTx/>
                          <a:latin typeface="Times New Roman" panose="02020503050405090304" charset="0"/>
                          <a:ea typeface="黑体-简 中等" panose="02000000000000000000" charset="-122"/>
                          <a:cs typeface="微软雅黑" charset="-122"/>
                        </a:rPr>
                        <a:t>DeepStack </a:t>
                      </a:r>
                      <a:r>
                        <a:rPr lang="zh-CN" altLang="en-US" sz="1200" b="1" spc="120">
                          <a:solidFill>
                            <a:srgbClr val="404040"/>
                          </a:solidFill>
                          <a:uFillTx/>
                          <a:latin typeface="Times New Roman" panose="02020503050405090304" charset="0"/>
                          <a:ea typeface="黑体-简 中等" panose="02000000000000000000" charset="-122"/>
                          <a:cs typeface="微软雅黑" charset="-122"/>
                        </a:rPr>
                        <a:t>多层特征融合 </a:t>
                      </a:r>
                      <a:r>
                        <a:rPr lang="en-US" altLang="zh-CN" sz="1200" b="1" spc="120">
                          <a:solidFill>
                            <a:srgbClr val="404040"/>
                          </a:solidFill>
                          <a:uFillTx/>
                          <a:latin typeface="Times New Roman" panose="02020503050405090304" charset="0"/>
                          <a:ea typeface="黑体-简 中等" panose="02000000000000000000" charset="-122"/>
                          <a:cs typeface="微软雅黑" charset="-122"/>
                        </a:rPr>
                        <a:t>+ MLP </a:t>
                      </a:r>
                      <a:r>
                        <a:rPr lang="zh-CN" altLang="en-US" sz="1200" b="1" spc="120">
                          <a:solidFill>
                            <a:srgbClr val="404040"/>
                          </a:solidFill>
                          <a:uFillTx/>
                          <a:latin typeface="Times New Roman" panose="02020503050405090304" charset="0"/>
                          <a:ea typeface="黑体-简 中等" panose="02000000000000000000" charset="-122"/>
                          <a:cs typeface="微软雅黑" charset="-122"/>
                        </a:rPr>
                        <a:t>压缩</a:t>
                      </a:r>
                      <a:endParaRPr lang="zh-CN" altLang="en-US" sz="1200" b="1" spc="120">
                        <a:solidFill>
                          <a:srgbClr val="404040"/>
                        </a:solidFill>
                        <a:uFillTx/>
                        <a:latin typeface="Times New Roman" panose="02020503050405090304" charset="0"/>
                        <a:ea typeface="黑体-简 中等" panose="02000000000000000000" charset="-122"/>
                        <a:cs typeface="微软雅黑" charset="-122"/>
                      </a:endParaRPr>
                    </a:p>
                  </a:txBody>
                  <a:tcPr marL="177800" marR="177800" marT="25400" marB="25400" anchor="ctr" anchorCtr="0">
                    <a:lnL w="6350">
                      <a:solidFill>
                        <a:srgbClr val="D9D9D9"/>
                      </a:solidFill>
                      <a:prstDash val="solid"/>
                    </a:lnL>
                    <a:lnR w="6350">
                      <a:solidFill>
                        <a:srgbClr val="D9D9D9"/>
                      </a:solidFill>
                      <a:prstDash val="solid"/>
                    </a:lnR>
                    <a:lnT>
                      <a:noFill/>
                    </a:lnT>
                    <a:lnB w="19050">
                      <a:solidFill>
                        <a:srgbClr val="595959"/>
                      </a:solidFill>
                      <a:prstDash val="solid"/>
                    </a:lnB>
                    <a:solidFill>
                      <a:srgbClr val="F2F2F2"/>
                    </a:solidFill>
                  </a:tcPr>
                </a:tc>
                <a:tc>
                  <a:txBody>
                    <a:bodyPr/>
                    <a:p>
                      <a:pPr indent="0" algn="l">
                        <a:lnSpc>
                          <a:spcPct val="120000"/>
                        </a:lnSpc>
                        <a:spcBef>
                          <a:spcPts val="0"/>
                        </a:spcBef>
                        <a:spcAft>
                          <a:spcPts val="0"/>
                        </a:spcAft>
                      </a:pPr>
                      <a:r>
                        <a:rPr lang="en-US" altLang="zh-CN" sz="1200" b="1" spc="120">
                          <a:solidFill>
                            <a:srgbClr val="404040"/>
                          </a:solidFill>
                          <a:uFillTx/>
                          <a:latin typeface="Times New Roman" panose="02020503050405090304" charset="0"/>
                          <a:ea typeface="黑体-简 中等" panose="02000000000000000000" charset="-122"/>
                          <a:cs typeface="微软雅黑" charset="-122"/>
                        </a:rPr>
                        <a:t>Interleaved-MRoPE</a:t>
                      </a:r>
                      <a:r>
                        <a:rPr lang="zh-CN" altLang="en-US" sz="1200" b="1" spc="120">
                          <a:solidFill>
                            <a:srgbClr val="404040"/>
                          </a:solidFill>
                          <a:uFillTx/>
                          <a:latin typeface="Times New Roman" panose="02020503050405090304" charset="0"/>
                          <a:ea typeface="黑体-简 中等" panose="02000000000000000000" charset="-122"/>
                          <a:cs typeface="微软雅黑" charset="-122"/>
                        </a:rPr>
                        <a:t>（全频率分配）</a:t>
                      </a:r>
                      <a:r>
                        <a:rPr lang="en-US" altLang="zh-CN" sz="1200" b="1" spc="120">
                          <a:solidFill>
                            <a:srgbClr val="404040"/>
                          </a:solidFill>
                          <a:uFillTx/>
                          <a:latin typeface="Times New Roman" panose="02020503050405090304" charset="0"/>
                          <a:ea typeface="黑体-简 中等" panose="02000000000000000000" charset="-122"/>
                          <a:cs typeface="微软雅黑" charset="-122"/>
                        </a:rPr>
                        <a:t>+ </a:t>
                      </a:r>
                      <a:r>
                        <a:rPr lang="zh-CN" altLang="en-US" sz="1200" b="1" spc="120">
                          <a:solidFill>
                            <a:srgbClr val="404040"/>
                          </a:solidFill>
                          <a:uFillTx/>
                          <a:latin typeface="Times New Roman" panose="02020503050405090304" charset="0"/>
                          <a:ea typeface="黑体-简 中等" panose="02000000000000000000" charset="-122"/>
                          <a:cs typeface="微软雅黑" charset="-122"/>
                        </a:rPr>
                        <a:t>显式文本时间戳对齐</a:t>
                      </a:r>
                      <a:endParaRPr lang="zh-CN" altLang="en-US" sz="1200" b="1" spc="120">
                        <a:solidFill>
                          <a:srgbClr val="404040"/>
                        </a:solidFill>
                        <a:uFillTx/>
                        <a:latin typeface="Times New Roman" panose="02020503050405090304" charset="0"/>
                        <a:ea typeface="黑体-简 中等" panose="02000000000000000000" charset="-122"/>
                        <a:cs typeface="微软雅黑" charset="-122"/>
                      </a:endParaRPr>
                    </a:p>
                  </a:txBody>
                  <a:tcPr marL="177800" marR="177800" marT="25400" marB="25400" anchor="ctr" anchorCtr="0">
                    <a:lnL w="6350">
                      <a:solidFill>
                        <a:srgbClr val="D9D9D9"/>
                      </a:solidFill>
                      <a:prstDash val="solid"/>
                    </a:lnL>
                    <a:lnR>
                      <a:noFill/>
                    </a:lnR>
                    <a:lnT>
                      <a:noFill/>
                    </a:lnT>
                    <a:lnB w="19050">
                      <a:solidFill>
                        <a:srgbClr val="595959"/>
                      </a:solidFill>
                      <a:prstDash val="solid"/>
                    </a:lnB>
                    <a:solidFill>
                      <a:srgbClr val="F2F2F2"/>
                    </a:solidFill>
                  </a:tcPr>
                </a:tc>
              </a:tr>
            </a:tbl>
          </a:graphicData>
        </a:graphic>
      </p:graphicFrame>
      <p:grpSp>
        <p:nvGrpSpPr>
          <p:cNvPr id="30" name="组合 29"/>
          <p:cNvGrpSpPr/>
          <p:nvPr/>
        </p:nvGrpSpPr>
        <p:grpSpPr>
          <a:xfrm>
            <a:off x="548640" y="4565015"/>
            <a:ext cx="10927715" cy="1866900"/>
            <a:chOff x="1615" y="8901"/>
            <a:chExt cx="16800" cy="5600"/>
          </a:xfrm>
        </p:grpSpPr>
        <p:sp>
          <p:nvSpPr>
            <p:cNvPr id="17" name="AutoShape 5"/>
            <p:cNvSpPr/>
            <p:nvPr/>
          </p:nvSpPr>
          <p:spPr>
            <a:xfrm>
              <a:off x="1615" y="8901"/>
              <a:ext cx="5200" cy="5600"/>
            </a:xfrm>
            <a:prstGeom prst="roundRect">
              <a:avLst>
                <a:gd name="adj" fmla="val 4615"/>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endParaRPr>
                <a:cs typeface="黑体-简" panose="02000000000000000000" charset="-122"/>
              </a:endParaRPr>
            </a:p>
          </p:txBody>
        </p:sp>
        <p:pic>
          <p:nvPicPr>
            <p:cNvPr id="18" name="Picture 6"/>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735" y="9501"/>
              <a:ext cx="960" cy="960"/>
            </a:xfrm>
            <a:prstGeom prst="rect">
              <a:avLst/>
            </a:prstGeom>
          </p:spPr>
        </p:pic>
        <p:sp>
          <p:nvSpPr>
            <p:cNvPr id="19" name="AutoShape 7"/>
            <p:cNvSpPr/>
            <p:nvPr/>
          </p:nvSpPr>
          <p:spPr>
            <a:xfrm>
              <a:off x="1915" y="10901"/>
              <a:ext cx="4600" cy="8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pPr>
              <a:r>
                <a:rPr lang="en-US" sz="2000" b="1" i="0" u="none" strike="noStrike">
                  <a:solidFill>
                    <a:srgbClr val="0A3D91"/>
                  </a:solidFill>
                  <a:latin typeface="黑体-简" panose="02000000000000000000" charset="-122"/>
                  <a:ea typeface="黑体-简" panose="02000000000000000000" charset="-122"/>
                  <a:cs typeface="黑体-简" panose="02000000000000000000" charset="-122"/>
                  <a:sym typeface="黑体-简" panose="02000000000000000000" charset="-122"/>
                </a:rPr>
                <a:t>更高效率的视觉编码</a:t>
              </a:r>
              <a:endParaRPr lang="en-US" sz="1100">
                <a:cs typeface="黑体-简" panose="02000000000000000000" charset="-122"/>
              </a:endParaRPr>
            </a:p>
          </p:txBody>
        </p:sp>
        <p:sp>
          <p:nvSpPr>
            <p:cNvPr id="20" name="AutoShape 8"/>
            <p:cNvSpPr/>
            <p:nvPr/>
          </p:nvSpPr>
          <p:spPr>
            <a:xfrm>
              <a:off x="1915" y="12301"/>
              <a:ext cx="4600" cy="18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pPr>
              <a:r>
                <a:rPr lang="en-US" sz="1300" b="0" i="0" u="none" strike="noStrike">
                  <a:solidFill>
                    <a:srgbClr val="4B5563"/>
                  </a:solidFill>
                  <a:latin typeface="黑体-简" panose="02000000000000000000" charset="-122"/>
                  <a:ea typeface="黑体-简" panose="02000000000000000000" charset="-122"/>
                  <a:cs typeface="黑体-简" panose="02000000000000000000" charset="-122"/>
                  <a:sym typeface="黑体-简" panose="02000000000000000000" charset="-122"/>
                </a:rPr>
                <a:t>突破传统限制，从固定分辨率转向原生动态适配，显著提升了对不同规格、不同比例图像与视频内容的处理效率与质量。</a:t>
              </a:r>
              <a:endParaRPr lang="en-US" sz="1100">
                <a:cs typeface="黑体-简" panose="02000000000000000000" charset="-122"/>
              </a:endParaRPr>
            </a:p>
          </p:txBody>
        </p:sp>
        <p:sp>
          <p:nvSpPr>
            <p:cNvPr id="21" name="AutoShape 9"/>
            <p:cNvSpPr/>
            <p:nvPr/>
          </p:nvSpPr>
          <p:spPr>
            <a:xfrm>
              <a:off x="7415" y="8901"/>
              <a:ext cx="5200" cy="5600"/>
            </a:xfrm>
            <a:prstGeom prst="roundRect">
              <a:avLst>
                <a:gd name="adj" fmla="val 4615"/>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endParaRPr>
                <a:cs typeface="黑体-简" panose="02000000000000000000" charset="-122"/>
              </a:endParaRPr>
            </a:p>
          </p:txBody>
        </p:sp>
        <p:pic>
          <p:nvPicPr>
            <p:cNvPr id="22" name="Picture 10"/>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535" y="9501"/>
              <a:ext cx="960" cy="960"/>
            </a:xfrm>
            <a:prstGeom prst="rect">
              <a:avLst/>
            </a:prstGeom>
          </p:spPr>
        </p:pic>
        <p:sp>
          <p:nvSpPr>
            <p:cNvPr id="23" name="AutoShape 11"/>
            <p:cNvSpPr/>
            <p:nvPr/>
          </p:nvSpPr>
          <p:spPr>
            <a:xfrm>
              <a:off x="7715" y="10901"/>
              <a:ext cx="4600" cy="8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pPr>
              <a:r>
                <a:rPr lang="en-US" sz="2000" b="1" i="0" u="none" strike="noStrike">
                  <a:solidFill>
                    <a:srgbClr val="0A3D91"/>
                  </a:solidFill>
                  <a:latin typeface="黑体-简" panose="02000000000000000000" charset="-122"/>
                  <a:ea typeface="黑体-简" panose="02000000000000000000" charset="-122"/>
                  <a:cs typeface="黑体-简" panose="02000000000000000000" charset="-122"/>
                  <a:sym typeface="黑体-简" panose="02000000000000000000" charset="-122"/>
                </a:rPr>
                <a:t>更强的跨模态对齐</a:t>
              </a:r>
              <a:endParaRPr lang="en-US" sz="1100">
                <a:cs typeface="黑体-简" panose="02000000000000000000" charset="-122"/>
              </a:endParaRPr>
            </a:p>
          </p:txBody>
        </p:sp>
        <p:sp>
          <p:nvSpPr>
            <p:cNvPr id="24" name="AutoShape 12"/>
            <p:cNvSpPr/>
            <p:nvPr/>
          </p:nvSpPr>
          <p:spPr>
            <a:xfrm>
              <a:off x="7715" y="12301"/>
              <a:ext cx="4600" cy="18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pPr>
              <a:r>
                <a:rPr lang="en-US" sz="1300" b="0" i="0" u="none" strike="noStrike">
                  <a:solidFill>
                    <a:srgbClr val="4B5563"/>
                  </a:solidFill>
                  <a:latin typeface="黑体-简" panose="02000000000000000000" charset="-122"/>
                  <a:ea typeface="黑体-简" panose="02000000000000000000" charset="-122"/>
                  <a:cs typeface="黑体-简" panose="02000000000000000000" charset="-122"/>
                  <a:sym typeface="黑体-简" panose="02000000000000000000" charset="-122"/>
                </a:rPr>
                <a:t>从基础的交叉注意力机制升级为多层深度特征融合，让模型实现视觉信息与复杂文本指令之间的精准理解与深度语义对齐。</a:t>
              </a:r>
              <a:endParaRPr lang="en-US" sz="1100">
                <a:cs typeface="黑体-简" panose="02000000000000000000" charset="-122"/>
              </a:endParaRPr>
            </a:p>
          </p:txBody>
        </p:sp>
        <p:sp>
          <p:nvSpPr>
            <p:cNvPr id="25" name="AutoShape 13"/>
            <p:cNvSpPr/>
            <p:nvPr/>
          </p:nvSpPr>
          <p:spPr>
            <a:xfrm>
              <a:off x="13215" y="8901"/>
              <a:ext cx="5200" cy="5600"/>
            </a:xfrm>
            <a:prstGeom prst="roundRect">
              <a:avLst>
                <a:gd name="adj" fmla="val 4615"/>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endParaRPr>
                <a:cs typeface="黑体-简" panose="02000000000000000000" charset="-122"/>
              </a:endParaRPr>
            </a:p>
          </p:txBody>
        </p:sp>
        <p:pic>
          <p:nvPicPr>
            <p:cNvPr id="26" name="Picture 14"/>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5335" y="9501"/>
              <a:ext cx="960" cy="960"/>
            </a:xfrm>
            <a:prstGeom prst="rect">
              <a:avLst/>
            </a:prstGeom>
          </p:spPr>
        </p:pic>
        <p:sp>
          <p:nvSpPr>
            <p:cNvPr id="27" name="AutoShape 15"/>
            <p:cNvSpPr/>
            <p:nvPr/>
          </p:nvSpPr>
          <p:spPr>
            <a:xfrm>
              <a:off x="13515" y="10901"/>
              <a:ext cx="4600" cy="8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pPr>
              <a:r>
                <a:rPr lang="en-US" sz="2000" b="1" i="0" u="none" strike="noStrike">
                  <a:solidFill>
                    <a:srgbClr val="0A3D91"/>
                  </a:solidFill>
                  <a:latin typeface="黑体-简" panose="02000000000000000000" charset="-122"/>
                  <a:ea typeface="黑体-简" panose="02000000000000000000" charset="-122"/>
                  <a:cs typeface="黑体-简" panose="02000000000000000000" charset="-122"/>
                  <a:sym typeface="黑体-简" panose="02000000000000000000" charset="-122"/>
                </a:rPr>
                <a:t>更通用的时空建模</a:t>
              </a:r>
              <a:endParaRPr lang="en-US" sz="1100">
                <a:cs typeface="黑体-简" panose="02000000000000000000" charset="-122"/>
              </a:endParaRPr>
            </a:p>
          </p:txBody>
        </p:sp>
        <p:sp>
          <p:nvSpPr>
            <p:cNvPr id="28" name="AutoShape 16"/>
            <p:cNvSpPr/>
            <p:nvPr/>
          </p:nvSpPr>
          <p:spPr>
            <a:xfrm>
              <a:off x="13515" y="12301"/>
              <a:ext cx="4600" cy="18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pPr>
              <a:r>
                <a:rPr lang="en-US" sz="1300" b="0" i="0" u="none" strike="noStrike">
                  <a:solidFill>
                    <a:srgbClr val="4B5563"/>
                  </a:solidFill>
                  <a:latin typeface="黑体-简" panose="02000000000000000000" charset="-122"/>
                  <a:ea typeface="黑体-简" panose="02000000000000000000" charset="-122"/>
                  <a:cs typeface="黑体-简" panose="02000000000000000000" charset="-122"/>
                  <a:sym typeface="黑体-简" panose="02000000000000000000" charset="-122"/>
                </a:rPr>
                <a:t>实现从单一静态空间编码到“时空统一”的建模范式跨越，大幅增强了对视频连续帧时序逻辑与动态内容的综合理解能力。</a:t>
              </a:r>
              <a:endParaRPr lang="en-US" sz="1100">
                <a:cs typeface="黑体-简" panose="02000000000000000000" charset="-122"/>
              </a:endParaRPr>
            </a:p>
          </p:txBody>
        </p:sp>
      </p:grpSp>
    </p:spTree>
    <p:custDataLst>
      <p:tags r:id="rId8"/>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b="0">
                <a:latin typeface="黑体" charset="0"/>
                <a:ea typeface="黑体" charset="0"/>
                <a:cs typeface="黑体" charset="0"/>
              </a:rPr>
              <a:t>主流多模态大模型</a:t>
            </a:r>
            <a:r>
              <a:rPr lang="en-US" altLang="zh-CN" b="0">
                <a:latin typeface="黑体" charset="0"/>
                <a:ea typeface="黑体" charset="0"/>
                <a:cs typeface="黑体" charset="0"/>
              </a:rPr>
              <a:t>-MiniCPM-V</a:t>
            </a:r>
            <a:r>
              <a:rPr b="0">
                <a:latin typeface="黑体" charset="0"/>
                <a:ea typeface="黑体" charset="0"/>
                <a:cs typeface="黑体" charset="0"/>
              </a:rPr>
              <a:t>系列</a:t>
            </a:r>
            <a:endParaRPr b="0">
              <a:latin typeface="黑体" charset="0"/>
              <a:ea typeface="黑体" charset="0"/>
              <a:cs typeface="黑体" charset="0"/>
            </a:endParaRPr>
          </a:p>
        </p:txBody>
      </p:sp>
      <p:grpSp>
        <p:nvGrpSpPr>
          <p:cNvPr id="24" name="组合 23"/>
          <p:cNvGrpSpPr/>
          <p:nvPr/>
        </p:nvGrpSpPr>
        <p:grpSpPr>
          <a:xfrm>
            <a:off x="947420" y="1081239"/>
            <a:ext cx="10296525" cy="5098581"/>
            <a:chOff x="1200" y="1111"/>
            <a:chExt cx="17060" cy="9089"/>
          </a:xfrm>
        </p:grpSpPr>
        <p:sp>
          <p:nvSpPr>
            <p:cNvPr id="3" name="AutoShape 2"/>
            <p:cNvSpPr/>
            <p:nvPr/>
          </p:nvSpPr>
          <p:spPr>
            <a:xfrm>
              <a:off x="1200" y="1111"/>
              <a:ext cx="16800" cy="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zh-CN" altLang="en-US">
                  <a:cs typeface="黑体-简" panose="02000000000000000000" charset="-122"/>
                </a:rPr>
                <a:t>以小博大，</a:t>
              </a:r>
              <a:r>
                <a:rPr lang="en-US" altLang="zh-CN">
                  <a:cs typeface="黑体-简" panose="02000000000000000000" charset="-122"/>
                </a:rPr>
                <a:t>10B</a:t>
              </a:r>
              <a:r>
                <a:rPr lang="zh-CN" altLang="en-US">
                  <a:cs typeface="黑体-简" panose="02000000000000000000" charset="-122"/>
                </a:rPr>
                <a:t>以内最好的端侧模型</a:t>
              </a:r>
              <a:endParaRPr lang="zh-CN" altLang="en-US">
                <a:cs typeface="黑体-简" panose="02000000000000000000" charset="-122"/>
              </a:endParaRPr>
            </a:p>
          </p:txBody>
        </p:sp>
        <p:sp>
          <p:nvSpPr>
            <p:cNvPr id="4" name="AutoShape 3"/>
            <p:cNvSpPr/>
            <p:nvPr/>
          </p:nvSpPr>
          <p:spPr>
            <a:xfrm>
              <a:off x="1200" y="2600"/>
              <a:ext cx="5200" cy="3600"/>
            </a:xfrm>
            <a:prstGeom prst="roundRect">
              <a:avLst>
                <a:gd name="adj" fmla="val 0"/>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cs typeface="黑体-简" panose="02000000000000000000" charset="-122"/>
              </a:endParaRPr>
            </a:p>
          </p:txBody>
        </p:sp>
        <p:sp>
          <p:nvSpPr>
            <p:cNvPr id="5" name="AutoShape 4"/>
            <p:cNvSpPr/>
            <p:nvPr/>
          </p:nvSpPr>
          <p:spPr>
            <a:xfrm>
              <a:off x="1200" y="2600"/>
              <a:ext cx="5200" cy="120"/>
            </a:xfrm>
            <a:prstGeom prst="roundRect">
              <a:avLst>
                <a:gd name="adj" fmla="val 0"/>
              </a:avLst>
            </a:prstGeom>
            <a:solidFill>
              <a:srgbClr val="0052FF">
                <a:alpha val="100000"/>
              </a:srgbClr>
            </a:solidFill>
            <a:ln w="25400" cap="flat" cmpd="sng">
              <a:noFill/>
              <a:prstDash val="solid"/>
              <a:round/>
            </a:ln>
          </p:spPr>
          <p:txBody>
            <a:bodyPr vert="horz" wrap="square" lIns="63500" tIns="63500" rIns="63500" bIns="63500" rtlCol="0" anchor="ctr"/>
            <a:lstStyle/>
            <a:p>
              <a:pPr algn="ctr">
                <a:defRPr/>
              </a:pPr>
              <a:endParaRPr>
                <a:cs typeface="黑体-简" panose="02000000000000000000" charset="-122"/>
              </a:endParaRPr>
            </a:p>
          </p:txBody>
        </p:sp>
        <p:sp>
          <p:nvSpPr>
            <p:cNvPr id="6" name="AutoShape 5"/>
            <p:cNvSpPr/>
            <p:nvPr/>
          </p:nvSpPr>
          <p:spPr>
            <a:xfrm>
              <a:off x="1500" y="3100"/>
              <a:ext cx="4600" cy="26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800" b="1" i="0" u="none" strike="noStrike">
                  <a:solidFill>
                    <a:srgbClr val="0052FF"/>
                  </a:solidFill>
                  <a:latin typeface="黑体-简" panose="02000000000000000000" charset="-122"/>
                  <a:ea typeface="黑体-简" panose="02000000000000000000" charset="-122"/>
                  <a:cs typeface="黑体-简" panose="02000000000000000000" charset="-122"/>
                  <a:sym typeface="黑体-简" panose="02000000000000000000" charset="-122"/>
                </a:rPr>
                <a:t>2024 Q1</a:t>
              </a:r>
              <a:r>
                <a:rPr lang="en-US" sz="1800" b="1" i="0" u="none" strike="noStrike">
                  <a:solidFill>
                    <a:srgbClr val="1F2937"/>
                  </a:solidFill>
                  <a:latin typeface="黑体-简" panose="02000000000000000000" charset="-122"/>
                  <a:ea typeface="黑体-简" panose="02000000000000000000" charset="-122"/>
                  <a:cs typeface="黑体-简" panose="02000000000000000000" charset="-122"/>
                  <a:sym typeface="黑体-简" panose="02000000000000000000" charset="-122"/>
                </a:rPr>
                <a:t>| MiniCPM-V 1.0</a:t>
              </a:r>
              <a:endParaRPr lang="en-US" sz="1100">
                <a:cs typeface="黑体-简" panose="02000000000000000000" charset="-122"/>
              </a:endParaRPr>
            </a:p>
            <a:p>
              <a:pPr indent="0" algn="l">
                <a:lnSpc>
                  <a:spcPct val="108000"/>
                </a:lnSpc>
                <a:spcBef>
                  <a:spcPts val="1200"/>
                </a:spcBef>
              </a:pPr>
              <a:r>
                <a:rPr lang="en-US" sz="1300" b="1" i="0" u="none" strike="noStrike">
                  <a:solidFill>
                    <a:srgbClr val="F59E0B"/>
                  </a:solidFill>
                  <a:latin typeface="黑体-简" panose="02000000000000000000" charset="-122"/>
                  <a:ea typeface="黑体-简" panose="02000000000000000000" charset="-122"/>
                  <a:cs typeface="黑体-简" panose="02000000000000000000" charset="-122"/>
                  <a:sym typeface="黑体-简" panose="02000000000000000000" charset="-122"/>
                </a:rPr>
                <a:t>【奠定基础】</a:t>
              </a:r>
              <a:r>
                <a:rPr lang="en-US" sz="1300" b="0" i="0" u="none" strike="noStrike">
                  <a:solidFill>
                    <a:srgbClr val="4B5563"/>
                  </a:solidFill>
                  <a:latin typeface="黑体-简" panose="02000000000000000000" charset="-122"/>
                  <a:ea typeface="黑体-简" panose="02000000000000000000" charset="-122"/>
                  <a:cs typeface="黑体-简" panose="02000000000000000000" charset="-122"/>
                  <a:sym typeface="黑体-简" panose="02000000000000000000" charset="-122"/>
                </a:rPr>
                <a:t>首个端侧可部署的中英双语多模态模型，为后续发展打下坚实基础。</a:t>
              </a:r>
              <a:endParaRPr lang="en-US" sz="1300" b="0" i="0" u="none" strike="noStrike">
                <a:solidFill>
                  <a:srgbClr val="4B5563"/>
                </a:solidFill>
                <a:latin typeface="黑体-简" panose="02000000000000000000" charset="-122"/>
                <a:ea typeface="黑体-简" panose="02000000000000000000" charset="-122"/>
                <a:cs typeface="黑体-简" panose="02000000000000000000" charset="-122"/>
                <a:sym typeface="黑体-简" panose="02000000000000000000" charset="-122"/>
              </a:endParaRPr>
            </a:p>
          </p:txBody>
        </p:sp>
        <p:sp>
          <p:nvSpPr>
            <p:cNvPr id="7" name="AutoShape 6"/>
            <p:cNvSpPr/>
            <p:nvPr/>
          </p:nvSpPr>
          <p:spPr>
            <a:xfrm>
              <a:off x="7000" y="2600"/>
              <a:ext cx="5200" cy="3600"/>
            </a:xfrm>
            <a:prstGeom prst="roundRect">
              <a:avLst>
                <a:gd name="adj" fmla="val 0"/>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cs typeface="黑体-简" panose="02000000000000000000" charset="-122"/>
              </a:endParaRPr>
            </a:p>
          </p:txBody>
        </p:sp>
        <p:sp>
          <p:nvSpPr>
            <p:cNvPr id="8" name="AutoShape 7"/>
            <p:cNvSpPr/>
            <p:nvPr/>
          </p:nvSpPr>
          <p:spPr>
            <a:xfrm>
              <a:off x="7000" y="2600"/>
              <a:ext cx="5200" cy="120"/>
            </a:xfrm>
            <a:prstGeom prst="roundRect">
              <a:avLst>
                <a:gd name="adj" fmla="val 0"/>
              </a:avLst>
            </a:prstGeom>
            <a:solidFill>
              <a:srgbClr val="0052FF">
                <a:alpha val="100000"/>
              </a:srgbClr>
            </a:solidFill>
            <a:ln w="25400" cap="flat" cmpd="sng">
              <a:noFill/>
              <a:prstDash val="solid"/>
              <a:round/>
            </a:ln>
          </p:spPr>
          <p:txBody>
            <a:bodyPr vert="horz" wrap="square" lIns="63500" tIns="63500" rIns="63500" bIns="63500" rtlCol="0" anchor="ctr"/>
            <a:lstStyle/>
            <a:p>
              <a:pPr algn="ctr">
                <a:defRPr/>
              </a:pPr>
              <a:endParaRPr>
                <a:cs typeface="黑体-简" panose="02000000000000000000" charset="-122"/>
              </a:endParaRPr>
            </a:p>
          </p:txBody>
        </p:sp>
        <p:sp>
          <p:nvSpPr>
            <p:cNvPr id="9" name="AutoShape 8"/>
            <p:cNvSpPr/>
            <p:nvPr/>
          </p:nvSpPr>
          <p:spPr>
            <a:xfrm>
              <a:off x="7300" y="3100"/>
              <a:ext cx="4600" cy="26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800" b="1" i="0" u="none" strike="noStrike">
                  <a:solidFill>
                    <a:srgbClr val="0052FF"/>
                  </a:solidFill>
                  <a:latin typeface="黑体-简" panose="02000000000000000000" charset="-122"/>
                  <a:ea typeface="黑体-简" panose="02000000000000000000" charset="-122"/>
                  <a:cs typeface="黑体-简" panose="02000000000000000000" charset="-122"/>
                  <a:sym typeface="黑体-简" panose="02000000000000000000" charset="-122"/>
                </a:rPr>
                <a:t>2024 Q3</a:t>
              </a:r>
              <a:r>
                <a:rPr lang="en-US" sz="1800" b="1" i="0" u="none" strike="noStrike">
                  <a:solidFill>
                    <a:srgbClr val="1F2937"/>
                  </a:solidFill>
                  <a:latin typeface="黑体-简" panose="02000000000000000000" charset="-122"/>
                  <a:ea typeface="黑体-简" panose="02000000000000000000" charset="-122"/>
                  <a:cs typeface="黑体-简" panose="02000000000000000000" charset="-122"/>
                  <a:sym typeface="黑体-简" panose="02000000000000000000" charset="-122"/>
                </a:rPr>
                <a:t>| MiniCPM-V 2.0</a:t>
              </a:r>
              <a:endParaRPr lang="en-US" sz="1100">
                <a:cs typeface="黑体-简" panose="02000000000000000000" charset="-122"/>
              </a:endParaRPr>
            </a:p>
            <a:p>
              <a:pPr indent="0" algn="l">
                <a:lnSpc>
                  <a:spcPct val="108000"/>
                </a:lnSpc>
                <a:spcBef>
                  <a:spcPts val="1200"/>
                </a:spcBef>
              </a:pPr>
              <a:r>
                <a:rPr lang="en-US" sz="1300" b="1" i="0" u="none" strike="noStrike">
                  <a:solidFill>
                    <a:srgbClr val="10B981"/>
                  </a:solidFill>
                  <a:latin typeface="黑体-简" panose="02000000000000000000" charset="-122"/>
                  <a:ea typeface="黑体-简" panose="02000000000000000000" charset="-122"/>
                  <a:cs typeface="黑体-简" panose="02000000000000000000" charset="-122"/>
                  <a:sym typeface="黑体-简" panose="02000000000000000000" charset="-122"/>
                </a:rPr>
                <a:t>【强化核心】</a:t>
              </a:r>
              <a:r>
                <a:rPr lang="en-US" sz="1300" b="0" i="0" u="none" strike="noStrike">
                  <a:solidFill>
                    <a:srgbClr val="4B5563"/>
                  </a:solidFill>
                  <a:latin typeface="黑体-简" panose="02000000000000000000" charset="-122"/>
                  <a:ea typeface="黑体-简" panose="02000000000000000000" charset="-122"/>
                  <a:cs typeface="黑体-简" panose="02000000000000000000" charset="-122"/>
                  <a:sym typeface="黑体-简" panose="02000000000000000000" charset="-122"/>
                </a:rPr>
                <a:t>主打强大的OCR识别能力与极低的幻觉率，显著提升了信息处理的准确性。</a:t>
              </a:r>
              <a:endParaRPr lang="en-US" sz="1300" b="0" i="0" u="none" strike="noStrike">
                <a:solidFill>
                  <a:srgbClr val="4B5563"/>
                </a:solidFill>
                <a:latin typeface="黑体-简" panose="02000000000000000000" charset="-122"/>
                <a:ea typeface="黑体-简" panose="02000000000000000000" charset="-122"/>
                <a:cs typeface="黑体-简" panose="02000000000000000000" charset="-122"/>
                <a:sym typeface="黑体-简" panose="02000000000000000000" charset="-122"/>
              </a:endParaRPr>
            </a:p>
          </p:txBody>
        </p:sp>
        <p:sp>
          <p:nvSpPr>
            <p:cNvPr id="10" name="AutoShape 9"/>
            <p:cNvSpPr/>
            <p:nvPr/>
          </p:nvSpPr>
          <p:spPr>
            <a:xfrm>
              <a:off x="12800" y="2600"/>
              <a:ext cx="5200" cy="3600"/>
            </a:xfrm>
            <a:prstGeom prst="roundRect">
              <a:avLst>
                <a:gd name="adj" fmla="val 0"/>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cs typeface="黑体-简" panose="02000000000000000000" charset="-122"/>
              </a:endParaRPr>
            </a:p>
          </p:txBody>
        </p:sp>
        <p:sp>
          <p:nvSpPr>
            <p:cNvPr id="13" name="AutoShape 10"/>
            <p:cNvSpPr/>
            <p:nvPr/>
          </p:nvSpPr>
          <p:spPr>
            <a:xfrm>
              <a:off x="12800" y="2600"/>
              <a:ext cx="5200" cy="120"/>
            </a:xfrm>
            <a:prstGeom prst="roundRect">
              <a:avLst>
                <a:gd name="adj" fmla="val 0"/>
              </a:avLst>
            </a:prstGeom>
            <a:solidFill>
              <a:srgbClr val="0052FF">
                <a:alpha val="100000"/>
              </a:srgbClr>
            </a:solidFill>
            <a:ln w="25400" cap="flat" cmpd="sng">
              <a:noFill/>
              <a:prstDash val="solid"/>
              <a:round/>
            </a:ln>
          </p:spPr>
          <p:txBody>
            <a:bodyPr vert="horz" wrap="square" lIns="63500" tIns="63500" rIns="63500" bIns="63500" rtlCol="0" anchor="ctr"/>
            <a:lstStyle/>
            <a:p>
              <a:pPr algn="ctr">
                <a:defRPr/>
              </a:pPr>
              <a:endParaRPr>
                <a:cs typeface="黑体-简" panose="02000000000000000000" charset="-122"/>
              </a:endParaRPr>
            </a:p>
          </p:txBody>
        </p:sp>
        <p:sp>
          <p:nvSpPr>
            <p:cNvPr id="14" name="AutoShape 11"/>
            <p:cNvSpPr/>
            <p:nvPr/>
          </p:nvSpPr>
          <p:spPr>
            <a:xfrm>
              <a:off x="13100" y="3100"/>
              <a:ext cx="4600" cy="26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800" b="1" i="0" u="none" strike="noStrike">
                  <a:solidFill>
                    <a:srgbClr val="0052FF"/>
                  </a:solidFill>
                  <a:latin typeface="黑体-简" panose="02000000000000000000" charset="-122"/>
                  <a:ea typeface="黑体-简" panose="02000000000000000000" charset="-122"/>
                  <a:cs typeface="黑体-简" panose="02000000000000000000" charset="-122"/>
                  <a:sym typeface="黑体-简" panose="02000000000000000000" charset="-122"/>
                </a:rPr>
                <a:t>2025 初</a:t>
              </a:r>
              <a:r>
                <a:rPr lang="en-US" sz="1800" b="1" i="0" u="none" strike="noStrike">
                  <a:solidFill>
                    <a:srgbClr val="1F2937"/>
                  </a:solidFill>
                  <a:latin typeface="黑体-简" panose="02000000000000000000" charset="-122"/>
                  <a:ea typeface="黑体-简" panose="02000000000000000000" charset="-122"/>
                  <a:cs typeface="黑体-简" panose="02000000000000000000" charset="-122"/>
                  <a:sym typeface="黑体-简" panose="02000000000000000000" charset="-122"/>
                </a:rPr>
                <a:t>| MiniCPM-Llama3-V 2.5</a:t>
              </a:r>
              <a:endParaRPr lang="en-US" sz="1100">
                <a:cs typeface="黑体-简" panose="02000000000000000000" charset="-122"/>
              </a:endParaRPr>
            </a:p>
            <a:p>
              <a:pPr indent="0" algn="l">
                <a:lnSpc>
                  <a:spcPct val="108000"/>
                </a:lnSpc>
                <a:spcBef>
                  <a:spcPts val="1200"/>
                </a:spcBef>
              </a:pPr>
              <a:r>
                <a:rPr lang="en-US" sz="1300" b="1" i="0" u="none" strike="noStrike">
                  <a:solidFill>
                    <a:srgbClr val="8B5CF6"/>
                  </a:solidFill>
                  <a:latin typeface="黑体-简" panose="02000000000000000000" charset="-122"/>
                  <a:ea typeface="黑体-简" panose="02000000000000000000" charset="-122"/>
                  <a:cs typeface="黑体-简" panose="02000000000000000000" charset="-122"/>
                  <a:sym typeface="黑体-简" panose="02000000000000000000" charset="-122"/>
                </a:rPr>
                <a:t>【架构升级】</a:t>
              </a:r>
              <a:r>
                <a:rPr lang="en-US" sz="1300" b="0" i="0" u="none" strike="noStrike">
                  <a:solidFill>
                    <a:srgbClr val="4B5563"/>
                  </a:solidFill>
                  <a:latin typeface="黑体-简" panose="02000000000000000000" charset="-122"/>
                  <a:ea typeface="黑体-简" panose="02000000000000000000" charset="-122"/>
                  <a:cs typeface="黑体-简" panose="02000000000000000000" charset="-122"/>
                  <a:sym typeface="黑体-简" panose="02000000000000000000" charset="-122"/>
                </a:rPr>
                <a:t>底层切换至Llama3架构，并引入RLAIF-V对齐技术，大幅优化交互体验。</a:t>
              </a:r>
              <a:endParaRPr lang="en-US" sz="1300" b="0" i="0" u="none" strike="noStrike">
                <a:solidFill>
                  <a:srgbClr val="4B5563"/>
                </a:solidFill>
                <a:latin typeface="黑体-简" panose="02000000000000000000" charset="-122"/>
                <a:ea typeface="黑体-简" panose="02000000000000000000" charset="-122"/>
                <a:cs typeface="黑体-简" panose="02000000000000000000" charset="-122"/>
                <a:sym typeface="黑体-简" panose="02000000000000000000" charset="-122"/>
              </a:endParaRPr>
            </a:p>
          </p:txBody>
        </p:sp>
        <p:sp>
          <p:nvSpPr>
            <p:cNvPr id="15" name="AutoShape 12"/>
            <p:cNvSpPr/>
            <p:nvPr/>
          </p:nvSpPr>
          <p:spPr>
            <a:xfrm>
              <a:off x="1200" y="6600"/>
              <a:ext cx="4040" cy="3600"/>
            </a:xfrm>
            <a:prstGeom prst="roundRect">
              <a:avLst>
                <a:gd name="adj" fmla="val 0"/>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cs typeface="黑体-简" panose="02000000000000000000" charset="-122"/>
              </a:endParaRPr>
            </a:p>
          </p:txBody>
        </p:sp>
        <p:sp>
          <p:nvSpPr>
            <p:cNvPr id="16" name="AutoShape 13"/>
            <p:cNvSpPr/>
            <p:nvPr/>
          </p:nvSpPr>
          <p:spPr>
            <a:xfrm>
              <a:off x="1200" y="6600"/>
              <a:ext cx="4040" cy="120"/>
            </a:xfrm>
            <a:prstGeom prst="roundRect">
              <a:avLst>
                <a:gd name="adj" fmla="val 0"/>
              </a:avLst>
            </a:prstGeom>
            <a:solidFill>
              <a:srgbClr val="0052FF">
                <a:alpha val="100000"/>
              </a:srgbClr>
            </a:solidFill>
            <a:ln w="25400" cap="flat" cmpd="sng">
              <a:noFill/>
              <a:prstDash val="solid"/>
              <a:round/>
            </a:ln>
          </p:spPr>
          <p:txBody>
            <a:bodyPr vert="horz" wrap="square" lIns="63500" tIns="63500" rIns="63500" bIns="63500" rtlCol="0" anchor="ctr"/>
            <a:lstStyle/>
            <a:p>
              <a:pPr algn="ctr">
                <a:defRPr/>
              </a:pPr>
              <a:endParaRPr>
                <a:cs typeface="黑体-简" panose="02000000000000000000" charset="-122"/>
              </a:endParaRPr>
            </a:p>
          </p:txBody>
        </p:sp>
        <p:sp>
          <p:nvSpPr>
            <p:cNvPr id="17" name="AutoShape 14"/>
            <p:cNvSpPr/>
            <p:nvPr/>
          </p:nvSpPr>
          <p:spPr>
            <a:xfrm>
              <a:off x="1400" y="7100"/>
              <a:ext cx="3640" cy="27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600" b="1" i="0" u="none" strike="noStrike">
                  <a:solidFill>
                    <a:srgbClr val="0052FF"/>
                  </a:solidFill>
                  <a:latin typeface="黑体-简" panose="02000000000000000000" charset="-122"/>
                  <a:ea typeface="黑体-简" panose="02000000000000000000" charset="-122"/>
                  <a:cs typeface="黑体-简" panose="02000000000000000000" charset="-122"/>
                  <a:sym typeface="黑体-简" panose="02000000000000000000" charset="-122"/>
                </a:rPr>
                <a:t>2025 中 · V2.6</a:t>
              </a:r>
              <a:endParaRPr lang="en-US" sz="1100">
                <a:cs typeface="黑体-简" panose="02000000000000000000" charset="-122"/>
              </a:endParaRPr>
            </a:p>
            <a:p>
              <a:pPr indent="0" algn="l">
                <a:lnSpc>
                  <a:spcPct val="108000"/>
                </a:lnSpc>
                <a:spcBef>
                  <a:spcPts val="1000"/>
                </a:spcBef>
              </a:pPr>
              <a:r>
                <a:rPr lang="en-US" sz="1200" b="1" i="0" u="none" strike="noStrike">
                  <a:solidFill>
                    <a:srgbClr val="1F2937"/>
                  </a:solidFill>
                  <a:latin typeface="黑体-简" panose="02000000000000000000" charset="-122"/>
                  <a:ea typeface="黑体-简" panose="02000000000000000000" charset="-122"/>
                  <a:cs typeface="黑体-简" panose="02000000000000000000" charset="-122"/>
                  <a:sym typeface="黑体-简" panose="02000000000000000000" charset="-122"/>
                </a:rPr>
                <a:t>迈向复杂多模态理解</a:t>
              </a:r>
              <a:br>
                <a:rPr lang="en-US" sz="1600" b="0" i="0" u="none" strike="noStrike">
                  <a:solidFill>
                    <a:srgbClr val="1F2329"/>
                  </a:solidFill>
                  <a:latin typeface="黑体-简" panose="02000000000000000000" charset="-122"/>
                  <a:ea typeface="黑体-简" panose="02000000000000000000" charset="-122"/>
                  <a:cs typeface="黑体-简" panose="02000000000000000000" charset="-122"/>
                  <a:sym typeface="黑体-简" panose="02000000000000000000" charset="-122"/>
                </a:rPr>
              </a:br>
              <a:r>
                <a:rPr lang="en-US" sz="1200" b="0" i="0" u="none" strike="noStrike">
                  <a:solidFill>
                    <a:srgbClr val="6B7280"/>
                  </a:solidFill>
                  <a:latin typeface="黑体-简" panose="02000000000000000000" charset="-122"/>
                  <a:ea typeface="黑体-简" panose="02000000000000000000" charset="-122"/>
                  <a:cs typeface="黑体-简" panose="02000000000000000000" charset="-122"/>
                  <a:sym typeface="黑体-简" panose="02000000000000000000" charset="-122"/>
                </a:rPr>
                <a:t>新增多图上下文理解能力，并支持实时视频内容处理。</a:t>
              </a:r>
              <a:endParaRPr lang="en-US" sz="1200" b="0" i="0" u="none" strike="noStrike">
                <a:solidFill>
                  <a:srgbClr val="6B7280"/>
                </a:solidFill>
                <a:latin typeface="黑体-简" panose="02000000000000000000" charset="-122"/>
                <a:ea typeface="黑体-简" panose="02000000000000000000" charset="-122"/>
                <a:cs typeface="黑体-简" panose="02000000000000000000" charset="-122"/>
                <a:sym typeface="黑体-简" panose="02000000000000000000" charset="-122"/>
              </a:endParaRPr>
            </a:p>
          </p:txBody>
        </p:sp>
        <p:sp>
          <p:nvSpPr>
            <p:cNvPr id="18" name="AutoShape 15"/>
            <p:cNvSpPr/>
            <p:nvPr/>
          </p:nvSpPr>
          <p:spPr>
            <a:xfrm>
              <a:off x="5540" y="6600"/>
              <a:ext cx="4040" cy="3600"/>
            </a:xfrm>
            <a:prstGeom prst="roundRect">
              <a:avLst>
                <a:gd name="adj" fmla="val 0"/>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cs typeface="黑体-简" panose="02000000000000000000" charset="-122"/>
              </a:endParaRPr>
            </a:p>
          </p:txBody>
        </p:sp>
        <p:sp>
          <p:nvSpPr>
            <p:cNvPr id="19" name="AutoShape 16"/>
            <p:cNvSpPr/>
            <p:nvPr/>
          </p:nvSpPr>
          <p:spPr>
            <a:xfrm>
              <a:off x="5540" y="6600"/>
              <a:ext cx="4040" cy="120"/>
            </a:xfrm>
            <a:prstGeom prst="roundRect">
              <a:avLst>
                <a:gd name="adj" fmla="val 0"/>
              </a:avLst>
            </a:prstGeom>
            <a:solidFill>
              <a:srgbClr val="0052FF">
                <a:alpha val="100000"/>
              </a:srgbClr>
            </a:solidFill>
            <a:ln w="25400" cap="flat" cmpd="sng">
              <a:noFill/>
              <a:prstDash val="solid"/>
              <a:round/>
            </a:ln>
          </p:spPr>
          <p:txBody>
            <a:bodyPr vert="horz" wrap="square" lIns="63500" tIns="63500" rIns="63500" bIns="63500" rtlCol="0" anchor="ctr"/>
            <a:lstStyle/>
            <a:p>
              <a:pPr algn="ctr">
                <a:defRPr/>
              </a:pPr>
              <a:endParaRPr>
                <a:cs typeface="黑体-简" panose="02000000000000000000" charset="-122"/>
              </a:endParaRPr>
            </a:p>
          </p:txBody>
        </p:sp>
        <p:sp>
          <p:nvSpPr>
            <p:cNvPr id="20" name="AutoShape 17"/>
            <p:cNvSpPr/>
            <p:nvPr/>
          </p:nvSpPr>
          <p:spPr>
            <a:xfrm>
              <a:off x="5740" y="7100"/>
              <a:ext cx="3640" cy="27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600" b="1" i="0" u="none" strike="noStrike">
                  <a:solidFill>
                    <a:srgbClr val="0052FF"/>
                  </a:solidFill>
                  <a:latin typeface="黑体-简" panose="02000000000000000000" charset="-122"/>
                  <a:ea typeface="黑体-简" panose="02000000000000000000" charset="-122"/>
                  <a:cs typeface="黑体-简" panose="02000000000000000000" charset="-122"/>
                  <a:sym typeface="黑体-简" panose="02000000000000000000" charset="-122"/>
                </a:rPr>
                <a:t>2025 Q3 · V4.0</a:t>
              </a:r>
              <a:endParaRPr lang="en-US" sz="1100">
                <a:cs typeface="黑体-简" panose="02000000000000000000" charset="-122"/>
              </a:endParaRPr>
            </a:p>
            <a:p>
              <a:pPr indent="0" algn="l">
                <a:lnSpc>
                  <a:spcPct val="108000"/>
                </a:lnSpc>
                <a:spcBef>
                  <a:spcPts val="1000"/>
                </a:spcBef>
              </a:pPr>
              <a:r>
                <a:rPr lang="en-US" sz="1200" b="1" i="0" u="none" strike="noStrike">
                  <a:solidFill>
                    <a:srgbClr val="1F2937"/>
                  </a:solidFill>
                  <a:latin typeface="黑体-简" panose="02000000000000000000" charset="-122"/>
                  <a:ea typeface="黑体-简" panose="02000000000000000000" charset="-122"/>
                  <a:cs typeface="黑体-简" panose="02000000000000000000" charset="-122"/>
                  <a:sym typeface="黑体-简" panose="02000000000000000000" charset="-122"/>
                </a:rPr>
                <a:t>极致端侧效率</a:t>
              </a:r>
              <a:br>
                <a:rPr lang="en-US" sz="1600" b="0" i="0" u="none" strike="noStrike">
                  <a:solidFill>
                    <a:srgbClr val="1F2329"/>
                  </a:solidFill>
                  <a:latin typeface="黑体-简" panose="02000000000000000000" charset="-122"/>
                  <a:ea typeface="黑体-简" panose="02000000000000000000" charset="-122"/>
                  <a:cs typeface="黑体-简" panose="02000000000000000000" charset="-122"/>
                  <a:sym typeface="黑体-简" panose="02000000000000000000" charset="-122"/>
                </a:rPr>
              </a:br>
              <a:r>
                <a:rPr lang="en-US" sz="1200" b="0" i="0" u="none" strike="noStrike">
                  <a:solidFill>
                    <a:srgbClr val="6B7280"/>
                  </a:solidFill>
                  <a:latin typeface="黑体-简" panose="02000000000000000000" charset="-122"/>
                  <a:ea typeface="黑体-简" panose="02000000000000000000" charset="-122"/>
                  <a:cs typeface="黑体-简" panose="02000000000000000000" charset="-122"/>
                  <a:sym typeface="黑体-简" panose="02000000000000000000" charset="-122"/>
                </a:rPr>
                <a:t>针对手机端进行深度专项优化的4B参数模型，平衡性能与功耗。</a:t>
              </a:r>
              <a:endParaRPr lang="en-US" sz="1200" b="0" i="0" u="none" strike="noStrike">
                <a:solidFill>
                  <a:srgbClr val="6B7280"/>
                </a:solidFill>
                <a:latin typeface="黑体-简" panose="02000000000000000000" charset="-122"/>
                <a:ea typeface="黑体-简" panose="02000000000000000000" charset="-122"/>
                <a:cs typeface="黑体-简" panose="02000000000000000000" charset="-122"/>
                <a:sym typeface="黑体-简" panose="02000000000000000000" charset="-122"/>
              </a:endParaRPr>
            </a:p>
          </p:txBody>
        </p:sp>
        <p:sp>
          <p:nvSpPr>
            <p:cNvPr id="21" name="AutoShape 18"/>
            <p:cNvSpPr/>
            <p:nvPr/>
          </p:nvSpPr>
          <p:spPr>
            <a:xfrm>
              <a:off x="9880" y="6600"/>
              <a:ext cx="4040" cy="3600"/>
            </a:xfrm>
            <a:prstGeom prst="roundRect">
              <a:avLst>
                <a:gd name="adj" fmla="val 0"/>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cs typeface="黑体-简" panose="02000000000000000000" charset="-122"/>
              </a:endParaRPr>
            </a:p>
          </p:txBody>
        </p:sp>
        <p:sp>
          <p:nvSpPr>
            <p:cNvPr id="22" name="AutoShape 19"/>
            <p:cNvSpPr/>
            <p:nvPr/>
          </p:nvSpPr>
          <p:spPr>
            <a:xfrm>
              <a:off x="9880" y="6600"/>
              <a:ext cx="4040" cy="120"/>
            </a:xfrm>
            <a:prstGeom prst="roundRect">
              <a:avLst>
                <a:gd name="adj" fmla="val 0"/>
              </a:avLst>
            </a:prstGeom>
            <a:solidFill>
              <a:srgbClr val="0052FF">
                <a:alpha val="100000"/>
              </a:srgbClr>
            </a:solidFill>
            <a:ln w="25400" cap="flat" cmpd="sng">
              <a:noFill/>
              <a:prstDash val="solid"/>
              <a:round/>
            </a:ln>
          </p:spPr>
          <p:txBody>
            <a:bodyPr vert="horz" wrap="square" lIns="63500" tIns="63500" rIns="63500" bIns="63500" rtlCol="0" anchor="ctr"/>
            <a:lstStyle/>
            <a:p>
              <a:pPr algn="ctr">
                <a:defRPr/>
              </a:pPr>
              <a:endParaRPr>
                <a:cs typeface="黑体-简" panose="02000000000000000000" charset="-122"/>
              </a:endParaRPr>
            </a:p>
          </p:txBody>
        </p:sp>
        <p:sp>
          <p:nvSpPr>
            <p:cNvPr id="23" name="AutoShape 20"/>
            <p:cNvSpPr/>
            <p:nvPr/>
          </p:nvSpPr>
          <p:spPr>
            <a:xfrm>
              <a:off x="10080" y="7100"/>
              <a:ext cx="3640" cy="27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600" b="1" i="0" u="none" strike="noStrike">
                  <a:solidFill>
                    <a:srgbClr val="0052FF"/>
                  </a:solidFill>
                  <a:latin typeface="黑体-简" panose="02000000000000000000" charset="-122"/>
                  <a:ea typeface="黑体-简" panose="02000000000000000000" charset="-122"/>
                  <a:cs typeface="黑体-简" panose="02000000000000000000" charset="-122"/>
                  <a:sym typeface="黑体-简" panose="02000000000000000000" charset="-122"/>
                </a:rPr>
                <a:t>2025 Q4 · V4.5</a:t>
              </a:r>
              <a:endParaRPr lang="en-US" sz="1100">
                <a:cs typeface="黑体-简" panose="02000000000000000000" charset="-122"/>
              </a:endParaRPr>
            </a:p>
            <a:p>
              <a:pPr indent="0" algn="l">
                <a:lnSpc>
                  <a:spcPct val="108000"/>
                </a:lnSpc>
                <a:spcBef>
                  <a:spcPts val="1000"/>
                </a:spcBef>
              </a:pPr>
              <a:r>
                <a:rPr lang="en-US" sz="1200" b="1" i="0" u="none" strike="noStrike">
                  <a:solidFill>
                    <a:srgbClr val="1F2937"/>
                  </a:solidFill>
                  <a:latin typeface="黑体-简" panose="02000000000000000000" charset="-122"/>
                  <a:ea typeface="黑体-简" panose="02000000000000000000" charset="-122"/>
                  <a:cs typeface="黑体-简" panose="02000000000000000000" charset="-122"/>
                  <a:sym typeface="黑体-简" panose="02000000000000000000" charset="-122"/>
                </a:rPr>
                <a:t>行业旗舰体验</a:t>
              </a:r>
              <a:br>
                <a:rPr lang="en-US" sz="1600" b="0" i="0" u="none" strike="noStrike">
                  <a:solidFill>
                    <a:srgbClr val="1F2329"/>
                  </a:solidFill>
                  <a:latin typeface="黑体-简" panose="02000000000000000000" charset="-122"/>
                  <a:ea typeface="黑体-简" panose="02000000000000000000" charset="-122"/>
                  <a:cs typeface="黑体-简" panose="02000000000000000000" charset="-122"/>
                  <a:sym typeface="黑体-简" panose="02000000000000000000" charset="-122"/>
                </a:rPr>
              </a:br>
              <a:r>
                <a:rPr lang="en-US" sz="1200" b="0" i="0" u="none" strike="noStrike">
                  <a:solidFill>
                    <a:srgbClr val="6B7280"/>
                  </a:solidFill>
                  <a:latin typeface="黑体-简" panose="02000000000000000000" charset="-122"/>
                  <a:ea typeface="黑体-简" panose="02000000000000000000" charset="-122"/>
                  <a:cs typeface="黑体-简" panose="02000000000000000000" charset="-122"/>
                  <a:sym typeface="黑体-简" panose="02000000000000000000" charset="-122"/>
                </a:rPr>
                <a:t>引入3D-Resampler技术，成功实现高刷视频的流畅理解。</a:t>
              </a:r>
              <a:endParaRPr lang="en-US" sz="1200" b="0" i="0" u="none" strike="noStrike">
                <a:solidFill>
                  <a:srgbClr val="6B7280"/>
                </a:solidFill>
                <a:latin typeface="黑体-简" panose="02000000000000000000" charset="-122"/>
                <a:ea typeface="黑体-简" panose="02000000000000000000" charset="-122"/>
                <a:cs typeface="黑体-简" panose="02000000000000000000" charset="-122"/>
                <a:sym typeface="黑体-简" panose="02000000000000000000" charset="-122"/>
              </a:endParaRPr>
            </a:p>
          </p:txBody>
        </p:sp>
        <p:sp>
          <p:nvSpPr>
            <p:cNvPr id="25" name="AutoShape 21"/>
            <p:cNvSpPr/>
            <p:nvPr/>
          </p:nvSpPr>
          <p:spPr>
            <a:xfrm>
              <a:off x="14220" y="6600"/>
              <a:ext cx="4040" cy="3600"/>
            </a:xfrm>
            <a:prstGeom prst="roundRect">
              <a:avLst>
                <a:gd name="adj" fmla="val 0"/>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cs typeface="黑体-简" panose="02000000000000000000" charset="-122"/>
              </a:endParaRPr>
            </a:p>
          </p:txBody>
        </p:sp>
        <p:sp>
          <p:nvSpPr>
            <p:cNvPr id="26" name="AutoShape 22"/>
            <p:cNvSpPr/>
            <p:nvPr/>
          </p:nvSpPr>
          <p:spPr>
            <a:xfrm>
              <a:off x="14220" y="6600"/>
              <a:ext cx="4040" cy="120"/>
            </a:xfrm>
            <a:prstGeom prst="roundRect">
              <a:avLst>
                <a:gd name="adj" fmla="val 0"/>
              </a:avLst>
            </a:prstGeom>
            <a:solidFill>
              <a:srgbClr val="0052FF">
                <a:alpha val="100000"/>
              </a:srgbClr>
            </a:solidFill>
            <a:ln w="25400" cap="flat" cmpd="sng">
              <a:noFill/>
              <a:prstDash val="solid"/>
              <a:round/>
            </a:ln>
          </p:spPr>
          <p:txBody>
            <a:bodyPr vert="horz" wrap="square" lIns="63500" tIns="63500" rIns="63500" bIns="63500" rtlCol="0" anchor="ctr"/>
            <a:lstStyle/>
            <a:p>
              <a:pPr algn="ctr">
                <a:defRPr/>
              </a:pPr>
              <a:endParaRPr>
                <a:cs typeface="黑体-简" panose="02000000000000000000" charset="-122"/>
              </a:endParaRPr>
            </a:p>
          </p:txBody>
        </p:sp>
        <p:sp>
          <p:nvSpPr>
            <p:cNvPr id="27" name="AutoShape 23"/>
            <p:cNvSpPr/>
            <p:nvPr/>
          </p:nvSpPr>
          <p:spPr>
            <a:xfrm>
              <a:off x="14420" y="7100"/>
              <a:ext cx="3640" cy="27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600" b="1" i="0" u="none" strike="noStrike">
                  <a:solidFill>
                    <a:srgbClr val="0052FF"/>
                  </a:solidFill>
                  <a:latin typeface="黑体-简" panose="02000000000000000000" charset="-122"/>
                  <a:ea typeface="黑体-简" panose="02000000000000000000" charset="-122"/>
                  <a:cs typeface="黑体-简" panose="02000000000000000000" charset="-122"/>
                  <a:sym typeface="黑体-简" panose="02000000000000000000" charset="-122"/>
                </a:rPr>
                <a:t>2026 初 · MiniCPM-o</a:t>
              </a:r>
              <a:endParaRPr lang="en-US" sz="1100">
                <a:cs typeface="黑体-简" panose="02000000000000000000" charset="-122"/>
              </a:endParaRPr>
            </a:p>
            <a:p>
              <a:pPr indent="0" algn="l">
                <a:lnSpc>
                  <a:spcPct val="108000"/>
                </a:lnSpc>
                <a:spcBef>
                  <a:spcPts val="1000"/>
                </a:spcBef>
              </a:pPr>
              <a:r>
                <a:rPr lang="en-US" sz="1200" b="1" i="0" u="none" strike="noStrike">
                  <a:solidFill>
                    <a:srgbClr val="1F2937"/>
                  </a:solidFill>
                  <a:latin typeface="黑体-简" panose="02000000000000000000" charset="-122"/>
                  <a:ea typeface="黑体-简" panose="02000000000000000000" charset="-122"/>
                  <a:cs typeface="黑体-简" panose="02000000000000000000" charset="-122"/>
                  <a:sym typeface="黑体-简" panose="02000000000000000000" charset="-122"/>
                </a:rPr>
                <a:t>迈向全模态交互</a:t>
              </a:r>
              <a:br>
                <a:rPr lang="en-US" sz="1600" b="0" i="0" u="none" strike="noStrike">
                  <a:solidFill>
                    <a:srgbClr val="1F2329"/>
                  </a:solidFill>
                  <a:latin typeface="黑体-简" panose="02000000000000000000" charset="-122"/>
                  <a:ea typeface="黑体-简" panose="02000000000000000000" charset="-122"/>
                  <a:cs typeface="黑体-简" panose="02000000000000000000" charset="-122"/>
                  <a:sym typeface="黑体-简" panose="02000000000000000000" charset="-122"/>
                </a:rPr>
              </a:br>
              <a:r>
                <a:rPr lang="en-US" sz="1200" b="0" i="0" u="none" strike="noStrike">
                  <a:solidFill>
                    <a:srgbClr val="6B7280"/>
                  </a:solidFill>
                  <a:latin typeface="黑体-简" panose="02000000000000000000" charset="-122"/>
                  <a:ea typeface="黑体-简" panose="02000000000000000000" charset="-122"/>
                  <a:cs typeface="黑体-简" panose="02000000000000000000" charset="-122"/>
                  <a:sym typeface="黑体-简" panose="02000000000000000000" charset="-122"/>
                </a:rPr>
                <a:t>深度融合语音输入与输出能力，实现真正的多模态实时交互。</a:t>
              </a:r>
              <a:endParaRPr lang="en-US" sz="1200" b="0" i="0" u="none" strike="noStrike">
                <a:solidFill>
                  <a:srgbClr val="6B7280"/>
                </a:solidFill>
                <a:latin typeface="黑体-简" panose="02000000000000000000" charset="-122"/>
                <a:ea typeface="黑体-简" panose="02000000000000000000" charset="-122"/>
                <a:cs typeface="黑体-简" panose="02000000000000000000" charset="-122"/>
                <a:sym typeface="黑体-简" panose="02000000000000000000" charset="-122"/>
              </a:endParaRPr>
            </a:p>
          </p:txBody>
        </p:sp>
      </p:grpSp>
    </p:spTree>
    <p:custDataLst>
      <p:tags r:id="rId1"/>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b="0">
                <a:latin typeface="黑体" charset="0"/>
                <a:ea typeface="黑体" charset="0"/>
              </a:rPr>
              <a:t>多模态大模型落地痛点与解决方案</a:t>
            </a:r>
            <a:endParaRPr b="0">
              <a:latin typeface="黑体" charset="0"/>
              <a:ea typeface="黑体" charset="0"/>
            </a:endParaRPr>
          </a:p>
        </p:txBody>
      </p:sp>
      <p:grpSp>
        <p:nvGrpSpPr>
          <p:cNvPr id="333" name="组合 332"/>
          <p:cNvGrpSpPr/>
          <p:nvPr/>
        </p:nvGrpSpPr>
        <p:grpSpPr>
          <a:xfrm>
            <a:off x="517525" y="1307478"/>
            <a:ext cx="11054080" cy="4495972"/>
            <a:chOff x="1135" y="3271"/>
            <a:chExt cx="17072" cy="5479"/>
          </a:xfrm>
        </p:grpSpPr>
        <p:sp>
          <p:nvSpPr>
            <p:cNvPr id="259" name="平行四边形 258"/>
            <p:cNvSpPr/>
            <p:nvPr>
              <p:custDataLst>
                <p:tags r:id="rId1"/>
              </p:custDataLst>
            </p:nvPr>
          </p:nvSpPr>
          <p:spPr>
            <a:xfrm rot="16200000">
              <a:off x="6459" y="4408"/>
              <a:ext cx="839" cy="971"/>
            </a:xfrm>
            <a:prstGeom prst="parallelogram">
              <a:avLst>
                <a:gd name="adj" fmla="val 47404"/>
              </a:avLst>
            </a:prstGeom>
            <a:gradFill>
              <a:gsLst>
                <a:gs pos="0">
                  <a:srgbClr val="376FFF">
                    <a:lumMod val="85000"/>
                  </a:srgbClr>
                </a:gs>
                <a:gs pos="100000">
                  <a:srgbClr val="376FFF">
                    <a:alpha val="100000"/>
                  </a:srgbClr>
                </a:gs>
              </a:gsLst>
              <a:lin ang="5400000" scaled="0"/>
            </a:gradFill>
            <a:ln>
              <a:noFill/>
            </a:ln>
            <a:effectLst/>
          </p:spPr>
          <p:style>
            <a:lnRef idx="2">
              <a:srgbClr val="376FFF">
                <a:shade val="50000"/>
              </a:srgbClr>
            </a:lnRef>
            <a:fillRef idx="1">
              <a:srgbClr val="376FFF"/>
            </a:fillRef>
            <a:effectRef idx="0">
              <a:srgbClr val="376FFF"/>
            </a:effectRef>
            <a:fontRef idx="minor">
              <a:srgbClr val="FFFFFF"/>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olidFill>
                  <a:srgbClr val="FFFFFF"/>
                </a:solidFill>
                <a:latin typeface="黑体-简" panose="02000000000000000000" charset="-122"/>
                <a:ea typeface="微软雅黑" charset="0"/>
                <a:cs typeface="黑体-简" panose="02000000000000000000" charset="-122"/>
                <a:sym typeface="微软雅黑" charset="-122"/>
              </a:endParaRPr>
            </a:p>
          </p:txBody>
        </p:sp>
        <p:cxnSp>
          <p:nvCxnSpPr>
            <p:cNvPr id="260" name="直接连接符 259"/>
            <p:cNvCxnSpPr/>
            <p:nvPr>
              <p:custDataLst>
                <p:tags r:id="rId2"/>
              </p:custDataLst>
            </p:nvPr>
          </p:nvCxnSpPr>
          <p:spPr>
            <a:xfrm>
              <a:off x="12033" y="4217"/>
              <a:ext cx="1315" cy="13"/>
            </a:xfrm>
            <a:prstGeom prst="line">
              <a:avLst/>
            </a:prstGeom>
            <a:ln w="9525">
              <a:solidFill>
                <a:srgbClr val="376FFF">
                  <a:lumMod val="60000"/>
                  <a:lumOff val="40000"/>
                </a:srgbClr>
              </a:solidFill>
              <a:prstDash val="dash"/>
              <a:headEnd type="oval" w="sm" len="sm"/>
              <a:tailEnd type="oval" w="sm" len="sm"/>
            </a:ln>
          </p:spPr>
          <p:style>
            <a:lnRef idx="2">
              <a:srgbClr val="376FFF"/>
            </a:lnRef>
            <a:fillRef idx="0">
              <a:srgbClr val="FFFFFF"/>
            </a:fillRef>
            <a:effectRef idx="0">
              <a:srgbClr val="FFFFFF"/>
            </a:effectRef>
            <a:fontRef idx="minor">
              <a:srgbClr val="000000"/>
            </a:fontRef>
          </p:style>
        </p:cxnSp>
        <p:sp>
          <p:nvSpPr>
            <p:cNvPr id="261" name="矩形 260"/>
            <p:cNvSpPr/>
            <p:nvPr>
              <p:custDataLst>
                <p:tags r:id="rId3"/>
              </p:custDataLst>
            </p:nvPr>
          </p:nvSpPr>
          <p:spPr>
            <a:xfrm>
              <a:off x="14348" y="3271"/>
              <a:ext cx="3850" cy="1856"/>
            </a:xfrm>
            <a:prstGeom prst="rect">
              <a:avLst/>
            </a:prstGeom>
            <a:noFill/>
          </p:spPr>
          <p:txBody>
            <a:bodyPr wrap="square" lIns="0" tIns="0" rIns="0" bIns="0" rtlCol="0" anchor="ctr" anchorCtr="0">
              <a:noAutofit/>
            </a:bodyPr>
            <a:lstStyle/>
            <a:p>
              <a:pPr algn="l">
                <a:lnSpc>
                  <a:spcPct val="130000"/>
                </a:lnSpc>
                <a:spcBef>
                  <a:spcPct val="0"/>
                </a:spcBef>
                <a:spcAft>
                  <a:spcPct val="0"/>
                </a:spcAft>
              </a:pPr>
              <a:r>
                <a:rPr lang="zh-CN" altLang="en-US" sz="1600" kern="0" dirty="0">
                  <a:ln>
                    <a:noFill/>
                    <a:prstDash val="sysDot"/>
                  </a:ln>
                  <a:solidFill>
                    <a:srgbClr val="000000">
                      <a:lumMod val="85000"/>
                      <a:lumOff val="15000"/>
                    </a:srgbClr>
                  </a:solidFill>
                  <a:latin typeface="黑体" charset="0"/>
                  <a:ea typeface="黑体" charset="0"/>
                  <a:cs typeface="黑体" charset="0"/>
                  <a:sym typeface="微软雅黑" charset="-122"/>
                </a:rPr>
                <a:t>通常为</a:t>
              </a:r>
              <a:r>
                <a:rPr lang="en-US" altLang="zh-CN" sz="1600" kern="0" dirty="0">
                  <a:ln>
                    <a:noFill/>
                    <a:prstDash val="sysDot"/>
                  </a:ln>
                  <a:solidFill>
                    <a:srgbClr val="000000">
                      <a:lumMod val="85000"/>
                      <a:lumOff val="15000"/>
                    </a:srgbClr>
                  </a:solidFill>
                  <a:latin typeface="黑体" charset="0"/>
                  <a:ea typeface="黑体" charset="0"/>
                  <a:cs typeface="黑体" charset="0"/>
                  <a:sym typeface="微软雅黑" charset="-122"/>
                </a:rPr>
                <a:t>70</a:t>
              </a:r>
              <a:r>
                <a:rPr lang="zh-CN" altLang="en-US" sz="1600" kern="0" dirty="0">
                  <a:ln>
                    <a:noFill/>
                    <a:prstDash val="sysDot"/>
                  </a:ln>
                  <a:solidFill>
                    <a:srgbClr val="000000">
                      <a:lumMod val="85000"/>
                      <a:lumOff val="15000"/>
                    </a:srgbClr>
                  </a:solidFill>
                  <a:latin typeface="黑体" charset="0"/>
                  <a:ea typeface="黑体" charset="0"/>
                  <a:cs typeface="黑体" charset="0"/>
                  <a:sym typeface="微软雅黑" charset="-122"/>
                </a:rPr>
                <a:t>亿</a:t>
              </a:r>
              <a:r>
                <a:rPr lang="en-US" altLang="zh-CN" sz="1600" kern="0" dirty="0">
                  <a:ln>
                    <a:noFill/>
                    <a:prstDash val="sysDot"/>
                  </a:ln>
                  <a:solidFill>
                    <a:srgbClr val="000000">
                      <a:lumMod val="85000"/>
                      <a:lumOff val="15000"/>
                    </a:srgbClr>
                  </a:solidFill>
                  <a:latin typeface="黑体" charset="0"/>
                  <a:ea typeface="黑体" charset="0"/>
                  <a:cs typeface="黑体" charset="0"/>
                  <a:sym typeface="微软雅黑" charset="-122"/>
                </a:rPr>
                <a:t>-550</a:t>
              </a:r>
              <a:r>
                <a:rPr lang="zh-CN" altLang="en-US" sz="1600" kern="0" dirty="0">
                  <a:ln>
                    <a:noFill/>
                    <a:prstDash val="sysDot"/>
                  </a:ln>
                  <a:solidFill>
                    <a:srgbClr val="000000">
                      <a:lumMod val="85000"/>
                      <a:lumOff val="15000"/>
                    </a:srgbClr>
                  </a:solidFill>
                  <a:latin typeface="黑体" charset="0"/>
                  <a:ea typeface="黑体" charset="0"/>
                  <a:cs typeface="黑体" charset="0"/>
                  <a:sym typeface="微软雅黑" charset="-122"/>
                </a:rPr>
                <a:t>亿参数量，需要高性能服务器部署</a:t>
              </a:r>
              <a:endParaRPr lang="zh-CN" altLang="en-US" sz="1600" kern="0" dirty="0">
                <a:ln>
                  <a:noFill/>
                  <a:prstDash val="sysDot"/>
                </a:ln>
                <a:solidFill>
                  <a:srgbClr val="000000">
                    <a:lumMod val="85000"/>
                    <a:lumOff val="15000"/>
                  </a:srgbClr>
                </a:solidFill>
                <a:latin typeface="黑体" charset="0"/>
                <a:ea typeface="黑体" charset="0"/>
                <a:cs typeface="黑体" charset="0"/>
                <a:sym typeface="微软雅黑" charset="-122"/>
              </a:endParaRPr>
            </a:p>
          </p:txBody>
        </p:sp>
        <p:sp>
          <p:nvSpPr>
            <p:cNvPr id="262" name="椭圆 261"/>
            <p:cNvSpPr/>
            <p:nvPr>
              <p:custDataLst>
                <p:tags r:id="rId4"/>
              </p:custDataLst>
            </p:nvPr>
          </p:nvSpPr>
          <p:spPr>
            <a:xfrm>
              <a:off x="13484" y="3866"/>
              <a:ext cx="728" cy="728"/>
            </a:xfrm>
            <a:prstGeom prst="ellipse">
              <a:avLst/>
            </a:prstGeom>
            <a:gradFill>
              <a:gsLst>
                <a:gs pos="0">
                  <a:srgbClr val="376FFF">
                    <a:lumMod val="75000"/>
                    <a:lumOff val="25000"/>
                  </a:srgbClr>
                </a:gs>
                <a:gs pos="100000">
                  <a:srgbClr val="376FFF">
                    <a:lumMod val="85000"/>
                    <a:lumOff val="15000"/>
                  </a:srgbClr>
                </a:gs>
              </a:gsLst>
              <a:lin ang="2640000" scaled="0"/>
            </a:gradFill>
            <a:ln w="31750">
              <a:noFill/>
            </a:ln>
            <a:effectLst/>
          </p:spPr>
          <p:style>
            <a:lnRef idx="2">
              <a:srgbClr val="376FFF">
                <a:shade val="50000"/>
              </a:srgbClr>
            </a:lnRef>
            <a:fillRef idx="1">
              <a:srgbClr val="376FFF"/>
            </a:fillRef>
            <a:effectRef idx="0">
              <a:srgbClr val="376FFF"/>
            </a:effectRef>
            <a:fontRef idx="minor">
              <a:srgbClr val="FFFFFF"/>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rgbClr val="000000"/>
                  </a:solidFill>
                  <a:latin typeface="Arial" panose="020B0604020202090204" pitchFamily="34" charset="0"/>
                  <a:ea typeface="微软雅黑" charset="-122"/>
                  <a:cs typeface="+mn-ea"/>
                </a:defRPr>
              </a:lvl1pPr>
              <a:lvl2pPr marL="457200" algn="l" defTabSz="914400" rtl="0" eaLnBrk="1" latinLnBrk="0" hangingPunct="1">
                <a:defRPr sz="1800" kern="1200">
                  <a:solidFill>
                    <a:srgbClr val="000000"/>
                  </a:solidFill>
                  <a:latin typeface="Arial" panose="020B0604020202090204" pitchFamily="34" charset="0"/>
                  <a:ea typeface="微软雅黑" charset="-122"/>
                  <a:cs typeface="+mn-ea"/>
                </a:defRPr>
              </a:lvl2pPr>
              <a:lvl3pPr marL="914400" algn="l" defTabSz="914400" rtl="0" eaLnBrk="1" latinLnBrk="0" hangingPunct="1">
                <a:defRPr sz="1800" kern="1200">
                  <a:solidFill>
                    <a:srgbClr val="000000"/>
                  </a:solidFill>
                  <a:latin typeface="Arial" panose="020B0604020202090204" pitchFamily="34" charset="0"/>
                  <a:ea typeface="微软雅黑" charset="-122"/>
                  <a:cs typeface="+mn-ea"/>
                </a:defRPr>
              </a:lvl3pPr>
              <a:lvl4pPr marL="1371600" algn="l" defTabSz="914400" rtl="0" eaLnBrk="1" latinLnBrk="0" hangingPunct="1">
                <a:defRPr sz="1800" kern="1200">
                  <a:solidFill>
                    <a:srgbClr val="000000"/>
                  </a:solidFill>
                  <a:latin typeface="Arial" panose="020B0604020202090204" pitchFamily="34" charset="0"/>
                  <a:ea typeface="微软雅黑" charset="-122"/>
                  <a:cs typeface="+mn-ea"/>
                </a:defRPr>
              </a:lvl4pPr>
              <a:lvl5pPr marL="1828800" algn="l" defTabSz="914400" rtl="0" eaLnBrk="1" latinLnBrk="0" hangingPunct="1">
                <a:defRPr sz="1800" kern="1200">
                  <a:solidFill>
                    <a:srgbClr val="000000"/>
                  </a:solidFill>
                  <a:latin typeface="Arial" panose="020B0604020202090204" pitchFamily="34" charset="0"/>
                  <a:ea typeface="微软雅黑" charset="-122"/>
                  <a:cs typeface="+mn-ea"/>
                </a:defRPr>
              </a:lvl5pPr>
              <a:lvl6pPr marL="2286000" algn="l" defTabSz="914400" rtl="0" eaLnBrk="1" latinLnBrk="0" hangingPunct="1">
                <a:defRPr sz="1800" kern="1200">
                  <a:solidFill>
                    <a:srgbClr val="000000"/>
                  </a:solidFill>
                  <a:latin typeface="Arial" panose="020B0604020202090204" pitchFamily="34" charset="0"/>
                  <a:ea typeface="微软雅黑" charset="-122"/>
                  <a:cs typeface="+mn-ea"/>
                </a:defRPr>
              </a:lvl6pPr>
              <a:lvl7pPr marL="2743200" algn="l" defTabSz="914400" rtl="0" eaLnBrk="1" latinLnBrk="0" hangingPunct="1">
                <a:defRPr sz="1800" kern="1200">
                  <a:solidFill>
                    <a:srgbClr val="000000"/>
                  </a:solidFill>
                  <a:latin typeface="Arial" panose="020B0604020202090204" pitchFamily="34" charset="0"/>
                  <a:ea typeface="微软雅黑" charset="-122"/>
                  <a:cs typeface="+mn-ea"/>
                </a:defRPr>
              </a:lvl7pPr>
              <a:lvl8pPr marL="3200400" algn="l" defTabSz="914400" rtl="0" eaLnBrk="1" latinLnBrk="0" hangingPunct="1">
                <a:defRPr sz="1800" kern="1200">
                  <a:solidFill>
                    <a:srgbClr val="000000"/>
                  </a:solidFill>
                  <a:latin typeface="Arial" panose="020B0604020202090204" pitchFamily="34" charset="0"/>
                  <a:ea typeface="微软雅黑" charset="-122"/>
                  <a:cs typeface="+mn-ea"/>
                </a:defRPr>
              </a:lvl8pPr>
              <a:lvl9pPr marL="3657600" algn="l" defTabSz="914400" rtl="0" eaLnBrk="1" latinLnBrk="0" hangingPunct="1">
                <a:defRPr sz="1800" kern="1200">
                  <a:solidFill>
                    <a:srgbClr val="000000"/>
                  </a:solidFill>
                  <a:latin typeface="Arial" panose="020B0604020202090204" pitchFamily="34" charset="0"/>
                  <a:ea typeface="微软雅黑" charset="-122"/>
                  <a:cs typeface="+mn-ea"/>
                </a:defRPr>
              </a:lvl9pPr>
            </a:lstStyle>
            <a:p>
              <a:pPr lvl="0" algn="ctr">
                <a:buClrTx/>
                <a:buSzTx/>
                <a:buFontTx/>
              </a:pPr>
              <a:endParaRPr lang="zh-CN" altLang="en-US">
                <a:solidFill>
                  <a:srgbClr val="FFFFFF"/>
                </a:solidFill>
                <a:latin typeface="黑体-简" panose="02000000000000000000" charset="-122"/>
                <a:ea typeface="微软雅黑" charset="0"/>
                <a:sym typeface="微软雅黑" charset="-122"/>
              </a:endParaRPr>
            </a:p>
          </p:txBody>
        </p:sp>
        <p:pic>
          <p:nvPicPr>
            <p:cNvPr id="263" name="图片 12" descr="/data/temp/cce9f261-0e8a-43b1-bb19-d12dbbc342f4/f1f499b6-4921-11f1-b13d-928cb433d15f.svgf1f499b6-4921-11f1-b13d-928cb433d15f"/>
            <p:cNvPicPr>
              <a:picLocks noChangeAspect="1"/>
            </p:cNvPicPr>
            <p:nvPr>
              <p:custDataLst>
                <p:tags r:id="rId5"/>
              </p:custDataLst>
            </p:nvPr>
          </p:nvPicPr>
          <p:blipFill>
            <a:blip r:embed="rId6">
              <a:extLst>
                <a:ext uri="{96DAC541-7B7A-43D3-8B79-37D633B846F1}">
                  <asvg:svgBlip xmlns:asvg="http://schemas.microsoft.com/office/drawing/2016/SVG/main" r:embed="rId7"/>
                </a:ext>
              </a:extLst>
            </a:blip>
            <a:srcRect/>
            <a:stretch>
              <a:fillRect/>
            </a:stretch>
          </p:blipFill>
          <p:spPr>
            <a:xfrm>
              <a:off x="13653" y="4041"/>
              <a:ext cx="377" cy="377"/>
            </a:xfrm>
            <a:prstGeom prst="rect">
              <a:avLst/>
            </a:prstGeom>
          </p:spPr>
        </p:pic>
        <p:sp>
          <p:nvSpPr>
            <p:cNvPr id="264" name="标题"/>
            <p:cNvSpPr/>
            <p:nvPr>
              <p:custDataLst>
                <p:tags r:id="rId8"/>
              </p:custDataLst>
            </p:nvPr>
          </p:nvSpPr>
          <p:spPr>
            <a:xfrm>
              <a:off x="6391" y="3546"/>
              <a:ext cx="5320" cy="1368"/>
            </a:xfrm>
            <a:prstGeom prst="rect">
              <a:avLst/>
            </a:prstGeom>
            <a:gradFill>
              <a:gsLst>
                <a:gs pos="80000">
                  <a:srgbClr val="376FFF">
                    <a:lumMod val="70000"/>
                    <a:lumOff val="30000"/>
                  </a:srgbClr>
                </a:gs>
                <a:gs pos="20000">
                  <a:srgbClr val="376FFF"/>
                </a:gs>
              </a:gsLst>
              <a:lin ang="8100000" scaled="0"/>
            </a:gradFill>
            <a:ln>
              <a:noFill/>
            </a:ln>
            <a:effectLst/>
          </p:spPr>
          <p:style>
            <a:lnRef idx="2">
              <a:srgbClr val="376FFF">
                <a:shade val="50000"/>
              </a:srgbClr>
            </a:lnRef>
            <a:fillRef idx="1">
              <a:srgbClr val="376FFF"/>
            </a:fillRef>
            <a:effectRef idx="0">
              <a:srgbClr val="376FFF"/>
            </a:effectRef>
            <a:fontRef idx="minor">
              <a:srgbClr val="FFFFFF"/>
            </a:fontRef>
          </p:style>
          <p:txBody>
            <a:bodyPr vertOverflow="overflow" horzOverflow="overflow" vert="horz" wrap="square" lIns="91440" tIns="45720" rIns="91440" bIns="45720" numCol="1" spcCol="0" rtlCol="0" fromWordArt="0" anchor="ctr" anchorCtr="0" forceAA="0" compatLnSpc="1">
              <a:noAutofit/>
            </a:bodyPr>
            <a:lstStyle>
              <a:defPPr>
                <a:defRPr lang="zh-CN">
                  <a:solidFill>
                    <a:srgbClr val="FFFFFF"/>
                  </a:solidFill>
                </a:defRPr>
              </a:defPPr>
              <a:lvl1pPr marL="0" algn="l" defTabSz="914400" rtl="0" eaLnBrk="1" latinLnBrk="0" hangingPunct="1">
                <a:defRPr sz="1800" kern="1200">
                  <a:solidFill>
                    <a:srgbClr val="FFFFFF"/>
                  </a:solidFill>
                  <a:latin typeface="Arial" panose="020B0604020202090204" pitchFamily="34" charset="0"/>
                  <a:ea typeface="微软雅黑" charset="-122"/>
                  <a:cs typeface="+mn-ea"/>
                </a:defRPr>
              </a:lvl1pPr>
              <a:lvl2pPr marL="457200" algn="l" defTabSz="914400" rtl="0" eaLnBrk="1" latinLnBrk="0" hangingPunct="1">
                <a:defRPr sz="1800" kern="1200">
                  <a:solidFill>
                    <a:srgbClr val="FFFFFF"/>
                  </a:solidFill>
                  <a:latin typeface="Arial" panose="020B0604020202090204" pitchFamily="34" charset="0"/>
                  <a:ea typeface="微软雅黑" charset="-122"/>
                  <a:cs typeface="+mn-ea"/>
                </a:defRPr>
              </a:lvl2pPr>
              <a:lvl3pPr marL="914400" algn="l" defTabSz="914400" rtl="0" eaLnBrk="1" latinLnBrk="0" hangingPunct="1">
                <a:defRPr sz="1800" kern="1200">
                  <a:solidFill>
                    <a:srgbClr val="FFFFFF"/>
                  </a:solidFill>
                  <a:latin typeface="Arial" panose="020B0604020202090204" pitchFamily="34" charset="0"/>
                  <a:ea typeface="微软雅黑" charset="-122"/>
                  <a:cs typeface="+mn-ea"/>
                </a:defRPr>
              </a:lvl3pPr>
              <a:lvl4pPr marL="1371600" algn="l" defTabSz="914400" rtl="0" eaLnBrk="1" latinLnBrk="0" hangingPunct="1">
                <a:defRPr sz="1800" kern="1200">
                  <a:solidFill>
                    <a:srgbClr val="FFFFFF"/>
                  </a:solidFill>
                  <a:latin typeface="Arial" panose="020B0604020202090204" pitchFamily="34" charset="0"/>
                  <a:ea typeface="微软雅黑" charset="-122"/>
                  <a:cs typeface="+mn-ea"/>
                </a:defRPr>
              </a:lvl4pPr>
              <a:lvl5pPr marL="1828800" algn="l" defTabSz="914400" rtl="0" eaLnBrk="1" latinLnBrk="0" hangingPunct="1">
                <a:defRPr sz="1800" kern="1200">
                  <a:solidFill>
                    <a:srgbClr val="FFFFFF"/>
                  </a:solidFill>
                  <a:latin typeface="Arial" panose="020B0604020202090204" pitchFamily="34" charset="0"/>
                  <a:ea typeface="微软雅黑" charset="-122"/>
                  <a:cs typeface="+mn-ea"/>
                </a:defRPr>
              </a:lvl5pPr>
              <a:lvl6pPr marL="2286000" algn="l" defTabSz="914400" rtl="0" eaLnBrk="1" latinLnBrk="0" hangingPunct="1">
                <a:defRPr sz="1800" kern="1200">
                  <a:solidFill>
                    <a:srgbClr val="FFFFFF"/>
                  </a:solidFill>
                  <a:latin typeface="Arial" panose="020B0604020202090204" pitchFamily="34" charset="0"/>
                  <a:ea typeface="微软雅黑" charset="-122"/>
                  <a:cs typeface="+mn-ea"/>
                </a:defRPr>
              </a:lvl6pPr>
              <a:lvl7pPr marL="2743200" algn="l" defTabSz="914400" rtl="0" eaLnBrk="1" latinLnBrk="0" hangingPunct="1">
                <a:defRPr sz="1800" kern="1200">
                  <a:solidFill>
                    <a:srgbClr val="FFFFFF"/>
                  </a:solidFill>
                  <a:latin typeface="Arial" panose="020B0604020202090204" pitchFamily="34" charset="0"/>
                  <a:ea typeface="微软雅黑" charset="-122"/>
                  <a:cs typeface="+mn-ea"/>
                </a:defRPr>
              </a:lvl7pPr>
              <a:lvl8pPr marL="3200400" algn="l" defTabSz="914400" rtl="0" eaLnBrk="1" latinLnBrk="0" hangingPunct="1">
                <a:defRPr sz="1800" kern="1200">
                  <a:solidFill>
                    <a:srgbClr val="FFFFFF"/>
                  </a:solidFill>
                  <a:latin typeface="Arial" panose="020B0604020202090204" pitchFamily="34" charset="0"/>
                  <a:ea typeface="微软雅黑" charset="-122"/>
                  <a:cs typeface="+mn-ea"/>
                </a:defRPr>
              </a:lvl8pPr>
              <a:lvl9pPr marL="3657600" algn="l" defTabSz="914400" rtl="0" eaLnBrk="1" latinLnBrk="0" hangingPunct="1">
                <a:defRPr sz="1800" kern="1200">
                  <a:solidFill>
                    <a:srgbClr val="FFFFFF"/>
                  </a:solidFill>
                  <a:latin typeface="Arial" panose="020B0604020202090204" pitchFamily="34" charset="0"/>
                  <a:ea typeface="微软雅黑" charset="-122"/>
                  <a:cs typeface="+mn-ea"/>
                </a:defRPr>
              </a:lvl9pPr>
            </a:lstStyle>
            <a:p>
              <a:pPr lvl="0" algn="ctr">
                <a:spcBef>
                  <a:spcPct val="0"/>
                </a:spcBef>
                <a:spcAft>
                  <a:spcPct val="0"/>
                </a:spcAft>
                <a:buClrTx/>
                <a:buSzTx/>
                <a:buFontTx/>
              </a:pPr>
              <a:r>
                <a:rPr lang="zh-CN" altLang="en-US">
                  <a:solidFill>
                    <a:srgbClr val="FFFFFF"/>
                  </a:solidFill>
                  <a:uFillTx/>
                  <a:latin typeface="黑体" charset="0"/>
                  <a:ea typeface="黑体" charset="0"/>
                  <a:cs typeface="微软雅黑" charset="-122"/>
                  <a:sym typeface="微软雅黑" charset="-122"/>
                </a:rPr>
                <a:t>参数多，成本高</a:t>
              </a:r>
              <a:endParaRPr lang="zh-CN" altLang="en-US">
                <a:solidFill>
                  <a:srgbClr val="FFFFFF"/>
                </a:solidFill>
                <a:uFillTx/>
                <a:latin typeface="黑体" charset="0"/>
                <a:ea typeface="黑体" charset="0"/>
                <a:cs typeface="微软雅黑" charset="-122"/>
                <a:sym typeface="微软雅黑" charset="-122"/>
              </a:endParaRPr>
            </a:p>
          </p:txBody>
        </p:sp>
        <p:sp>
          <p:nvSpPr>
            <p:cNvPr id="265" name="平行四边形 264"/>
            <p:cNvSpPr/>
            <p:nvPr>
              <p:custDataLst>
                <p:tags r:id="rId9"/>
              </p:custDataLst>
            </p:nvPr>
          </p:nvSpPr>
          <p:spPr>
            <a:xfrm rot="16200000" flipH="1">
              <a:off x="12045" y="6159"/>
              <a:ext cx="839" cy="971"/>
            </a:xfrm>
            <a:prstGeom prst="parallelogram">
              <a:avLst>
                <a:gd name="adj" fmla="val 47404"/>
              </a:avLst>
            </a:prstGeom>
            <a:gradFill>
              <a:gsLst>
                <a:gs pos="0">
                  <a:srgbClr val="17D594">
                    <a:lumMod val="75000"/>
                  </a:srgbClr>
                </a:gs>
                <a:gs pos="100000">
                  <a:srgbClr val="17D594">
                    <a:lumMod val="90000"/>
                  </a:srgbClr>
                </a:gs>
              </a:gsLst>
              <a:lin ang="5400000" scaled="0"/>
            </a:gradFill>
            <a:ln>
              <a:noFill/>
            </a:ln>
            <a:effectLst/>
          </p:spPr>
          <p:style>
            <a:lnRef idx="2">
              <a:srgbClr val="376FFF">
                <a:shade val="50000"/>
              </a:srgbClr>
            </a:lnRef>
            <a:fillRef idx="1">
              <a:srgbClr val="376FFF"/>
            </a:fillRef>
            <a:effectRef idx="0">
              <a:srgbClr val="376FFF"/>
            </a:effectRef>
            <a:fontRef idx="minor">
              <a:srgbClr val="FFFFFF"/>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olidFill>
                  <a:srgbClr val="FFFFFF"/>
                </a:solidFill>
                <a:latin typeface="黑体-简" panose="02000000000000000000" charset="-122"/>
                <a:ea typeface="微软雅黑" charset="0"/>
                <a:cs typeface="黑体-简" panose="02000000000000000000" charset="-122"/>
                <a:sym typeface="微软雅黑" charset="-122"/>
              </a:endParaRPr>
            </a:p>
          </p:txBody>
        </p:sp>
        <p:cxnSp>
          <p:nvCxnSpPr>
            <p:cNvPr id="266" name="直接连接符 265"/>
            <p:cNvCxnSpPr/>
            <p:nvPr>
              <p:custDataLst>
                <p:tags r:id="rId10"/>
              </p:custDataLst>
            </p:nvPr>
          </p:nvCxnSpPr>
          <p:spPr>
            <a:xfrm flipH="1">
              <a:off x="5994" y="5981"/>
              <a:ext cx="1308" cy="0"/>
            </a:xfrm>
            <a:prstGeom prst="line">
              <a:avLst/>
            </a:prstGeom>
            <a:ln w="9525">
              <a:solidFill>
                <a:srgbClr val="17D594">
                  <a:lumMod val="60000"/>
                  <a:lumOff val="40000"/>
                </a:srgbClr>
              </a:solidFill>
              <a:prstDash val="dash"/>
              <a:headEnd type="oval" w="sm" len="sm"/>
              <a:tailEnd type="oval" w="sm" len="sm"/>
            </a:ln>
          </p:spPr>
          <p:style>
            <a:lnRef idx="2">
              <a:srgbClr val="376FFF"/>
            </a:lnRef>
            <a:fillRef idx="0">
              <a:srgbClr val="FFFFFF"/>
            </a:fillRef>
            <a:effectRef idx="0">
              <a:srgbClr val="FFFFFF"/>
            </a:effectRef>
            <a:fontRef idx="minor">
              <a:srgbClr val="000000"/>
            </a:fontRef>
          </p:style>
        </p:cxnSp>
        <p:sp>
          <p:nvSpPr>
            <p:cNvPr id="267" name="矩形 266"/>
            <p:cNvSpPr/>
            <p:nvPr>
              <p:custDataLst>
                <p:tags r:id="rId11"/>
              </p:custDataLst>
            </p:nvPr>
          </p:nvSpPr>
          <p:spPr>
            <a:xfrm flipH="1">
              <a:off x="1135" y="5127"/>
              <a:ext cx="3850" cy="1856"/>
            </a:xfrm>
            <a:prstGeom prst="rect">
              <a:avLst/>
            </a:prstGeom>
            <a:noFill/>
          </p:spPr>
          <p:txBody>
            <a:bodyPr wrap="square" lIns="0" tIns="0" rIns="0" bIns="0" rtlCol="0" anchor="ctr" anchorCtr="0">
              <a:noAutofit/>
            </a:bodyPr>
            <a:lstStyle/>
            <a:p>
              <a:pPr algn="r">
                <a:lnSpc>
                  <a:spcPct val="130000"/>
                </a:lnSpc>
                <a:spcBef>
                  <a:spcPct val="0"/>
                </a:spcBef>
                <a:spcAft>
                  <a:spcPct val="0"/>
                </a:spcAft>
              </a:pPr>
              <a:r>
                <a:rPr lang="zh-CN" altLang="en-US" sz="1600" kern="0" dirty="0">
                  <a:ln>
                    <a:noFill/>
                    <a:prstDash val="sysDot"/>
                  </a:ln>
                  <a:solidFill>
                    <a:srgbClr val="000000">
                      <a:lumMod val="85000"/>
                      <a:lumOff val="15000"/>
                    </a:srgbClr>
                  </a:solidFill>
                  <a:latin typeface="黑体" charset="0"/>
                  <a:ea typeface="黑体" charset="0"/>
                  <a:cs typeface="黑体-简" panose="02000000000000000000" charset="-122"/>
                  <a:sym typeface="微软雅黑" charset="-122"/>
                </a:rPr>
                <a:t>模型回复与图像内容不符</a:t>
              </a:r>
              <a:endParaRPr lang="zh-CN" altLang="en-US" sz="1600" kern="0" dirty="0">
                <a:ln>
                  <a:noFill/>
                  <a:prstDash val="sysDot"/>
                </a:ln>
                <a:solidFill>
                  <a:srgbClr val="000000">
                    <a:lumMod val="85000"/>
                    <a:lumOff val="15000"/>
                  </a:srgbClr>
                </a:solidFill>
                <a:latin typeface="黑体" charset="0"/>
                <a:ea typeface="黑体" charset="0"/>
                <a:cs typeface="黑体-简" panose="02000000000000000000" charset="-122"/>
                <a:sym typeface="微软雅黑" charset="-122"/>
              </a:endParaRPr>
            </a:p>
          </p:txBody>
        </p:sp>
        <p:sp>
          <p:nvSpPr>
            <p:cNvPr id="3" name="标题"/>
            <p:cNvSpPr/>
            <p:nvPr>
              <p:custDataLst>
                <p:tags r:id="rId12"/>
              </p:custDataLst>
            </p:nvPr>
          </p:nvSpPr>
          <p:spPr>
            <a:xfrm flipH="1">
              <a:off x="7631" y="5297"/>
              <a:ext cx="5320" cy="1368"/>
            </a:xfrm>
            <a:prstGeom prst="rect">
              <a:avLst/>
            </a:prstGeom>
            <a:gradFill>
              <a:gsLst>
                <a:gs pos="80000">
                  <a:srgbClr val="17D594">
                    <a:lumMod val="70000"/>
                    <a:lumOff val="30000"/>
                  </a:srgbClr>
                </a:gs>
                <a:gs pos="20000">
                  <a:srgbClr val="17D594"/>
                </a:gs>
              </a:gsLst>
              <a:lin ang="8100000" scaled="0"/>
            </a:gradFill>
            <a:ln>
              <a:noFill/>
            </a:ln>
            <a:effectLst/>
          </p:spPr>
          <p:style>
            <a:lnRef idx="2">
              <a:srgbClr val="376FFF">
                <a:shade val="50000"/>
              </a:srgbClr>
            </a:lnRef>
            <a:fillRef idx="1">
              <a:srgbClr val="376FFF"/>
            </a:fillRef>
            <a:effectRef idx="0">
              <a:srgbClr val="376FFF"/>
            </a:effectRef>
            <a:fontRef idx="minor">
              <a:srgbClr val="FFFFFF"/>
            </a:fontRef>
          </p:style>
          <p:txBody>
            <a:bodyPr vertOverflow="overflow" horzOverflow="overflow" vert="horz" wrap="square" lIns="91440" tIns="45720" rIns="91440" bIns="45720" numCol="1" spcCol="0" rtlCol="0" fromWordArt="0" anchor="ctr" anchorCtr="0" forceAA="0" compatLnSpc="1">
              <a:noAutofit/>
            </a:bodyPr>
            <a:lstStyle>
              <a:defPPr>
                <a:defRPr lang="zh-CN">
                  <a:solidFill>
                    <a:srgbClr val="FFFFFF"/>
                  </a:solidFill>
                </a:defRPr>
              </a:defPPr>
              <a:lvl1pPr marL="0" algn="l" defTabSz="914400" rtl="0" eaLnBrk="1" latinLnBrk="0" hangingPunct="1">
                <a:defRPr sz="1800" kern="1200">
                  <a:solidFill>
                    <a:srgbClr val="FFFFFF"/>
                  </a:solidFill>
                  <a:latin typeface="Arial" panose="020B0604020202090204" pitchFamily="34" charset="0"/>
                  <a:ea typeface="微软雅黑" charset="-122"/>
                  <a:cs typeface="+mn-ea"/>
                </a:defRPr>
              </a:lvl1pPr>
              <a:lvl2pPr marL="457200" algn="l" defTabSz="914400" rtl="0" eaLnBrk="1" latinLnBrk="0" hangingPunct="1">
                <a:defRPr sz="1800" kern="1200">
                  <a:solidFill>
                    <a:srgbClr val="FFFFFF"/>
                  </a:solidFill>
                  <a:latin typeface="Arial" panose="020B0604020202090204" pitchFamily="34" charset="0"/>
                  <a:ea typeface="微软雅黑" charset="-122"/>
                  <a:cs typeface="+mn-ea"/>
                </a:defRPr>
              </a:lvl2pPr>
              <a:lvl3pPr marL="914400" algn="l" defTabSz="914400" rtl="0" eaLnBrk="1" latinLnBrk="0" hangingPunct="1">
                <a:defRPr sz="1800" kern="1200">
                  <a:solidFill>
                    <a:srgbClr val="FFFFFF"/>
                  </a:solidFill>
                  <a:latin typeface="Arial" panose="020B0604020202090204" pitchFamily="34" charset="0"/>
                  <a:ea typeface="微软雅黑" charset="-122"/>
                  <a:cs typeface="+mn-ea"/>
                </a:defRPr>
              </a:lvl3pPr>
              <a:lvl4pPr marL="1371600" algn="l" defTabSz="914400" rtl="0" eaLnBrk="1" latinLnBrk="0" hangingPunct="1">
                <a:defRPr sz="1800" kern="1200">
                  <a:solidFill>
                    <a:srgbClr val="FFFFFF"/>
                  </a:solidFill>
                  <a:latin typeface="Arial" panose="020B0604020202090204" pitchFamily="34" charset="0"/>
                  <a:ea typeface="微软雅黑" charset="-122"/>
                  <a:cs typeface="+mn-ea"/>
                </a:defRPr>
              </a:lvl4pPr>
              <a:lvl5pPr marL="1828800" algn="l" defTabSz="914400" rtl="0" eaLnBrk="1" latinLnBrk="0" hangingPunct="1">
                <a:defRPr sz="1800" kern="1200">
                  <a:solidFill>
                    <a:srgbClr val="FFFFFF"/>
                  </a:solidFill>
                  <a:latin typeface="Arial" panose="020B0604020202090204" pitchFamily="34" charset="0"/>
                  <a:ea typeface="微软雅黑" charset="-122"/>
                  <a:cs typeface="+mn-ea"/>
                </a:defRPr>
              </a:lvl5pPr>
              <a:lvl6pPr marL="2286000" algn="l" defTabSz="914400" rtl="0" eaLnBrk="1" latinLnBrk="0" hangingPunct="1">
                <a:defRPr sz="1800" kern="1200">
                  <a:solidFill>
                    <a:srgbClr val="FFFFFF"/>
                  </a:solidFill>
                  <a:latin typeface="Arial" panose="020B0604020202090204" pitchFamily="34" charset="0"/>
                  <a:ea typeface="微软雅黑" charset="-122"/>
                  <a:cs typeface="+mn-ea"/>
                </a:defRPr>
              </a:lvl6pPr>
              <a:lvl7pPr marL="2743200" algn="l" defTabSz="914400" rtl="0" eaLnBrk="1" latinLnBrk="0" hangingPunct="1">
                <a:defRPr sz="1800" kern="1200">
                  <a:solidFill>
                    <a:srgbClr val="FFFFFF"/>
                  </a:solidFill>
                  <a:latin typeface="Arial" panose="020B0604020202090204" pitchFamily="34" charset="0"/>
                  <a:ea typeface="微软雅黑" charset="-122"/>
                  <a:cs typeface="+mn-ea"/>
                </a:defRPr>
              </a:lvl7pPr>
              <a:lvl8pPr marL="3200400" algn="l" defTabSz="914400" rtl="0" eaLnBrk="1" latinLnBrk="0" hangingPunct="1">
                <a:defRPr sz="1800" kern="1200">
                  <a:solidFill>
                    <a:srgbClr val="FFFFFF"/>
                  </a:solidFill>
                  <a:latin typeface="Arial" panose="020B0604020202090204" pitchFamily="34" charset="0"/>
                  <a:ea typeface="微软雅黑" charset="-122"/>
                  <a:cs typeface="+mn-ea"/>
                </a:defRPr>
              </a:lvl8pPr>
              <a:lvl9pPr marL="3657600" algn="l" defTabSz="914400" rtl="0" eaLnBrk="1" latinLnBrk="0" hangingPunct="1">
                <a:defRPr sz="1800" kern="1200">
                  <a:solidFill>
                    <a:srgbClr val="FFFFFF"/>
                  </a:solidFill>
                  <a:latin typeface="Arial" panose="020B0604020202090204" pitchFamily="34" charset="0"/>
                  <a:ea typeface="微软雅黑" charset="-122"/>
                  <a:cs typeface="+mn-ea"/>
                </a:defRPr>
              </a:lvl9pPr>
            </a:lstStyle>
            <a:p>
              <a:pPr lvl="0" algn="ctr">
                <a:buClrTx/>
                <a:buSzTx/>
                <a:buFontTx/>
              </a:pPr>
              <a:r>
                <a:rPr lang="zh-CN" altLang="en-US">
                  <a:solidFill>
                    <a:srgbClr val="FFFFFF"/>
                  </a:solidFill>
                  <a:uFillTx/>
                  <a:latin typeface="黑体" charset="0"/>
                  <a:ea typeface="黑体" charset="0"/>
                  <a:cs typeface="微软雅黑" charset="-122"/>
                  <a:sym typeface="微软雅黑" charset="-122"/>
                </a:rPr>
                <a:t>幻觉多，难置信</a:t>
              </a:r>
              <a:endParaRPr lang="zh-CN" altLang="en-US">
                <a:solidFill>
                  <a:srgbClr val="FFFFFF"/>
                </a:solidFill>
                <a:uFillTx/>
                <a:latin typeface="黑体" charset="0"/>
                <a:ea typeface="黑体" charset="0"/>
                <a:cs typeface="微软雅黑" charset="-122"/>
                <a:sym typeface="微软雅黑" charset="-122"/>
              </a:endParaRPr>
            </a:p>
          </p:txBody>
        </p:sp>
        <p:sp>
          <p:nvSpPr>
            <p:cNvPr id="269" name="椭圆 268"/>
            <p:cNvSpPr/>
            <p:nvPr>
              <p:custDataLst>
                <p:tags r:id="rId13"/>
              </p:custDataLst>
            </p:nvPr>
          </p:nvSpPr>
          <p:spPr>
            <a:xfrm flipH="1">
              <a:off x="5154" y="5605"/>
              <a:ext cx="728" cy="728"/>
            </a:xfrm>
            <a:prstGeom prst="ellipse">
              <a:avLst/>
            </a:prstGeom>
            <a:gradFill>
              <a:gsLst>
                <a:gs pos="0">
                  <a:srgbClr val="17D594">
                    <a:lumMod val="75000"/>
                    <a:lumOff val="25000"/>
                  </a:srgbClr>
                </a:gs>
                <a:gs pos="100000">
                  <a:srgbClr val="17D594">
                    <a:lumMod val="85000"/>
                    <a:lumOff val="15000"/>
                  </a:srgbClr>
                </a:gs>
              </a:gsLst>
              <a:lin ang="2640000" scaled="0"/>
            </a:gradFill>
            <a:ln w="31750">
              <a:noFill/>
            </a:ln>
            <a:effectLst/>
          </p:spPr>
          <p:style>
            <a:lnRef idx="2">
              <a:srgbClr val="376FFF">
                <a:shade val="50000"/>
              </a:srgbClr>
            </a:lnRef>
            <a:fillRef idx="1">
              <a:srgbClr val="376FFF"/>
            </a:fillRef>
            <a:effectRef idx="0">
              <a:srgbClr val="376FFF"/>
            </a:effectRef>
            <a:fontRef idx="minor">
              <a:srgbClr val="FFFFFF"/>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rgbClr val="000000"/>
                  </a:solidFill>
                  <a:latin typeface="Arial" panose="020B0604020202090204" pitchFamily="34" charset="0"/>
                  <a:ea typeface="微软雅黑" charset="-122"/>
                  <a:cs typeface="+mn-ea"/>
                </a:defRPr>
              </a:lvl1pPr>
              <a:lvl2pPr marL="457200" algn="l" defTabSz="914400" rtl="0" eaLnBrk="1" latinLnBrk="0" hangingPunct="1">
                <a:defRPr sz="1800" kern="1200">
                  <a:solidFill>
                    <a:srgbClr val="000000"/>
                  </a:solidFill>
                  <a:latin typeface="Arial" panose="020B0604020202090204" pitchFamily="34" charset="0"/>
                  <a:ea typeface="微软雅黑" charset="-122"/>
                  <a:cs typeface="+mn-ea"/>
                </a:defRPr>
              </a:lvl2pPr>
              <a:lvl3pPr marL="914400" algn="l" defTabSz="914400" rtl="0" eaLnBrk="1" latinLnBrk="0" hangingPunct="1">
                <a:defRPr sz="1800" kern="1200">
                  <a:solidFill>
                    <a:srgbClr val="000000"/>
                  </a:solidFill>
                  <a:latin typeface="Arial" panose="020B0604020202090204" pitchFamily="34" charset="0"/>
                  <a:ea typeface="微软雅黑" charset="-122"/>
                  <a:cs typeface="+mn-ea"/>
                </a:defRPr>
              </a:lvl3pPr>
              <a:lvl4pPr marL="1371600" algn="l" defTabSz="914400" rtl="0" eaLnBrk="1" latinLnBrk="0" hangingPunct="1">
                <a:defRPr sz="1800" kern="1200">
                  <a:solidFill>
                    <a:srgbClr val="000000"/>
                  </a:solidFill>
                  <a:latin typeface="Arial" panose="020B0604020202090204" pitchFamily="34" charset="0"/>
                  <a:ea typeface="微软雅黑" charset="-122"/>
                  <a:cs typeface="+mn-ea"/>
                </a:defRPr>
              </a:lvl4pPr>
              <a:lvl5pPr marL="1828800" algn="l" defTabSz="914400" rtl="0" eaLnBrk="1" latinLnBrk="0" hangingPunct="1">
                <a:defRPr sz="1800" kern="1200">
                  <a:solidFill>
                    <a:srgbClr val="000000"/>
                  </a:solidFill>
                  <a:latin typeface="Arial" panose="020B0604020202090204" pitchFamily="34" charset="0"/>
                  <a:ea typeface="微软雅黑" charset="-122"/>
                  <a:cs typeface="+mn-ea"/>
                </a:defRPr>
              </a:lvl5pPr>
              <a:lvl6pPr marL="2286000" algn="l" defTabSz="914400" rtl="0" eaLnBrk="1" latinLnBrk="0" hangingPunct="1">
                <a:defRPr sz="1800" kern="1200">
                  <a:solidFill>
                    <a:srgbClr val="000000"/>
                  </a:solidFill>
                  <a:latin typeface="Arial" panose="020B0604020202090204" pitchFamily="34" charset="0"/>
                  <a:ea typeface="微软雅黑" charset="-122"/>
                  <a:cs typeface="+mn-ea"/>
                </a:defRPr>
              </a:lvl6pPr>
              <a:lvl7pPr marL="2743200" algn="l" defTabSz="914400" rtl="0" eaLnBrk="1" latinLnBrk="0" hangingPunct="1">
                <a:defRPr sz="1800" kern="1200">
                  <a:solidFill>
                    <a:srgbClr val="000000"/>
                  </a:solidFill>
                  <a:latin typeface="Arial" panose="020B0604020202090204" pitchFamily="34" charset="0"/>
                  <a:ea typeface="微软雅黑" charset="-122"/>
                  <a:cs typeface="+mn-ea"/>
                </a:defRPr>
              </a:lvl7pPr>
              <a:lvl8pPr marL="3200400" algn="l" defTabSz="914400" rtl="0" eaLnBrk="1" latinLnBrk="0" hangingPunct="1">
                <a:defRPr sz="1800" kern="1200">
                  <a:solidFill>
                    <a:srgbClr val="000000"/>
                  </a:solidFill>
                  <a:latin typeface="Arial" panose="020B0604020202090204" pitchFamily="34" charset="0"/>
                  <a:ea typeface="微软雅黑" charset="-122"/>
                  <a:cs typeface="+mn-ea"/>
                </a:defRPr>
              </a:lvl8pPr>
              <a:lvl9pPr marL="3657600" algn="l" defTabSz="914400" rtl="0" eaLnBrk="1" latinLnBrk="0" hangingPunct="1">
                <a:defRPr sz="1800" kern="1200">
                  <a:solidFill>
                    <a:srgbClr val="000000"/>
                  </a:solidFill>
                  <a:latin typeface="Arial" panose="020B0604020202090204" pitchFamily="34" charset="0"/>
                  <a:ea typeface="微软雅黑" charset="-122"/>
                  <a:cs typeface="+mn-ea"/>
                </a:defRPr>
              </a:lvl9pPr>
            </a:lstStyle>
            <a:p>
              <a:pPr lvl="0" algn="ctr">
                <a:buClrTx/>
                <a:buSzTx/>
                <a:buFontTx/>
              </a:pPr>
              <a:endParaRPr lang="zh-CN" altLang="en-US">
                <a:solidFill>
                  <a:srgbClr val="FFFFFF"/>
                </a:solidFill>
                <a:latin typeface="黑体-简" panose="02000000000000000000" charset="-122"/>
                <a:ea typeface="微软雅黑" charset="0"/>
                <a:sym typeface="微软雅黑" charset="-122"/>
              </a:endParaRPr>
            </a:p>
          </p:txBody>
        </p:sp>
        <p:pic>
          <p:nvPicPr>
            <p:cNvPr id="270" name="图片 14" descr="/data/temp/cce9f261-0e8a-43b1-bb19-d12dbbc342f4/f1f49a22-4921-11f1-b13d-928cb433d15f.svgf1f49a22-4921-11f1-b13d-928cb433d15f"/>
            <p:cNvPicPr>
              <a:picLocks noChangeAspect="1"/>
            </p:cNvPicPr>
            <p:nvPr>
              <p:custDataLst>
                <p:tags r:id="rId14"/>
              </p:custDataLst>
            </p:nvPr>
          </p:nvPicPr>
          <p:blipFill>
            <a:blip r:embed="rId15">
              <a:extLst>
                <a:ext uri="{96DAC541-7B7A-43D3-8B79-37D633B846F1}">
                  <asvg:svgBlip xmlns:asvg="http://schemas.microsoft.com/office/drawing/2016/SVG/main" r:embed="rId16"/>
                </a:ext>
              </a:extLst>
            </a:blip>
            <a:srcRect/>
            <a:stretch>
              <a:fillRect/>
            </a:stretch>
          </p:blipFill>
          <p:spPr>
            <a:xfrm>
              <a:off x="5373" y="5809"/>
              <a:ext cx="357" cy="357"/>
            </a:xfrm>
            <a:prstGeom prst="rect">
              <a:avLst/>
            </a:prstGeom>
          </p:spPr>
        </p:pic>
        <p:sp>
          <p:nvSpPr>
            <p:cNvPr id="271" name="平行四边形 270"/>
            <p:cNvSpPr/>
            <p:nvPr>
              <p:custDataLst>
                <p:tags r:id="rId17"/>
              </p:custDataLst>
            </p:nvPr>
          </p:nvSpPr>
          <p:spPr>
            <a:xfrm rot="16200000">
              <a:off x="6459" y="7845"/>
              <a:ext cx="839" cy="971"/>
            </a:xfrm>
            <a:prstGeom prst="parallelogram">
              <a:avLst>
                <a:gd name="adj" fmla="val 47404"/>
              </a:avLst>
            </a:prstGeom>
            <a:gradFill>
              <a:gsLst>
                <a:gs pos="0">
                  <a:srgbClr val="FFC000">
                    <a:lumMod val="85000"/>
                  </a:srgbClr>
                </a:gs>
                <a:gs pos="100000">
                  <a:srgbClr val="FFC000"/>
                </a:gs>
              </a:gsLst>
              <a:lin ang="5400000" scaled="0"/>
            </a:gradFill>
            <a:ln>
              <a:noFill/>
            </a:ln>
            <a:effectLst/>
          </p:spPr>
          <p:style>
            <a:lnRef idx="2">
              <a:srgbClr val="376FFF">
                <a:shade val="50000"/>
              </a:srgbClr>
            </a:lnRef>
            <a:fillRef idx="1">
              <a:srgbClr val="376FFF"/>
            </a:fillRef>
            <a:effectRef idx="0">
              <a:srgbClr val="376FFF"/>
            </a:effectRef>
            <a:fontRef idx="minor">
              <a:srgbClr val="FFFFFF"/>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olidFill>
                  <a:srgbClr val="FFFFFF"/>
                </a:solidFill>
                <a:latin typeface="黑体-简" panose="02000000000000000000" charset="-122"/>
                <a:ea typeface="微软雅黑" charset="0"/>
                <a:cs typeface="黑体-简" panose="02000000000000000000" charset="-122"/>
                <a:sym typeface="微软雅黑" charset="-122"/>
              </a:endParaRPr>
            </a:p>
          </p:txBody>
        </p:sp>
        <p:cxnSp>
          <p:nvCxnSpPr>
            <p:cNvPr id="272" name="直接连接符 271"/>
            <p:cNvCxnSpPr/>
            <p:nvPr>
              <p:custDataLst>
                <p:tags r:id="rId18"/>
              </p:custDataLst>
            </p:nvPr>
          </p:nvCxnSpPr>
          <p:spPr>
            <a:xfrm flipV="1">
              <a:off x="12040" y="7667"/>
              <a:ext cx="1308" cy="1"/>
            </a:xfrm>
            <a:prstGeom prst="line">
              <a:avLst/>
            </a:prstGeom>
            <a:ln w="9525">
              <a:solidFill>
                <a:srgbClr val="FFC000">
                  <a:lumMod val="60000"/>
                  <a:lumOff val="40000"/>
                </a:srgbClr>
              </a:solidFill>
              <a:prstDash val="dash"/>
              <a:headEnd type="oval" w="sm" len="sm"/>
              <a:tailEnd type="oval" w="sm" len="sm"/>
            </a:ln>
          </p:spPr>
          <p:style>
            <a:lnRef idx="2">
              <a:srgbClr val="376FFF"/>
            </a:lnRef>
            <a:fillRef idx="0">
              <a:srgbClr val="FFFFFF"/>
            </a:fillRef>
            <a:effectRef idx="0">
              <a:srgbClr val="FFFFFF"/>
            </a:effectRef>
            <a:fontRef idx="minor">
              <a:srgbClr val="000000"/>
            </a:fontRef>
          </p:style>
        </p:cxnSp>
        <p:sp>
          <p:nvSpPr>
            <p:cNvPr id="273" name="矩形 272"/>
            <p:cNvSpPr/>
            <p:nvPr>
              <p:custDataLst>
                <p:tags r:id="rId19"/>
              </p:custDataLst>
            </p:nvPr>
          </p:nvSpPr>
          <p:spPr>
            <a:xfrm>
              <a:off x="14357" y="6813"/>
              <a:ext cx="3850" cy="1856"/>
            </a:xfrm>
            <a:prstGeom prst="rect">
              <a:avLst/>
            </a:prstGeom>
            <a:noFill/>
          </p:spPr>
          <p:txBody>
            <a:bodyPr wrap="square" lIns="0" tIns="0" rIns="0" bIns="0" rtlCol="0" anchor="ctr" anchorCtr="0">
              <a:noAutofit/>
            </a:bodyPr>
            <a:lstStyle/>
            <a:p>
              <a:pPr algn="l">
                <a:lnSpc>
                  <a:spcPct val="130000"/>
                </a:lnSpc>
                <a:spcBef>
                  <a:spcPct val="0"/>
                </a:spcBef>
                <a:spcAft>
                  <a:spcPct val="0"/>
                </a:spcAft>
              </a:pPr>
              <a:r>
                <a:rPr lang="zh-CN" altLang="en-US" sz="1600" kern="0" dirty="0">
                  <a:ln>
                    <a:noFill/>
                    <a:prstDash val="sysDot"/>
                  </a:ln>
                  <a:solidFill>
                    <a:srgbClr val="000000">
                      <a:lumMod val="85000"/>
                      <a:lumOff val="15000"/>
                    </a:srgbClr>
                  </a:solidFill>
                  <a:latin typeface="黑体" charset="0"/>
                  <a:ea typeface="黑体" charset="0"/>
                  <a:cs typeface="黑体-简" panose="02000000000000000000" charset="-122"/>
                  <a:sym typeface="微软雅黑" charset="-122"/>
                </a:rPr>
                <a:t>多数开源模型仅支持英语，中文多模态数据少、质量低，难以满足国内用户需求</a:t>
              </a:r>
              <a:endParaRPr lang="zh-CN" altLang="en-US" sz="1600" kern="0" dirty="0">
                <a:ln>
                  <a:noFill/>
                  <a:prstDash val="sysDot"/>
                </a:ln>
                <a:solidFill>
                  <a:srgbClr val="000000">
                    <a:lumMod val="85000"/>
                    <a:lumOff val="15000"/>
                  </a:srgbClr>
                </a:solidFill>
                <a:latin typeface="黑体" charset="0"/>
                <a:ea typeface="黑体" charset="0"/>
                <a:cs typeface="黑体-简" panose="02000000000000000000" charset="-122"/>
                <a:sym typeface="微软雅黑" charset="-122"/>
              </a:endParaRPr>
            </a:p>
          </p:txBody>
        </p:sp>
        <p:sp>
          <p:nvSpPr>
            <p:cNvPr id="274" name="椭圆 273"/>
            <p:cNvSpPr/>
            <p:nvPr>
              <p:custDataLst>
                <p:tags r:id="rId20"/>
              </p:custDataLst>
            </p:nvPr>
          </p:nvSpPr>
          <p:spPr>
            <a:xfrm>
              <a:off x="13484" y="7303"/>
              <a:ext cx="728" cy="728"/>
            </a:xfrm>
            <a:prstGeom prst="ellipse">
              <a:avLst/>
            </a:prstGeom>
            <a:solidFill>
              <a:srgbClr val="FFC000"/>
            </a:solidFill>
            <a:ln w="31750">
              <a:noFill/>
            </a:ln>
            <a:effectLst/>
          </p:spPr>
          <p:style>
            <a:lnRef idx="2">
              <a:srgbClr val="376FFF">
                <a:shade val="50000"/>
              </a:srgbClr>
            </a:lnRef>
            <a:fillRef idx="1">
              <a:srgbClr val="376FFF"/>
            </a:fillRef>
            <a:effectRef idx="0">
              <a:srgbClr val="376FFF"/>
            </a:effectRef>
            <a:fontRef idx="minor">
              <a:srgbClr val="FFFFFF"/>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rgbClr val="000000"/>
                  </a:solidFill>
                  <a:latin typeface="Arial" panose="020B0604020202090204" pitchFamily="34" charset="0"/>
                  <a:ea typeface="微软雅黑" charset="-122"/>
                  <a:cs typeface="+mn-ea"/>
                </a:defRPr>
              </a:lvl1pPr>
              <a:lvl2pPr marL="457200" algn="l" defTabSz="914400" rtl="0" eaLnBrk="1" latinLnBrk="0" hangingPunct="1">
                <a:defRPr sz="1800" kern="1200">
                  <a:solidFill>
                    <a:srgbClr val="000000"/>
                  </a:solidFill>
                  <a:latin typeface="Arial" panose="020B0604020202090204" pitchFamily="34" charset="0"/>
                  <a:ea typeface="微软雅黑" charset="-122"/>
                  <a:cs typeface="+mn-ea"/>
                </a:defRPr>
              </a:lvl2pPr>
              <a:lvl3pPr marL="914400" algn="l" defTabSz="914400" rtl="0" eaLnBrk="1" latinLnBrk="0" hangingPunct="1">
                <a:defRPr sz="1800" kern="1200">
                  <a:solidFill>
                    <a:srgbClr val="000000"/>
                  </a:solidFill>
                  <a:latin typeface="Arial" panose="020B0604020202090204" pitchFamily="34" charset="0"/>
                  <a:ea typeface="微软雅黑" charset="-122"/>
                  <a:cs typeface="+mn-ea"/>
                </a:defRPr>
              </a:lvl3pPr>
              <a:lvl4pPr marL="1371600" algn="l" defTabSz="914400" rtl="0" eaLnBrk="1" latinLnBrk="0" hangingPunct="1">
                <a:defRPr sz="1800" kern="1200">
                  <a:solidFill>
                    <a:srgbClr val="000000"/>
                  </a:solidFill>
                  <a:latin typeface="Arial" panose="020B0604020202090204" pitchFamily="34" charset="0"/>
                  <a:ea typeface="微软雅黑" charset="-122"/>
                  <a:cs typeface="+mn-ea"/>
                </a:defRPr>
              </a:lvl4pPr>
              <a:lvl5pPr marL="1828800" algn="l" defTabSz="914400" rtl="0" eaLnBrk="1" latinLnBrk="0" hangingPunct="1">
                <a:defRPr sz="1800" kern="1200">
                  <a:solidFill>
                    <a:srgbClr val="000000"/>
                  </a:solidFill>
                  <a:latin typeface="Arial" panose="020B0604020202090204" pitchFamily="34" charset="0"/>
                  <a:ea typeface="微软雅黑" charset="-122"/>
                  <a:cs typeface="+mn-ea"/>
                </a:defRPr>
              </a:lvl5pPr>
              <a:lvl6pPr marL="2286000" algn="l" defTabSz="914400" rtl="0" eaLnBrk="1" latinLnBrk="0" hangingPunct="1">
                <a:defRPr sz="1800" kern="1200">
                  <a:solidFill>
                    <a:srgbClr val="000000"/>
                  </a:solidFill>
                  <a:latin typeface="Arial" panose="020B0604020202090204" pitchFamily="34" charset="0"/>
                  <a:ea typeface="微软雅黑" charset="-122"/>
                  <a:cs typeface="+mn-ea"/>
                </a:defRPr>
              </a:lvl6pPr>
              <a:lvl7pPr marL="2743200" algn="l" defTabSz="914400" rtl="0" eaLnBrk="1" latinLnBrk="0" hangingPunct="1">
                <a:defRPr sz="1800" kern="1200">
                  <a:solidFill>
                    <a:srgbClr val="000000"/>
                  </a:solidFill>
                  <a:latin typeface="Arial" panose="020B0604020202090204" pitchFamily="34" charset="0"/>
                  <a:ea typeface="微软雅黑" charset="-122"/>
                  <a:cs typeface="+mn-ea"/>
                </a:defRPr>
              </a:lvl7pPr>
              <a:lvl8pPr marL="3200400" algn="l" defTabSz="914400" rtl="0" eaLnBrk="1" latinLnBrk="0" hangingPunct="1">
                <a:defRPr sz="1800" kern="1200">
                  <a:solidFill>
                    <a:srgbClr val="000000"/>
                  </a:solidFill>
                  <a:latin typeface="Arial" panose="020B0604020202090204" pitchFamily="34" charset="0"/>
                  <a:ea typeface="微软雅黑" charset="-122"/>
                  <a:cs typeface="+mn-ea"/>
                </a:defRPr>
              </a:lvl8pPr>
              <a:lvl9pPr marL="3657600" algn="l" defTabSz="914400" rtl="0" eaLnBrk="1" latinLnBrk="0" hangingPunct="1">
                <a:defRPr sz="1800" kern="1200">
                  <a:solidFill>
                    <a:srgbClr val="000000"/>
                  </a:solidFill>
                  <a:latin typeface="Arial" panose="020B0604020202090204" pitchFamily="34" charset="0"/>
                  <a:ea typeface="微软雅黑" charset="-122"/>
                  <a:cs typeface="+mn-ea"/>
                </a:defRPr>
              </a:lvl9pPr>
            </a:lstStyle>
            <a:p>
              <a:pPr lvl="0" algn="ctr">
                <a:buClrTx/>
                <a:buSzTx/>
                <a:buFontTx/>
              </a:pPr>
              <a:endParaRPr lang="zh-CN" altLang="en-US">
                <a:solidFill>
                  <a:srgbClr val="FFFFFF"/>
                </a:solidFill>
                <a:latin typeface="黑体-简" panose="02000000000000000000" charset="-122"/>
                <a:ea typeface="微软雅黑" charset="0"/>
                <a:sym typeface="微软雅黑" charset="-122"/>
              </a:endParaRPr>
            </a:p>
          </p:txBody>
        </p:sp>
        <p:pic>
          <p:nvPicPr>
            <p:cNvPr id="275" name="图片 12" descr="/data/temp/cce9f261-0e8a-43b1-bb19-d12dbbc342f4/f1f49a82-4921-11f1-b13d-928cb433d15f.svgf1f49a82-4921-11f1-b13d-928cb433d15f"/>
            <p:cNvPicPr>
              <a:picLocks noChangeAspect="1"/>
            </p:cNvPicPr>
            <p:nvPr>
              <p:custDataLst>
                <p:tags r:id="rId21"/>
              </p:custDataLst>
            </p:nvPr>
          </p:nvPicPr>
          <p:blipFill>
            <a:blip r:embed="rId22">
              <a:extLst>
                <a:ext uri="{96DAC541-7B7A-43D3-8B79-37D633B846F1}">
                  <asvg:svgBlip xmlns:asvg="http://schemas.microsoft.com/office/drawing/2016/SVG/main" r:embed="rId23"/>
                </a:ext>
              </a:extLst>
            </a:blip>
            <a:srcRect/>
            <a:stretch>
              <a:fillRect/>
            </a:stretch>
          </p:blipFill>
          <p:spPr>
            <a:xfrm>
              <a:off x="13653" y="7478"/>
              <a:ext cx="377" cy="377"/>
            </a:xfrm>
            <a:prstGeom prst="rect">
              <a:avLst/>
            </a:prstGeom>
          </p:spPr>
        </p:pic>
        <p:sp>
          <p:nvSpPr>
            <p:cNvPr id="276" name="标题"/>
            <p:cNvSpPr/>
            <p:nvPr>
              <p:custDataLst>
                <p:tags r:id="rId24"/>
              </p:custDataLst>
            </p:nvPr>
          </p:nvSpPr>
          <p:spPr>
            <a:xfrm>
              <a:off x="6391" y="6983"/>
              <a:ext cx="5320" cy="1368"/>
            </a:xfrm>
            <a:prstGeom prst="rect">
              <a:avLst/>
            </a:prstGeom>
            <a:gradFill>
              <a:gsLst>
                <a:gs pos="80000">
                  <a:srgbClr val="FFC000">
                    <a:lumMod val="70000"/>
                    <a:lumOff val="30000"/>
                  </a:srgbClr>
                </a:gs>
                <a:gs pos="20000">
                  <a:srgbClr val="FFC000"/>
                </a:gs>
              </a:gsLst>
              <a:lin ang="8100000" scaled="0"/>
            </a:gradFill>
            <a:ln>
              <a:noFill/>
            </a:ln>
            <a:effectLst/>
          </p:spPr>
          <p:style>
            <a:lnRef idx="2">
              <a:srgbClr val="376FFF">
                <a:shade val="50000"/>
              </a:srgbClr>
            </a:lnRef>
            <a:fillRef idx="1">
              <a:srgbClr val="376FFF"/>
            </a:fillRef>
            <a:effectRef idx="0">
              <a:srgbClr val="376FFF"/>
            </a:effectRef>
            <a:fontRef idx="minor">
              <a:srgbClr val="FFFFFF"/>
            </a:fontRef>
          </p:style>
          <p:txBody>
            <a:bodyPr vertOverflow="overflow" horzOverflow="overflow" vert="horz" wrap="square" lIns="91440" tIns="45720" rIns="91440" bIns="45720" numCol="1" spcCol="0" rtlCol="0" fromWordArt="0" anchor="ctr" anchorCtr="0" forceAA="0" compatLnSpc="1">
              <a:noAutofit/>
            </a:bodyPr>
            <a:lstStyle>
              <a:defPPr>
                <a:defRPr lang="zh-CN">
                  <a:solidFill>
                    <a:srgbClr val="FFFFFF"/>
                  </a:solidFill>
                </a:defRPr>
              </a:defPPr>
              <a:lvl1pPr marL="0" algn="l" defTabSz="914400" rtl="0" eaLnBrk="1" latinLnBrk="0" hangingPunct="1">
                <a:defRPr sz="1800" kern="1200">
                  <a:solidFill>
                    <a:srgbClr val="FFFFFF"/>
                  </a:solidFill>
                  <a:latin typeface="Arial" panose="020B0604020202090204" pitchFamily="34" charset="0"/>
                  <a:ea typeface="微软雅黑" charset="-122"/>
                  <a:cs typeface="+mn-ea"/>
                </a:defRPr>
              </a:lvl1pPr>
              <a:lvl2pPr marL="457200" algn="l" defTabSz="914400" rtl="0" eaLnBrk="1" latinLnBrk="0" hangingPunct="1">
                <a:defRPr sz="1800" kern="1200">
                  <a:solidFill>
                    <a:srgbClr val="FFFFFF"/>
                  </a:solidFill>
                  <a:latin typeface="Arial" panose="020B0604020202090204" pitchFamily="34" charset="0"/>
                  <a:ea typeface="微软雅黑" charset="-122"/>
                  <a:cs typeface="+mn-ea"/>
                </a:defRPr>
              </a:lvl2pPr>
              <a:lvl3pPr marL="914400" algn="l" defTabSz="914400" rtl="0" eaLnBrk="1" latinLnBrk="0" hangingPunct="1">
                <a:defRPr sz="1800" kern="1200">
                  <a:solidFill>
                    <a:srgbClr val="FFFFFF"/>
                  </a:solidFill>
                  <a:latin typeface="Arial" panose="020B0604020202090204" pitchFamily="34" charset="0"/>
                  <a:ea typeface="微软雅黑" charset="-122"/>
                  <a:cs typeface="+mn-ea"/>
                </a:defRPr>
              </a:lvl3pPr>
              <a:lvl4pPr marL="1371600" algn="l" defTabSz="914400" rtl="0" eaLnBrk="1" latinLnBrk="0" hangingPunct="1">
                <a:defRPr sz="1800" kern="1200">
                  <a:solidFill>
                    <a:srgbClr val="FFFFFF"/>
                  </a:solidFill>
                  <a:latin typeface="Arial" panose="020B0604020202090204" pitchFamily="34" charset="0"/>
                  <a:ea typeface="微软雅黑" charset="-122"/>
                  <a:cs typeface="+mn-ea"/>
                </a:defRPr>
              </a:lvl4pPr>
              <a:lvl5pPr marL="1828800" algn="l" defTabSz="914400" rtl="0" eaLnBrk="1" latinLnBrk="0" hangingPunct="1">
                <a:defRPr sz="1800" kern="1200">
                  <a:solidFill>
                    <a:srgbClr val="FFFFFF"/>
                  </a:solidFill>
                  <a:latin typeface="Arial" panose="020B0604020202090204" pitchFamily="34" charset="0"/>
                  <a:ea typeface="微软雅黑" charset="-122"/>
                  <a:cs typeface="+mn-ea"/>
                </a:defRPr>
              </a:lvl5pPr>
              <a:lvl6pPr marL="2286000" algn="l" defTabSz="914400" rtl="0" eaLnBrk="1" latinLnBrk="0" hangingPunct="1">
                <a:defRPr sz="1800" kern="1200">
                  <a:solidFill>
                    <a:srgbClr val="FFFFFF"/>
                  </a:solidFill>
                  <a:latin typeface="Arial" panose="020B0604020202090204" pitchFamily="34" charset="0"/>
                  <a:ea typeface="微软雅黑" charset="-122"/>
                  <a:cs typeface="+mn-ea"/>
                </a:defRPr>
              </a:lvl6pPr>
              <a:lvl7pPr marL="2743200" algn="l" defTabSz="914400" rtl="0" eaLnBrk="1" latinLnBrk="0" hangingPunct="1">
                <a:defRPr sz="1800" kern="1200">
                  <a:solidFill>
                    <a:srgbClr val="FFFFFF"/>
                  </a:solidFill>
                  <a:latin typeface="Arial" panose="020B0604020202090204" pitchFamily="34" charset="0"/>
                  <a:ea typeface="微软雅黑" charset="-122"/>
                  <a:cs typeface="+mn-ea"/>
                </a:defRPr>
              </a:lvl7pPr>
              <a:lvl8pPr marL="3200400" algn="l" defTabSz="914400" rtl="0" eaLnBrk="1" latinLnBrk="0" hangingPunct="1">
                <a:defRPr sz="1800" kern="1200">
                  <a:solidFill>
                    <a:srgbClr val="FFFFFF"/>
                  </a:solidFill>
                  <a:latin typeface="Arial" panose="020B0604020202090204" pitchFamily="34" charset="0"/>
                  <a:ea typeface="微软雅黑" charset="-122"/>
                  <a:cs typeface="+mn-ea"/>
                </a:defRPr>
              </a:lvl8pPr>
              <a:lvl9pPr marL="3657600" algn="l" defTabSz="914400" rtl="0" eaLnBrk="1" latinLnBrk="0" hangingPunct="1">
                <a:defRPr sz="1800" kern="1200">
                  <a:solidFill>
                    <a:srgbClr val="FFFFFF"/>
                  </a:solidFill>
                  <a:latin typeface="Arial" panose="020B0604020202090204" pitchFamily="34" charset="0"/>
                  <a:ea typeface="微软雅黑" charset="-122"/>
                  <a:cs typeface="+mn-ea"/>
                </a:defRPr>
              </a:lvl9pPr>
            </a:lstStyle>
            <a:p>
              <a:pPr lvl="0" algn="ctr">
                <a:spcBef>
                  <a:spcPct val="0"/>
                </a:spcBef>
                <a:spcAft>
                  <a:spcPct val="0"/>
                </a:spcAft>
                <a:buClrTx/>
                <a:buSzTx/>
                <a:buFontTx/>
              </a:pPr>
              <a:r>
                <a:rPr lang="zh-CN" altLang="en-US">
                  <a:solidFill>
                    <a:srgbClr val="FFFFFF"/>
                  </a:solidFill>
                  <a:uFillTx/>
                  <a:latin typeface="黑体" charset="0"/>
                  <a:ea typeface="黑体" charset="0"/>
                  <a:cs typeface="微软雅黑" charset="-122"/>
                  <a:sym typeface="微软雅黑" charset="-122"/>
                </a:rPr>
                <a:t>英文强，中文弱</a:t>
              </a:r>
              <a:endParaRPr lang="zh-CN" altLang="en-US">
                <a:solidFill>
                  <a:srgbClr val="FFFFFF"/>
                </a:solidFill>
                <a:uFillTx/>
                <a:latin typeface="黑体" charset="0"/>
                <a:ea typeface="黑体" charset="0"/>
                <a:cs typeface="微软雅黑" charset="-122"/>
                <a:sym typeface="微软雅黑" charset="-122"/>
              </a:endParaRPr>
            </a:p>
          </p:txBody>
        </p:sp>
      </p:grpSp>
    </p:spTree>
    <p:custDataLst>
      <p:tags r:id="rId25"/>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b="0">
                <a:latin typeface="+mj-ea"/>
                <a:ea typeface="+mj-ea"/>
              </a:rPr>
              <a:t>多模态大模型落地痛点与解决方案</a:t>
            </a:r>
            <a:endParaRPr b="0">
              <a:latin typeface="+mj-ea"/>
              <a:ea typeface="+mj-ea"/>
            </a:endParaRPr>
          </a:p>
        </p:txBody>
      </p:sp>
      <p:grpSp>
        <p:nvGrpSpPr>
          <p:cNvPr id="372" name="组合 371"/>
          <p:cNvGrpSpPr/>
          <p:nvPr/>
        </p:nvGrpSpPr>
        <p:grpSpPr>
          <a:xfrm>
            <a:off x="439420" y="1040765"/>
            <a:ext cx="11226800" cy="3094355"/>
            <a:chOff x="854" y="3651"/>
            <a:chExt cx="17680" cy="4873"/>
          </a:xfrm>
        </p:grpSpPr>
        <p:sp>
          <p:nvSpPr>
            <p:cNvPr id="353" name="Shape 501"/>
            <p:cNvSpPr/>
            <p:nvPr>
              <p:custDataLst>
                <p:tags r:id="rId1"/>
              </p:custDataLst>
            </p:nvPr>
          </p:nvSpPr>
          <p:spPr>
            <a:xfrm>
              <a:off x="3087" y="3651"/>
              <a:ext cx="1203" cy="1204"/>
            </a:xfrm>
            <a:prstGeom prst="ellipse">
              <a:avLst/>
            </a:prstGeom>
            <a:gradFill>
              <a:gsLst>
                <a:gs pos="0">
                  <a:srgbClr val="376FFF">
                    <a:lumMod val="80000"/>
                    <a:lumOff val="20000"/>
                  </a:srgbClr>
                </a:gs>
                <a:gs pos="100000">
                  <a:srgbClr val="376FFF"/>
                </a:gs>
              </a:gsLst>
              <a:lin ang="2700000" scaled="0"/>
            </a:gradFill>
            <a:ln w="12700">
              <a:miter lim="400000"/>
            </a:ln>
            <a:effectLst>
              <a:innerShdw blurRad="317500" dist="50800" dir="16200000">
                <a:srgbClr val="376FFF">
                  <a:lumMod val="20000"/>
                  <a:lumOff val="80000"/>
                  <a:alpha val="30000"/>
                </a:srgbClr>
              </a:innerShdw>
            </a:effectLst>
          </p:spPr>
          <p:txBody>
            <a:bodyPr lIns="71437" tIns="71437" rIns="71437" bIns="71437" anchor="ctr">
              <a:noAutofit/>
            </a:bodyPr>
            <a:p>
              <a:pPr lvl="0" algn="l">
                <a:buClrTx/>
                <a:buSzTx/>
                <a:buFontTx/>
              </a:pPr>
              <a:endParaRPr sz="2800" dirty="0">
                <a:latin typeface="黑体-简" panose="02000000000000000000" charset="-122"/>
                <a:ea typeface="微软雅黑" charset="-122"/>
                <a:cs typeface="微软雅黑" charset="-122"/>
                <a:sym typeface="微软雅黑" charset="-122"/>
              </a:endParaRPr>
            </a:p>
          </p:txBody>
        </p:sp>
        <p:sp>
          <p:nvSpPr>
            <p:cNvPr id="359" name="Shape 501"/>
            <p:cNvSpPr/>
            <p:nvPr>
              <p:custDataLst>
                <p:tags r:id="rId2"/>
              </p:custDataLst>
            </p:nvPr>
          </p:nvSpPr>
          <p:spPr>
            <a:xfrm>
              <a:off x="15098" y="3651"/>
              <a:ext cx="1203" cy="1204"/>
            </a:xfrm>
            <a:prstGeom prst="ellipse">
              <a:avLst/>
            </a:prstGeom>
            <a:gradFill>
              <a:gsLst>
                <a:gs pos="0">
                  <a:srgbClr val="376FFF">
                    <a:lumMod val="80000"/>
                    <a:lumOff val="20000"/>
                  </a:srgbClr>
                </a:gs>
                <a:gs pos="100000">
                  <a:srgbClr val="376FFF"/>
                </a:gs>
              </a:gsLst>
              <a:lin ang="2700000" scaled="0"/>
            </a:gradFill>
            <a:ln w="12700">
              <a:miter lim="400000"/>
            </a:ln>
            <a:effectLst>
              <a:innerShdw blurRad="317500" dist="50800" dir="16200000">
                <a:srgbClr val="376FFF">
                  <a:lumMod val="20000"/>
                  <a:lumOff val="80000"/>
                  <a:alpha val="30000"/>
                </a:srgbClr>
              </a:innerShdw>
            </a:effectLst>
          </p:spPr>
          <p:txBody>
            <a:bodyPr lIns="71437" tIns="71437" rIns="71437" bIns="71437" anchor="ctr">
              <a:noAutofit/>
            </a:bodyPr>
            <a:p>
              <a:pPr lvl="0" algn="l">
                <a:buClrTx/>
                <a:buSzTx/>
                <a:buFontTx/>
              </a:pPr>
              <a:endParaRPr sz="2800" dirty="0">
                <a:latin typeface="黑体-简" panose="02000000000000000000" charset="-122"/>
                <a:ea typeface="微软雅黑" charset="-122"/>
                <a:cs typeface="微软雅黑" charset="-122"/>
                <a:sym typeface="微软雅黑" charset="-122"/>
              </a:endParaRPr>
            </a:p>
          </p:txBody>
        </p:sp>
        <p:sp>
          <p:nvSpPr>
            <p:cNvPr id="365" name="Shape 501"/>
            <p:cNvSpPr/>
            <p:nvPr>
              <p:custDataLst>
                <p:tags r:id="rId3"/>
              </p:custDataLst>
            </p:nvPr>
          </p:nvSpPr>
          <p:spPr>
            <a:xfrm>
              <a:off x="9093" y="3651"/>
              <a:ext cx="1203" cy="1204"/>
            </a:xfrm>
            <a:prstGeom prst="ellipse">
              <a:avLst/>
            </a:prstGeom>
            <a:gradFill>
              <a:gsLst>
                <a:gs pos="0">
                  <a:srgbClr val="17D594">
                    <a:lumMod val="90000"/>
                    <a:lumOff val="10000"/>
                  </a:srgbClr>
                </a:gs>
                <a:gs pos="100000">
                  <a:srgbClr val="17D594"/>
                </a:gs>
              </a:gsLst>
              <a:lin ang="2700000" scaled="0"/>
            </a:gradFill>
            <a:ln w="12700">
              <a:miter lim="400000"/>
            </a:ln>
            <a:effectLst>
              <a:innerShdw blurRad="317500" dist="50800" dir="16200000">
                <a:srgbClr val="FF7429">
                  <a:lumMod val="20000"/>
                  <a:lumOff val="80000"/>
                  <a:alpha val="30000"/>
                </a:srgbClr>
              </a:innerShdw>
            </a:effectLst>
          </p:spPr>
          <p:txBody>
            <a:bodyPr lIns="71437" tIns="71437" rIns="71437" bIns="71437" anchor="ctr">
              <a:noAutofit/>
            </a:bodyPr>
            <a:p>
              <a:pPr lvl="0" algn="l">
                <a:buClrTx/>
                <a:buSzTx/>
                <a:buFontTx/>
              </a:pPr>
              <a:endParaRPr sz="2800" u="sng" dirty="0">
                <a:latin typeface="黑体-简" panose="02000000000000000000" charset="-122"/>
                <a:ea typeface="微软雅黑" charset="-122"/>
                <a:cs typeface="微软雅黑" charset="-122"/>
                <a:sym typeface="微软雅黑" charset="-122"/>
              </a:endParaRPr>
            </a:p>
          </p:txBody>
        </p:sp>
        <p:sp>
          <p:nvSpPr>
            <p:cNvPr id="4" name="Shape 497"/>
            <p:cNvSpPr/>
            <p:nvPr>
              <p:custDataLst>
                <p:tags r:id="rId4"/>
              </p:custDataLst>
            </p:nvPr>
          </p:nvSpPr>
          <p:spPr>
            <a:xfrm>
              <a:off x="854" y="4234"/>
              <a:ext cx="5670" cy="4290"/>
            </a:xfrm>
            <a:custGeom>
              <a:avLst/>
              <a:gdLst>
                <a:gd name="adj" fmla="val 9122"/>
                <a:gd name="a" fmla="pin 0 adj 50000"/>
                <a:gd name="x1" fmla="*/ ss a 100000"/>
                <a:gd name="x2" fmla="+- r 0 x1"/>
                <a:gd name="y2" fmla="+- b 0 x1"/>
                <a:gd name="il" fmla="*/ x1 29289 100000"/>
                <a:gd name="ir" fmla="+- r 0 il"/>
                <a:gd name="ib" fmla="+- b 0 il"/>
              </a:gdLst>
              <a:ahLst/>
              <a:cxnLst>
                <a:cxn ang="3">
                  <a:pos x="hc" y="t"/>
                </a:cxn>
                <a:cxn ang="cd2">
                  <a:pos x="l" y="vc"/>
                </a:cxn>
                <a:cxn ang="cd4">
                  <a:pos x="hc" y="b"/>
                </a:cxn>
                <a:cxn ang="0">
                  <a:pos x="r" y="vc"/>
                </a:cxn>
              </a:cxnLst>
              <a:rect l="il" t="il" r="ir" b="ib"/>
              <a:pathLst>
                <a:path w="5737" h="4341">
                  <a:moveTo>
                    <a:pt x="289" y="0"/>
                  </a:moveTo>
                  <a:lnTo>
                    <a:pt x="436" y="0"/>
                  </a:lnTo>
                  <a:lnTo>
                    <a:pt x="864" y="0"/>
                  </a:lnTo>
                  <a:lnTo>
                    <a:pt x="1572" y="0"/>
                  </a:lnTo>
                  <a:lnTo>
                    <a:pt x="1736" y="0"/>
                  </a:lnTo>
                  <a:lnTo>
                    <a:pt x="2135" y="0"/>
                  </a:lnTo>
                  <a:lnTo>
                    <a:pt x="2135" y="0"/>
                  </a:lnTo>
                  <a:cubicBezTo>
                    <a:pt x="2135" y="6"/>
                    <a:pt x="2135" y="13"/>
                    <a:pt x="2135" y="19"/>
                  </a:cubicBezTo>
                  <a:cubicBezTo>
                    <a:pt x="2135" y="425"/>
                    <a:pt x="2463" y="754"/>
                    <a:pt x="2869" y="754"/>
                  </a:cubicBezTo>
                  <a:cubicBezTo>
                    <a:pt x="3274" y="754"/>
                    <a:pt x="3602" y="425"/>
                    <a:pt x="3602" y="19"/>
                  </a:cubicBezTo>
                  <a:cubicBezTo>
                    <a:pt x="3602" y="13"/>
                    <a:pt x="3602" y="6"/>
                    <a:pt x="3602" y="0"/>
                  </a:cubicBezTo>
                  <a:lnTo>
                    <a:pt x="3602" y="0"/>
                  </a:lnTo>
                  <a:lnTo>
                    <a:pt x="3939" y="0"/>
                  </a:lnTo>
                  <a:lnTo>
                    <a:pt x="4165" y="0"/>
                  </a:lnTo>
                  <a:lnTo>
                    <a:pt x="4873" y="0"/>
                  </a:lnTo>
                  <a:lnTo>
                    <a:pt x="5239" y="0"/>
                  </a:lnTo>
                  <a:lnTo>
                    <a:pt x="5448" y="0"/>
                  </a:lnTo>
                  <a:cubicBezTo>
                    <a:pt x="5608" y="0"/>
                    <a:pt x="5737" y="131"/>
                    <a:pt x="5737" y="292"/>
                  </a:cubicBezTo>
                  <a:lnTo>
                    <a:pt x="5737" y="4049"/>
                  </a:lnTo>
                  <a:cubicBezTo>
                    <a:pt x="5737" y="4210"/>
                    <a:pt x="5608" y="4341"/>
                    <a:pt x="5448" y="4341"/>
                  </a:cubicBezTo>
                  <a:lnTo>
                    <a:pt x="4165" y="4341"/>
                  </a:lnTo>
                  <a:lnTo>
                    <a:pt x="2882" y="4341"/>
                  </a:lnTo>
                  <a:lnTo>
                    <a:pt x="2855" y="4341"/>
                  </a:lnTo>
                  <a:lnTo>
                    <a:pt x="1572" y="4341"/>
                  </a:lnTo>
                  <a:lnTo>
                    <a:pt x="289" y="4341"/>
                  </a:lnTo>
                  <a:cubicBezTo>
                    <a:pt x="129" y="4341"/>
                    <a:pt x="0" y="4210"/>
                    <a:pt x="0" y="4049"/>
                  </a:cubicBezTo>
                  <a:lnTo>
                    <a:pt x="0" y="292"/>
                  </a:lnTo>
                  <a:cubicBezTo>
                    <a:pt x="0" y="131"/>
                    <a:pt x="129" y="0"/>
                    <a:pt x="289" y="0"/>
                  </a:cubicBezTo>
                  <a:close/>
                </a:path>
              </a:pathLst>
            </a:custGeom>
            <a:gradFill>
              <a:gsLst>
                <a:gs pos="0">
                  <a:srgbClr val="376FFF">
                    <a:lumMod val="80000"/>
                    <a:lumOff val="20000"/>
                  </a:srgbClr>
                </a:gs>
                <a:gs pos="100000">
                  <a:srgbClr val="376FFF"/>
                </a:gs>
              </a:gsLst>
              <a:lin ang="2700000" scaled="0"/>
            </a:gradFill>
            <a:ln w="12700">
              <a:miter lim="400000"/>
            </a:ln>
            <a:effectLst>
              <a:innerShdw blurRad="317500" dist="50800" dir="16200000">
                <a:srgbClr val="376FFF">
                  <a:lumMod val="20000"/>
                  <a:lumOff val="80000"/>
                  <a:alpha val="30000"/>
                </a:srgbClr>
              </a:innerShdw>
            </a:effectLst>
          </p:spPr>
          <p:txBody>
            <a:bodyPr wrap="square" lIns="71437" tIns="71437" rIns="71437" bIns="71437" anchor="ctr">
              <a:noAutofit/>
            </a:bodyPr>
            <a:p>
              <a:pPr lvl="0" algn="l">
                <a:buClrTx/>
                <a:buSzTx/>
                <a:buFontTx/>
              </a:pPr>
              <a:endParaRPr sz="2800" dirty="0">
                <a:latin typeface="黑体-简" panose="02000000000000000000" charset="-122"/>
                <a:ea typeface="微软雅黑" charset="-122"/>
                <a:cs typeface="微软雅黑" charset="-122"/>
                <a:sym typeface="微软雅黑" charset="-122"/>
              </a:endParaRPr>
            </a:p>
          </p:txBody>
        </p:sp>
        <p:cxnSp>
          <p:nvCxnSpPr>
            <p:cNvPr id="5" name="直接连接符 4"/>
            <p:cNvCxnSpPr/>
            <p:nvPr>
              <p:custDataLst>
                <p:tags r:id="rId5"/>
              </p:custDataLst>
            </p:nvPr>
          </p:nvCxnSpPr>
          <p:spPr>
            <a:xfrm>
              <a:off x="3373" y="6168"/>
              <a:ext cx="632" cy="0"/>
            </a:xfrm>
            <a:prstGeom prst="line">
              <a:avLst/>
            </a:prstGeom>
            <a:ln w="12700">
              <a:solidFill>
                <a:srgbClr val="FFFFFF">
                  <a:alpha val="50000"/>
                </a:srgbClr>
              </a:solidFill>
            </a:ln>
          </p:spPr>
          <p:style>
            <a:lnRef idx="1">
              <a:srgbClr val="376FFF"/>
            </a:lnRef>
            <a:fillRef idx="0">
              <a:srgbClr val="376FFF"/>
            </a:fillRef>
            <a:effectRef idx="0">
              <a:srgbClr val="376FFF"/>
            </a:effectRef>
            <a:fontRef idx="minor">
              <a:srgbClr val="000000"/>
            </a:fontRef>
          </p:style>
        </p:cxnSp>
        <p:sp>
          <p:nvSpPr>
            <p:cNvPr id="6" name="矩形 5"/>
            <p:cNvSpPr/>
            <p:nvPr>
              <p:custDataLst>
                <p:tags r:id="rId6"/>
              </p:custDataLst>
            </p:nvPr>
          </p:nvSpPr>
          <p:spPr>
            <a:xfrm>
              <a:off x="1343" y="6394"/>
              <a:ext cx="4692" cy="1557"/>
            </a:xfrm>
            <a:prstGeom prst="rect">
              <a:avLst/>
            </a:prstGeom>
            <a:noFill/>
          </p:spPr>
          <p:txBody>
            <a:bodyPr wrap="square" lIns="0" tIns="0" rIns="0" bIns="0" rtlCol="0" anchor="t" anchorCtr="0">
              <a:noAutofit/>
            </a:bodyPr>
            <a:p>
              <a:pPr algn="ctr">
                <a:lnSpc>
                  <a:spcPct val="130000"/>
                </a:lnSpc>
                <a:spcBef>
                  <a:spcPct val="0"/>
                </a:spcBef>
                <a:spcAft>
                  <a:spcPct val="0"/>
                </a:spcAft>
              </a:pPr>
              <a:r>
                <a:rPr lang="zh-CN" altLang="en-US" sz="1600">
                  <a:solidFill>
                    <a:srgbClr val="FFFFFF"/>
                  </a:solidFill>
                  <a:latin typeface="黑体" charset="0"/>
                  <a:ea typeface="黑体" charset="0"/>
                  <a:cs typeface="黑体" charset="0"/>
                </a:rPr>
                <a:t>大规模高质量预训练数据</a:t>
              </a:r>
              <a:r>
                <a:rPr lang="zh-CN" altLang="en-US" sz="1600">
                  <a:solidFill>
                    <a:srgbClr val="FFFFFF"/>
                  </a:solidFill>
                  <a:latin typeface="黑体" charset="0"/>
                  <a:ea typeface="黑体" charset="0"/>
                  <a:cs typeface="黑体" charset="0"/>
                </a:rPr>
                <a:t>配比</a:t>
              </a:r>
              <a:endParaRPr lang="zh-CN" altLang="en-US" sz="1600">
                <a:solidFill>
                  <a:srgbClr val="FFFFFF"/>
                </a:solidFill>
                <a:latin typeface="黑体" charset="0"/>
                <a:ea typeface="黑体" charset="0"/>
                <a:cs typeface="黑体" charset="0"/>
              </a:endParaRPr>
            </a:p>
            <a:p>
              <a:pPr algn="ctr">
                <a:lnSpc>
                  <a:spcPct val="130000"/>
                </a:lnSpc>
                <a:spcBef>
                  <a:spcPct val="0"/>
                </a:spcBef>
                <a:spcAft>
                  <a:spcPct val="0"/>
                </a:spcAft>
              </a:pPr>
              <a:r>
                <a:rPr lang="zh-CN" altLang="en-US" sz="1600">
                  <a:solidFill>
                    <a:srgbClr val="FFFFFF"/>
                  </a:solidFill>
                  <a:latin typeface="黑体" charset="0"/>
                  <a:ea typeface="黑体" charset="0"/>
                  <a:cs typeface="黑体" charset="0"/>
                </a:rPr>
                <a:t>分阶段式训练</a:t>
              </a:r>
              <a:r>
                <a:rPr lang="zh-CN" altLang="en-US" sz="1600">
                  <a:solidFill>
                    <a:srgbClr val="FFFFFF"/>
                  </a:solidFill>
                  <a:latin typeface="黑体" charset="0"/>
                  <a:ea typeface="黑体" charset="0"/>
                  <a:cs typeface="黑体" charset="0"/>
                </a:rPr>
                <a:t>范式</a:t>
              </a:r>
              <a:endParaRPr lang="zh-CN" altLang="en-US" sz="1600">
                <a:solidFill>
                  <a:srgbClr val="FFFFFF"/>
                </a:solidFill>
                <a:latin typeface="黑体" charset="0"/>
                <a:ea typeface="黑体" charset="0"/>
                <a:cs typeface="黑体" charset="0"/>
              </a:endParaRPr>
            </a:p>
            <a:p>
              <a:pPr algn="ctr">
                <a:lnSpc>
                  <a:spcPct val="130000"/>
                </a:lnSpc>
                <a:spcBef>
                  <a:spcPct val="0"/>
                </a:spcBef>
                <a:spcAft>
                  <a:spcPct val="0"/>
                </a:spcAft>
              </a:pPr>
              <a:r>
                <a:rPr lang="zh-CN" altLang="en-US" sz="1600">
                  <a:solidFill>
                    <a:srgbClr val="FFFFFF"/>
                  </a:solidFill>
                  <a:latin typeface="黑体" charset="0"/>
                  <a:ea typeface="黑体" charset="0"/>
                  <a:cs typeface="黑体" charset="0"/>
                </a:rPr>
                <a:t>小模型</a:t>
              </a:r>
              <a:r>
                <a:rPr lang="zh-CN" altLang="en-US" sz="1600">
                  <a:solidFill>
                    <a:srgbClr val="FFFFFF"/>
                  </a:solidFill>
                  <a:latin typeface="黑体" charset="0"/>
                  <a:ea typeface="黑体" charset="0"/>
                  <a:cs typeface="黑体" charset="0"/>
                </a:rPr>
                <a:t>也具备极强的</a:t>
              </a:r>
              <a:r>
                <a:rPr lang="zh-CN" altLang="en-US" sz="1600">
                  <a:solidFill>
                    <a:srgbClr val="FFFFFF"/>
                  </a:solidFill>
                  <a:latin typeface="黑体" charset="0"/>
                  <a:ea typeface="黑体" charset="0"/>
                  <a:cs typeface="黑体" charset="0"/>
                </a:rPr>
                <a:t>潜力</a:t>
              </a:r>
              <a:endParaRPr lang="zh-CN" altLang="en-US" sz="1600">
                <a:solidFill>
                  <a:srgbClr val="FFFFFF"/>
                </a:solidFill>
                <a:latin typeface="黑体" charset="0"/>
                <a:ea typeface="黑体" charset="0"/>
                <a:cs typeface="黑体" charset="0"/>
              </a:endParaRPr>
            </a:p>
          </p:txBody>
        </p:sp>
        <p:pic>
          <p:nvPicPr>
            <p:cNvPr id="7" name="图片 16" descr="/data/temp/efea682e-403e-496c-b340-756978132054/1918d726-4924-11f1-b746-9acf990b35db.svg1918d726-4924-11f1-b746-9acf990b35db"/>
            <p:cNvPicPr>
              <a:picLocks noChangeAspect="1"/>
            </p:cNvPicPr>
            <p:nvPr>
              <p:custDataLst>
                <p:tags r:id="rId7"/>
              </p:custDataLst>
            </p:nvPr>
          </p:nvPicPr>
          <p:blipFill>
            <a:blip r:embed="rId8">
              <a:extLst>
                <a:ext uri="{96DAC541-7B7A-43D3-8B79-37D633B846F1}">
                  <asvg:svgBlip xmlns:asvg="http://schemas.microsoft.com/office/drawing/2016/SVG/main" r:embed="rId9"/>
                </a:ext>
              </a:extLst>
            </a:blip>
            <a:srcRect/>
            <a:stretch>
              <a:fillRect/>
            </a:stretch>
          </p:blipFill>
          <p:spPr>
            <a:xfrm>
              <a:off x="3409" y="3973"/>
              <a:ext cx="560" cy="560"/>
            </a:xfrm>
            <a:prstGeom prst="rect">
              <a:avLst/>
            </a:prstGeom>
          </p:spPr>
        </p:pic>
        <p:sp>
          <p:nvSpPr>
            <p:cNvPr id="8" name="矩形 7"/>
            <p:cNvSpPr/>
            <p:nvPr>
              <p:custDataLst>
                <p:tags r:id="rId10"/>
              </p:custDataLst>
            </p:nvPr>
          </p:nvSpPr>
          <p:spPr>
            <a:xfrm>
              <a:off x="1343" y="4954"/>
              <a:ext cx="4692" cy="1008"/>
            </a:xfrm>
            <a:prstGeom prst="rect">
              <a:avLst/>
            </a:prstGeom>
            <a:noFill/>
          </p:spPr>
          <p:txBody>
            <a:bodyPr wrap="square" lIns="0" tIns="0" rIns="0" bIns="0" rtlCol="0" anchor="b">
              <a:noAutofit/>
            </a:bodyPr>
            <a:p>
              <a:pPr algn="ctr">
                <a:spcBef>
                  <a:spcPct val="0"/>
                </a:spcBef>
                <a:spcAft>
                  <a:spcPct val="0"/>
                </a:spcAft>
              </a:pPr>
              <a:r>
                <a:rPr lang="zh-CN" altLang="en-US" sz="2000" b="1">
                  <a:solidFill>
                    <a:srgbClr val="FFFFFF"/>
                  </a:solidFill>
                  <a:latin typeface="微软雅黑" charset="-122"/>
                  <a:cs typeface="微软雅黑" charset="-122"/>
                </a:rPr>
                <a:t>端侧</a:t>
              </a:r>
              <a:r>
                <a:rPr lang="zh-CN" altLang="en-US" sz="2000" b="1">
                  <a:solidFill>
                    <a:srgbClr val="FFFFFF"/>
                  </a:solidFill>
                  <a:latin typeface="微软雅黑" charset="-122"/>
                  <a:cs typeface="微软雅黑" charset="-122"/>
                </a:rPr>
                <a:t>大模型</a:t>
              </a:r>
              <a:endParaRPr lang="zh-CN" altLang="en-US" sz="2000" b="1">
                <a:solidFill>
                  <a:srgbClr val="FFFFFF"/>
                </a:solidFill>
                <a:latin typeface="微软雅黑" charset="-122"/>
                <a:cs typeface="微软雅黑" charset="-122"/>
              </a:endParaRPr>
            </a:p>
          </p:txBody>
        </p:sp>
        <p:sp>
          <p:nvSpPr>
            <p:cNvPr id="9" name="Shape 497"/>
            <p:cNvSpPr/>
            <p:nvPr>
              <p:custDataLst>
                <p:tags r:id="rId11"/>
              </p:custDataLst>
            </p:nvPr>
          </p:nvSpPr>
          <p:spPr>
            <a:xfrm>
              <a:off x="12864" y="4234"/>
              <a:ext cx="5670" cy="4290"/>
            </a:xfrm>
            <a:custGeom>
              <a:avLst/>
              <a:gdLst>
                <a:gd name="adj" fmla="val 9122"/>
                <a:gd name="a" fmla="pin 0 adj 50000"/>
                <a:gd name="x1" fmla="*/ ss a 100000"/>
                <a:gd name="x2" fmla="+- r 0 x1"/>
                <a:gd name="y2" fmla="+- b 0 x1"/>
                <a:gd name="il" fmla="*/ x1 29289 100000"/>
                <a:gd name="ir" fmla="+- r 0 il"/>
                <a:gd name="ib" fmla="+- b 0 il"/>
              </a:gdLst>
              <a:ahLst/>
              <a:cxnLst>
                <a:cxn ang="3">
                  <a:pos x="hc" y="t"/>
                </a:cxn>
                <a:cxn ang="cd2">
                  <a:pos x="l" y="vc"/>
                </a:cxn>
                <a:cxn ang="cd4">
                  <a:pos x="hc" y="b"/>
                </a:cxn>
                <a:cxn ang="0">
                  <a:pos x="r" y="vc"/>
                </a:cxn>
              </a:cxnLst>
              <a:rect l="il" t="il" r="ir" b="ib"/>
              <a:pathLst>
                <a:path w="5737" h="4341">
                  <a:moveTo>
                    <a:pt x="289" y="0"/>
                  </a:moveTo>
                  <a:lnTo>
                    <a:pt x="529" y="0"/>
                  </a:lnTo>
                  <a:lnTo>
                    <a:pt x="863" y="0"/>
                  </a:lnTo>
                  <a:lnTo>
                    <a:pt x="1575" y="0"/>
                  </a:lnTo>
                  <a:lnTo>
                    <a:pt x="1835" y="0"/>
                  </a:lnTo>
                  <a:lnTo>
                    <a:pt x="2136" y="0"/>
                  </a:lnTo>
                  <a:lnTo>
                    <a:pt x="2136" y="0"/>
                  </a:lnTo>
                  <a:cubicBezTo>
                    <a:pt x="2136" y="6"/>
                    <a:pt x="2136" y="13"/>
                    <a:pt x="2136" y="19"/>
                  </a:cubicBezTo>
                  <a:cubicBezTo>
                    <a:pt x="2136" y="425"/>
                    <a:pt x="2464" y="754"/>
                    <a:pt x="2870" y="754"/>
                  </a:cubicBezTo>
                  <a:cubicBezTo>
                    <a:pt x="3275" y="754"/>
                    <a:pt x="3603" y="425"/>
                    <a:pt x="3603" y="19"/>
                  </a:cubicBezTo>
                  <a:cubicBezTo>
                    <a:pt x="3603" y="13"/>
                    <a:pt x="3603" y="6"/>
                    <a:pt x="3603" y="0"/>
                  </a:cubicBezTo>
                  <a:lnTo>
                    <a:pt x="3603" y="0"/>
                  </a:lnTo>
                  <a:lnTo>
                    <a:pt x="3850" y="0"/>
                  </a:lnTo>
                  <a:lnTo>
                    <a:pt x="4163" y="0"/>
                  </a:lnTo>
                  <a:lnTo>
                    <a:pt x="4875" y="0"/>
                  </a:lnTo>
                  <a:lnTo>
                    <a:pt x="5156" y="0"/>
                  </a:lnTo>
                  <a:lnTo>
                    <a:pt x="5449" y="0"/>
                  </a:lnTo>
                  <a:cubicBezTo>
                    <a:pt x="5608" y="0"/>
                    <a:pt x="5737" y="131"/>
                    <a:pt x="5737" y="292"/>
                  </a:cubicBezTo>
                  <a:lnTo>
                    <a:pt x="5737" y="4049"/>
                  </a:lnTo>
                  <a:cubicBezTo>
                    <a:pt x="5737" y="4210"/>
                    <a:pt x="5608" y="4341"/>
                    <a:pt x="5449" y="4341"/>
                  </a:cubicBezTo>
                  <a:lnTo>
                    <a:pt x="4163" y="4341"/>
                  </a:lnTo>
                  <a:lnTo>
                    <a:pt x="2877" y="4341"/>
                  </a:lnTo>
                  <a:lnTo>
                    <a:pt x="2860" y="4341"/>
                  </a:lnTo>
                  <a:lnTo>
                    <a:pt x="1575" y="4341"/>
                  </a:lnTo>
                  <a:lnTo>
                    <a:pt x="289" y="4341"/>
                  </a:lnTo>
                  <a:cubicBezTo>
                    <a:pt x="129" y="4341"/>
                    <a:pt x="0" y="4210"/>
                    <a:pt x="0" y="4049"/>
                  </a:cubicBezTo>
                  <a:lnTo>
                    <a:pt x="0" y="292"/>
                  </a:lnTo>
                  <a:cubicBezTo>
                    <a:pt x="0" y="131"/>
                    <a:pt x="129" y="0"/>
                    <a:pt x="289" y="0"/>
                  </a:cubicBezTo>
                  <a:close/>
                </a:path>
              </a:pathLst>
            </a:custGeom>
            <a:gradFill>
              <a:gsLst>
                <a:gs pos="0">
                  <a:srgbClr val="376FFF">
                    <a:lumMod val="80000"/>
                    <a:lumOff val="20000"/>
                  </a:srgbClr>
                </a:gs>
                <a:gs pos="100000">
                  <a:srgbClr val="376FFF"/>
                </a:gs>
              </a:gsLst>
              <a:lin ang="2700000" scaled="0"/>
            </a:gradFill>
            <a:ln w="12700">
              <a:miter lim="400000"/>
            </a:ln>
            <a:effectLst>
              <a:innerShdw blurRad="317500" dist="50800" dir="16200000">
                <a:srgbClr val="376FFF">
                  <a:lumMod val="20000"/>
                  <a:lumOff val="80000"/>
                  <a:alpha val="30000"/>
                </a:srgbClr>
              </a:innerShdw>
            </a:effectLst>
          </p:spPr>
          <p:txBody>
            <a:bodyPr wrap="square" lIns="71437" tIns="71437" rIns="71437" bIns="71437" anchor="ctr">
              <a:noAutofit/>
            </a:bodyPr>
            <a:p>
              <a:pPr lvl="0" algn="l">
                <a:buClrTx/>
                <a:buSzTx/>
                <a:buFontTx/>
              </a:pPr>
              <a:endParaRPr sz="2800" dirty="0">
                <a:latin typeface="黑体-简" panose="02000000000000000000" charset="-122"/>
                <a:ea typeface="微软雅黑" charset="-122"/>
                <a:cs typeface="微软雅黑" charset="-122"/>
                <a:sym typeface="微软雅黑" charset="-122"/>
              </a:endParaRPr>
            </a:p>
          </p:txBody>
        </p:sp>
        <p:cxnSp>
          <p:nvCxnSpPr>
            <p:cNvPr id="10" name="直接连接符 9"/>
            <p:cNvCxnSpPr/>
            <p:nvPr>
              <p:custDataLst>
                <p:tags r:id="rId12"/>
              </p:custDataLst>
            </p:nvPr>
          </p:nvCxnSpPr>
          <p:spPr>
            <a:xfrm>
              <a:off x="15383" y="6168"/>
              <a:ext cx="632" cy="0"/>
            </a:xfrm>
            <a:prstGeom prst="line">
              <a:avLst/>
            </a:prstGeom>
            <a:ln w="12700">
              <a:solidFill>
                <a:srgbClr val="FFFFFF">
                  <a:alpha val="50000"/>
                </a:srgbClr>
              </a:solidFill>
            </a:ln>
          </p:spPr>
          <p:style>
            <a:lnRef idx="1">
              <a:srgbClr val="376FFF"/>
            </a:lnRef>
            <a:fillRef idx="0">
              <a:srgbClr val="376FFF"/>
            </a:fillRef>
            <a:effectRef idx="0">
              <a:srgbClr val="376FFF"/>
            </a:effectRef>
            <a:fontRef idx="minor">
              <a:srgbClr val="000000"/>
            </a:fontRef>
          </p:style>
        </p:cxnSp>
        <p:sp>
          <p:nvSpPr>
            <p:cNvPr id="11" name="矩形 10"/>
            <p:cNvSpPr/>
            <p:nvPr>
              <p:custDataLst>
                <p:tags r:id="rId13"/>
              </p:custDataLst>
            </p:nvPr>
          </p:nvSpPr>
          <p:spPr>
            <a:xfrm>
              <a:off x="13353" y="6394"/>
              <a:ext cx="5045" cy="1691"/>
            </a:xfrm>
            <a:prstGeom prst="rect">
              <a:avLst/>
            </a:prstGeom>
            <a:noFill/>
          </p:spPr>
          <p:txBody>
            <a:bodyPr wrap="square" lIns="0" tIns="0" rIns="0" bIns="0" rtlCol="0" anchor="t" anchorCtr="0">
              <a:noAutofit/>
            </a:bodyPr>
            <a:p>
              <a:pPr algn="ctr">
                <a:lnSpc>
                  <a:spcPct val="130000"/>
                </a:lnSpc>
                <a:spcBef>
                  <a:spcPct val="0"/>
                </a:spcBef>
                <a:spcAft>
                  <a:spcPct val="0"/>
                </a:spcAft>
              </a:pPr>
              <a:r>
                <a:rPr lang="zh-CN" altLang="en-US" sz="1600">
                  <a:solidFill>
                    <a:srgbClr val="FFFFFF"/>
                  </a:solidFill>
                  <a:latin typeface="+mj-ea"/>
                  <a:ea typeface="+mj-ea"/>
                  <a:cs typeface="微软雅黑" charset="-122"/>
                  <a:sym typeface="微软雅黑" charset="-122"/>
                </a:rPr>
                <a:t>基于中英双语语言基座，可仅通过英文通用域图文进行预训练，使用少量高质量中文指令数据</a:t>
              </a:r>
              <a:r>
                <a:rPr lang="zh-CN" altLang="en-US" sz="1600">
                  <a:solidFill>
                    <a:srgbClr val="FFFFFF"/>
                  </a:solidFill>
                  <a:latin typeface="+mj-ea"/>
                  <a:ea typeface="+mj-ea"/>
                  <a:cs typeface="微软雅黑" charset="-122"/>
                  <a:sym typeface="微软雅黑" charset="-122"/>
                </a:rPr>
                <a:t>微调</a:t>
              </a:r>
              <a:endParaRPr lang="zh-CN" altLang="en-US" sz="1600">
                <a:solidFill>
                  <a:srgbClr val="FFFFFF"/>
                </a:solidFill>
                <a:latin typeface="+mj-ea"/>
                <a:ea typeface="+mj-ea"/>
                <a:cs typeface="微软雅黑" charset="-122"/>
                <a:sym typeface="微软雅黑" charset="-122"/>
              </a:endParaRPr>
            </a:p>
          </p:txBody>
        </p:sp>
        <p:sp>
          <p:nvSpPr>
            <p:cNvPr id="12" name="矩形 11"/>
            <p:cNvSpPr/>
            <p:nvPr>
              <p:custDataLst>
                <p:tags r:id="rId14"/>
              </p:custDataLst>
            </p:nvPr>
          </p:nvSpPr>
          <p:spPr>
            <a:xfrm>
              <a:off x="13353" y="4954"/>
              <a:ext cx="4692" cy="1008"/>
            </a:xfrm>
            <a:prstGeom prst="rect">
              <a:avLst/>
            </a:prstGeom>
            <a:noFill/>
          </p:spPr>
          <p:txBody>
            <a:bodyPr wrap="square" lIns="0" tIns="0" rIns="0" bIns="0" rtlCol="0" anchor="b">
              <a:noAutofit/>
            </a:bodyPr>
            <a:p>
              <a:pPr algn="ctr">
                <a:spcBef>
                  <a:spcPct val="0"/>
                </a:spcBef>
                <a:spcAft>
                  <a:spcPct val="0"/>
                </a:spcAft>
              </a:pPr>
              <a:r>
                <a:rPr lang="zh-CN" altLang="en-US" sz="2000" b="1">
                  <a:solidFill>
                    <a:srgbClr val="FFFFFF"/>
                  </a:solidFill>
                  <a:latin typeface="微软雅黑" charset="-122"/>
                  <a:cs typeface="微软雅黑" charset="-122"/>
                </a:rPr>
                <a:t>英文强，中文弱</a:t>
              </a:r>
              <a:endParaRPr lang="zh-CN" altLang="en-US" sz="2000" b="1">
                <a:solidFill>
                  <a:srgbClr val="FFFFFF"/>
                </a:solidFill>
                <a:latin typeface="微软雅黑" charset="-122"/>
                <a:cs typeface="微软雅黑" charset="-122"/>
              </a:endParaRPr>
            </a:p>
          </p:txBody>
        </p:sp>
        <p:pic>
          <p:nvPicPr>
            <p:cNvPr id="13" name="图片 4" descr="/data/temp/efea682e-403e-496c-b340-756978132054/1918daa4-4924-11f1-b746-9acf990b35db.svg1918daa4-4924-11f1-b746-9acf990b35db"/>
            <p:cNvPicPr>
              <a:picLocks noChangeAspect="1"/>
            </p:cNvPicPr>
            <p:nvPr>
              <p:custDataLst>
                <p:tags r:id="rId15"/>
              </p:custDataLst>
            </p:nvPr>
          </p:nvPicPr>
          <p:blipFill>
            <a:blip r:embed="rId16">
              <a:extLst>
                <a:ext uri="{96DAC541-7B7A-43D3-8B79-37D633B846F1}">
                  <asvg:svgBlip xmlns:asvg="http://schemas.microsoft.com/office/drawing/2016/SVG/main" r:embed="rId17"/>
                </a:ext>
              </a:extLst>
            </a:blip>
            <a:srcRect/>
            <a:stretch>
              <a:fillRect/>
            </a:stretch>
          </p:blipFill>
          <p:spPr>
            <a:xfrm>
              <a:off x="15419" y="3973"/>
              <a:ext cx="560" cy="560"/>
            </a:xfrm>
            <a:prstGeom prst="rect">
              <a:avLst/>
            </a:prstGeom>
          </p:spPr>
        </p:pic>
        <p:sp>
          <p:nvSpPr>
            <p:cNvPr id="14" name="Shape 497"/>
            <p:cNvSpPr/>
            <p:nvPr>
              <p:custDataLst>
                <p:tags r:id="rId18"/>
              </p:custDataLst>
            </p:nvPr>
          </p:nvSpPr>
          <p:spPr>
            <a:xfrm>
              <a:off x="6860" y="4234"/>
              <a:ext cx="5670" cy="4290"/>
            </a:xfrm>
            <a:custGeom>
              <a:avLst/>
              <a:gdLst>
                <a:gd name="adj" fmla="val 9122"/>
                <a:gd name="a" fmla="pin 0 adj 50000"/>
                <a:gd name="x1" fmla="*/ ss a 100000"/>
                <a:gd name="x2" fmla="+- r 0 x1"/>
                <a:gd name="y2" fmla="+- b 0 x1"/>
                <a:gd name="il" fmla="*/ x1 29289 100000"/>
                <a:gd name="ir" fmla="+- r 0 il"/>
                <a:gd name="ib" fmla="+- b 0 il"/>
              </a:gdLst>
              <a:ahLst/>
              <a:cxnLst>
                <a:cxn ang="3">
                  <a:pos x="hc" y="t"/>
                </a:cxn>
                <a:cxn ang="cd2">
                  <a:pos x="l" y="vc"/>
                </a:cxn>
                <a:cxn ang="cd4">
                  <a:pos x="hc" y="b"/>
                </a:cxn>
                <a:cxn ang="0">
                  <a:pos x="r" y="vc"/>
                </a:cxn>
              </a:cxnLst>
              <a:rect l="il" t="il" r="ir" b="ib"/>
              <a:pathLst>
                <a:path w="5737" h="4341">
                  <a:moveTo>
                    <a:pt x="290" y="0"/>
                  </a:moveTo>
                  <a:lnTo>
                    <a:pt x="480" y="0"/>
                  </a:lnTo>
                  <a:lnTo>
                    <a:pt x="865" y="0"/>
                  </a:lnTo>
                  <a:lnTo>
                    <a:pt x="1567" y="0"/>
                  </a:lnTo>
                  <a:lnTo>
                    <a:pt x="1788" y="0"/>
                  </a:lnTo>
                  <a:lnTo>
                    <a:pt x="2135" y="0"/>
                  </a:lnTo>
                  <a:lnTo>
                    <a:pt x="2135" y="0"/>
                  </a:lnTo>
                  <a:cubicBezTo>
                    <a:pt x="2135" y="6"/>
                    <a:pt x="2135" y="13"/>
                    <a:pt x="2135" y="19"/>
                  </a:cubicBezTo>
                  <a:cubicBezTo>
                    <a:pt x="2135" y="425"/>
                    <a:pt x="2463" y="754"/>
                    <a:pt x="2869" y="754"/>
                  </a:cubicBezTo>
                  <a:cubicBezTo>
                    <a:pt x="3274" y="754"/>
                    <a:pt x="3602" y="425"/>
                    <a:pt x="3602" y="19"/>
                  </a:cubicBezTo>
                  <a:cubicBezTo>
                    <a:pt x="3602" y="13"/>
                    <a:pt x="3602" y="6"/>
                    <a:pt x="3602" y="0"/>
                  </a:cubicBezTo>
                  <a:lnTo>
                    <a:pt x="3602" y="0"/>
                  </a:lnTo>
                  <a:lnTo>
                    <a:pt x="3870" y="0"/>
                  </a:lnTo>
                  <a:lnTo>
                    <a:pt x="4163" y="0"/>
                  </a:lnTo>
                  <a:lnTo>
                    <a:pt x="4872" y="0"/>
                  </a:lnTo>
                  <a:lnTo>
                    <a:pt x="5178" y="0"/>
                  </a:lnTo>
                  <a:lnTo>
                    <a:pt x="5448" y="0"/>
                  </a:lnTo>
                  <a:cubicBezTo>
                    <a:pt x="5608" y="0"/>
                    <a:pt x="5737" y="131"/>
                    <a:pt x="5737" y="292"/>
                  </a:cubicBezTo>
                  <a:lnTo>
                    <a:pt x="5737" y="4049"/>
                  </a:lnTo>
                  <a:cubicBezTo>
                    <a:pt x="5737" y="4210"/>
                    <a:pt x="5608" y="4341"/>
                    <a:pt x="5448" y="4341"/>
                  </a:cubicBezTo>
                  <a:lnTo>
                    <a:pt x="4163" y="4341"/>
                  </a:lnTo>
                  <a:lnTo>
                    <a:pt x="2886" y="4341"/>
                  </a:lnTo>
                  <a:lnTo>
                    <a:pt x="2851" y="4341"/>
                  </a:lnTo>
                  <a:lnTo>
                    <a:pt x="1567" y="4341"/>
                  </a:lnTo>
                  <a:lnTo>
                    <a:pt x="290" y="4341"/>
                  </a:lnTo>
                  <a:cubicBezTo>
                    <a:pt x="129" y="4341"/>
                    <a:pt x="0" y="4210"/>
                    <a:pt x="0" y="4049"/>
                  </a:cubicBezTo>
                  <a:lnTo>
                    <a:pt x="0" y="292"/>
                  </a:lnTo>
                  <a:cubicBezTo>
                    <a:pt x="0" y="131"/>
                    <a:pt x="129" y="0"/>
                    <a:pt x="290" y="0"/>
                  </a:cubicBezTo>
                  <a:close/>
                </a:path>
              </a:pathLst>
            </a:custGeom>
            <a:gradFill>
              <a:gsLst>
                <a:gs pos="0">
                  <a:srgbClr val="17D594">
                    <a:lumMod val="90000"/>
                    <a:lumOff val="10000"/>
                  </a:srgbClr>
                </a:gs>
                <a:gs pos="100000">
                  <a:srgbClr val="17D594"/>
                </a:gs>
              </a:gsLst>
              <a:lin ang="2700000" scaled="0"/>
            </a:gradFill>
            <a:ln w="12700">
              <a:miter lim="400000"/>
            </a:ln>
            <a:effectLst>
              <a:innerShdw blurRad="317500" dist="50800" dir="16200000">
                <a:srgbClr val="FF7429">
                  <a:lumMod val="20000"/>
                  <a:lumOff val="80000"/>
                  <a:alpha val="30000"/>
                </a:srgbClr>
              </a:innerShdw>
            </a:effectLst>
          </p:spPr>
          <p:txBody>
            <a:bodyPr wrap="square" lIns="71437" tIns="71437" rIns="71437" bIns="71437" anchor="ctr">
              <a:noAutofit/>
            </a:bodyPr>
            <a:p>
              <a:pPr lvl="0" algn="l">
                <a:buClrTx/>
                <a:buSzTx/>
                <a:buFontTx/>
              </a:pPr>
              <a:endParaRPr sz="2800" u="sng" dirty="0">
                <a:latin typeface="黑体-简" panose="02000000000000000000" charset="-122"/>
                <a:ea typeface="微软雅黑" charset="-122"/>
                <a:cs typeface="微软雅黑" charset="-122"/>
                <a:sym typeface="微软雅黑" charset="-122"/>
              </a:endParaRPr>
            </a:p>
          </p:txBody>
        </p:sp>
        <p:cxnSp>
          <p:nvCxnSpPr>
            <p:cNvPr id="15" name="直接连接符 14"/>
            <p:cNvCxnSpPr/>
            <p:nvPr>
              <p:custDataLst>
                <p:tags r:id="rId19"/>
              </p:custDataLst>
            </p:nvPr>
          </p:nvCxnSpPr>
          <p:spPr>
            <a:xfrm>
              <a:off x="9379" y="6168"/>
              <a:ext cx="632" cy="0"/>
            </a:xfrm>
            <a:prstGeom prst="line">
              <a:avLst/>
            </a:prstGeom>
            <a:ln w="12700">
              <a:solidFill>
                <a:srgbClr val="FFFFFF">
                  <a:alpha val="50000"/>
                </a:srgbClr>
              </a:solidFill>
            </a:ln>
          </p:spPr>
          <p:style>
            <a:lnRef idx="1">
              <a:srgbClr val="376FFF"/>
            </a:lnRef>
            <a:fillRef idx="0">
              <a:srgbClr val="376FFF"/>
            </a:fillRef>
            <a:effectRef idx="0">
              <a:srgbClr val="376FFF"/>
            </a:effectRef>
            <a:fontRef idx="minor">
              <a:srgbClr val="000000"/>
            </a:fontRef>
          </p:style>
        </p:cxnSp>
        <p:sp>
          <p:nvSpPr>
            <p:cNvPr id="16" name="矩形 15"/>
            <p:cNvSpPr/>
            <p:nvPr>
              <p:custDataLst>
                <p:tags r:id="rId20"/>
              </p:custDataLst>
            </p:nvPr>
          </p:nvSpPr>
          <p:spPr>
            <a:xfrm>
              <a:off x="7113" y="6394"/>
              <a:ext cx="5281" cy="1557"/>
            </a:xfrm>
            <a:prstGeom prst="rect">
              <a:avLst/>
            </a:prstGeom>
            <a:noFill/>
          </p:spPr>
          <p:txBody>
            <a:bodyPr wrap="square" lIns="0" tIns="0" rIns="0" bIns="0" rtlCol="0" anchor="t" anchorCtr="0">
              <a:noAutofit/>
            </a:bodyPr>
            <a:p>
              <a:pPr algn="ctr">
                <a:lnSpc>
                  <a:spcPct val="130000"/>
                </a:lnSpc>
                <a:spcBef>
                  <a:spcPct val="0"/>
                </a:spcBef>
                <a:spcAft>
                  <a:spcPct val="0"/>
                </a:spcAft>
              </a:pPr>
              <a:r>
                <a:rPr lang="zh-CN" altLang="en-US" sz="1600" kern="0" dirty="0">
                  <a:ln>
                    <a:noFill/>
                    <a:prstDash val="sysDot"/>
                  </a:ln>
                  <a:solidFill>
                    <a:srgbClr val="FFFFFF"/>
                  </a:solidFill>
                  <a:latin typeface="黑体" charset="0"/>
                  <a:ea typeface="黑体" charset="0"/>
                  <a:cs typeface="黑体" charset="0"/>
                  <a:sym typeface="微软雅黑" charset="-122"/>
                </a:rPr>
                <a:t>先通过</a:t>
              </a:r>
              <a:r>
                <a:rPr lang="en-US" altLang="zh-CN" sz="1600" kern="0" dirty="0">
                  <a:ln>
                    <a:noFill/>
                    <a:prstDash val="sysDot"/>
                  </a:ln>
                  <a:solidFill>
                    <a:srgbClr val="FFFFFF"/>
                  </a:solidFill>
                  <a:latin typeface="黑体" charset="0"/>
                  <a:ea typeface="黑体" charset="0"/>
                  <a:cs typeface="黑体" charset="0"/>
                  <a:sym typeface="微软雅黑" charset="-122"/>
                </a:rPr>
                <a:t>SFT</a:t>
              </a:r>
              <a:r>
                <a:rPr lang="zh-CN" altLang="en-US" sz="1600" kern="0" dirty="0">
                  <a:ln>
                    <a:noFill/>
                    <a:prstDash val="sysDot"/>
                  </a:ln>
                  <a:solidFill>
                    <a:srgbClr val="FFFFFF"/>
                  </a:solidFill>
                  <a:latin typeface="黑体" charset="0"/>
                  <a:ea typeface="黑体" charset="0"/>
                  <a:cs typeface="黑体" charset="0"/>
                  <a:sym typeface="微软雅黑" charset="-122"/>
                </a:rPr>
                <a:t>稳定模型输出答案与格式</a:t>
              </a:r>
              <a:endParaRPr lang="zh-CN" altLang="en-US" sz="1600" kern="0" dirty="0">
                <a:ln>
                  <a:noFill/>
                  <a:prstDash val="sysDot"/>
                </a:ln>
                <a:solidFill>
                  <a:srgbClr val="FFFFFF"/>
                </a:solidFill>
                <a:latin typeface="黑体" charset="0"/>
                <a:ea typeface="黑体" charset="0"/>
                <a:cs typeface="黑体" charset="0"/>
                <a:sym typeface="微软雅黑" charset="-122"/>
              </a:endParaRPr>
            </a:p>
            <a:p>
              <a:pPr algn="ctr">
                <a:lnSpc>
                  <a:spcPct val="130000"/>
                </a:lnSpc>
                <a:spcBef>
                  <a:spcPct val="0"/>
                </a:spcBef>
                <a:spcAft>
                  <a:spcPct val="0"/>
                </a:spcAft>
              </a:pPr>
              <a:r>
                <a:rPr lang="zh-CN" altLang="en-US" sz="1600" kern="0" dirty="0">
                  <a:ln>
                    <a:noFill/>
                    <a:prstDash val="sysDot"/>
                  </a:ln>
                  <a:solidFill>
                    <a:srgbClr val="FFFFFF"/>
                  </a:solidFill>
                  <a:latin typeface="黑体" charset="0"/>
                  <a:ea typeface="黑体" charset="0"/>
                  <a:cs typeface="黑体" charset="0"/>
                  <a:sym typeface="微软雅黑" charset="-122"/>
                </a:rPr>
                <a:t>再经</a:t>
              </a:r>
              <a:r>
                <a:rPr lang="en-US" altLang="zh-CN" sz="1600" kern="0" dirty="0">
                  <a:ln>
                    <a:noFill/>
                    <a:prstDash val="sysDot"/>
                  </a:ln>
                  <a:solidFill>
                    <a:srgbClr val="FFFFFF"/>
                  </a:solidFill>
                  <a:latin typeface="黑体" charset="0"/>
                  <a:ea typeface="黑体" charset="0"/>
                  <a:cs typeface="黑体" charset="0"/>
                  <a:sym typeface="微软雅黑" charset="-122"/>
                </a:rPr>
                <a:t>RLHF-V</a:t>
              </a:r>
              <a:r>
                <a:rPr lang="zh-CN" altLang="en-US" sz="1600" kern="0" dirty="0">
                  <a:ln>
                    <a:noFill/>
                    <a:prstDash val="sysDot"/>
                  </a:ln>
                  <a:solidFill>
                    <a:srgbClr val="FFFFFF"/>
                  </a:solidFill>
                  <a:latin typeface="黑体" charset="0"/>
                  <a:ea typeface="黑体" charset="0"/>
                  <a:cs typeface="黑体" charset="0"/>
                  <a:sym typeface="微软雅黑" charset="-122"/>
                </a:rPr>
                <a:t>强化学习提升泛化能力</a:t>
              </a:r>
              <a:endParaRPr lang="zh-CN" altLang="en-US" sz="1600" kern="0" dirty="0">
                <a:ln>
                  <a:noFill/>
                  <a:prstDash val="sysDot"/>
                </a:ln>
                <a:solidFill>
                  <a:srgbClr val="FFFFFF"/>
                </a:solidFill>
                <a:latin typeface="黑体" charset="0"/>
                <a:ea typeface="黑体" charset="0"/>
                <a:cs typeface="黑体" charset="0"/>
                <a:sym typeface="微软雅黑" charset="-122"/>
              </a:endParaRPr>
            </a:p>
            <a:p>
              <a:pPr algn="ctr">
                <a:lnSpc>
                  <a:spcPct val="130000"/>
                </a:lnSpc>
                <a:spcBef>
                  <a:spcPct val="0"/>
                </a:spcBef>
                <a:spcAft>
                  <a:spcPct val="0"/>
                </a:spcAft>
              </a:pPr>
              <a:r>
                <a:rPr lang="zh-CN" altLang="en-US" sz="1600" kern="0" dirty="0">
                  <a:ln>
                    <a:noFill/>
                    <a:prstDash val="sysDot"/>
                  </a:ln>
                  <a:solidFill>
                    <a:srgbClr val="FFFFFF"/>
                  </a:solidFill>
                  <a:latin typeface="黑体" charset="0"/>
                  <a:ea typeface="黑体" charset="0"/>
                  <a:cs typeface="黑体" charset="0"/>
                  <a:sym typeface="微软雅黑" charset="-122"/>
                </a:rPr>
                <a:t>原生分辨率</a:t>
              </a:r>
              <a:r>
                <a:rPr lang="zh-CN" altLang="en-US" sz="1600" kern="0" dirty="0">
                  <a:ln>
                    <a:noFill/>
                    <a:prstDash val="sysDot"/>
                  </a:ln>
                  <a:solidFill>
                    <a:srgbClr val="FFFFFF"/>
                  </a:solidFill>
                  <a:latin typeface="黑体" charset="0"/>
                  <a:ea typeface="黑体" charset="0"/>
                  <a:cs typeface="黑体" charset="0"/>
                  <a:sym typeface="微软雅黑" charset="-122"/>
                </a:rPr>
                <a:t>输入、提升视觉底层能力</a:t>
              </a:r>
              <a:r>
                <a:rPr lang="en-US" altLang="zh-CN" sz="1600" kern="0" dirty="0">
                  <a:ln>
                    <a:noFill/>
                    <a:prstDash val="sysDot"/>
                  </a:ln>
                  <a:solidFill>
                    <a:srgbClr val="FFFFFF"/>
                  </a:solidFill>
                  <a:latin typeface="黑体" charset="0"/>
                  <a:ea typeface="黑体" charset="0"/>
                  <a:cs typeface="黑体" charset="0"/>
                  <a:sym typeface="微软雅黑" charset="-122"/>
                </a:rPr>
                <a:t> </a:t>
              </a:r>
              <a:r>
                <a:rPr lang="zh-CN" altLang="en-US" sz="1600" kern="0" dirty="0">
                  <a:ln>
                    <a:noFill/>
                    <a:prstDash val="sysDot"/>
                  </a:ln>
                  <a:solidFill>
                    <a:srgbClr val="FFFFFF"/>
                  </a:solidFill>
                  <a:latin typeface="黑体" charset="0"/>
                  <a:ea typeface="黑体" charset="0"/>
                  <a:cs typeface="黑体" charset="0"/>
                  <a:sym typeface="微软雅黑" charset="-122"/>
                </a:rPr>
                <a:t>大幅降低模型幻觉</a:t>
              </a:r>
              <a:endParaRPr lang="zh-CN" altLang="en-US" sz="1600" kern="0" dirty="0">
                <a:ln>
                  <a:noFill/>
                  <a:prstDash val="sysDot"/>
                </a:ln>
                <a:solidFill>
                  <a:srgbClr val="FFFFFF"/>
                </a:solidFill>
                <a:latin typeface="黑体" charset="0"/>
                <a:ea typeface="黑体" charset="0"/>
                <a:cs typeface="黑体" charset="0"/>
                <a:sym typeface="微软雅黑" charset="-122"/>
              </a:endParaRPr>
            </a:p>
            <a:p>
              <a:pPr algn="ctr">
                <a:lnSpc>
                  <a:spcPct val="130000"/>
                </a:lnSpc>
                <a:spcBef>
                  <a:spcPct val="0"/>
                </a:spcBef>
                <a:spcAft>
                  <a:spcPct val="0"/>
                </a:spcAft>
              </a:pPr>
              <a:endParaRPr lang="zh-CN" altLang="en-US" sz="1600" kern="0" dirty="0">
                <a:ln>
                  <a:noFill/>
                  <a:prstDash val="sysDot"/>
                </a:ln>
                <a:solidFill>
                  <a:srgbClr val="FFFFFF"/>
                </a:solidFill>
                <a:latin typeface="+mj-ea"/>
                <a:ea typeface="+mj-ea"/>
                <a:cs typeface="黑体-简" panose="02000000000000000000" charset="-122"/>
                <a:sym typeface="微软雅黑" charset="-122"/>
              </a:endParaRPr>
            </a:p>
          </p:txBody>
        </p:sp>
        <p:sp>
          <p:nvSpPr>
            <p:cNvPr id="17" name="矩形 16"/>
            <p:cNvSpPr/>
            <p:nvPr>
              <p:custDataLst>
                <p:tags r:id="rId21"/>
              </p:custDataLst>
            </p:nvPr>
          </p:nvSpPr>
          <p:spPr>
            <a:xfrm>
              <a:off x="7349" y="4954"/>
              <a:ext cx="4692" cy="1008"/>
            </a:xfrm>
            <a:prstGeom prst="rect">
              <a:avLst/>
            </a:prstGeom>
            <a:noFill/>
          </p:spPr>
          <p:txBody>
            <a:bodyPr wrap="square" lIns="0" tIns="0" rIns="0" bIns="0" rtlCol="0" anchor="b">
              <a:noAutofit/>
            </a:bodyPr>
            <a:p>
              <a:pPr algn="ctr">
                <a:spcBef>
                  <a:spcPct val="0"/>
                </a:spcBef>
                <a:spcAft>
                  <a:spcPct val="0"/>
                </a:spcAft>
              </a:pPr>
              <a:r>
                <a:rPr lang="zh-CN" altLang="en-US" sz="2000" b="1">
                  <a:solidFill>
                    <a:srgbClr val="FFFFFF"/>
                  </a:solidFill>
                  <a:latin typeface="微软雅黑" charset="-122"/>
                  <a:cs typeface="微软雅黑" charset="-122"/>
                </a:rPr>
                <a:t>多模态反馈</a:t>
              </a:r>
              <a:r>
                <a:rPr lang="zh-CN" altLang="en-US" sz="2000" b="1">
                  <a:solidFill>
                    <a:srgbClr val="FFFFFF"/>
                  </a:solidFill>
                  <a:latin typeface="微软雅黑" charset="-122"/>
                  <a:cs typeface="微软雅黑" charset="-122"/>
                </a:rPr>
                <a:t>学习</a:t>
              </a:r>
              <a:endParaRPr lang="zh-CN" altLang="en-US" sz="2000" b="1">
                <a:solidFill>
                  <a:srgbClr val="FFFFFF"/>
                </a:solidFill>
                <a:latin typeface="微软雅黑" charset="-122"/>
                <a:cs typeface="微软雅黑" charset="-122"/>
              </a:endParaRPr>
            </a:p>
          </p:txBody>
        </p:sp>
        <p:pic>
          <p:nvPicPr>
            <p:cNvPr id="18" name="图片 3" descr="/data/temp/efea682e-403e-496c-b340-756978132054/1918d950-4924-11f1-b746-9acf990b35db.svg1918d950-4924-11f1-b746-9acf990b35db"/>
            <p:cNvPicPr>
              <a:picLocks noChangeAspect="1"/>
            </p:cNvPicPr>
            <p:nvPr>
              <p:custDataLst>
                <p:tags r:id="rId22"/>
              </p:custDataLst>
            </p:nvPr>
          </p:nvPicPr>
          <p:blipFill>
            <a:blip r:embed="rId23">
              <a:extLst>
                <a:ext uri="{96DAC541-7B7A-43D3-8B79-37D633B846F1}">
                  <asvg:svgBlip xmlns:asvg="http://schemas.microsoft.com/office/drawing/2016/SVG/main" r:embed="rId24"/>
                </a:ext>
              </a:extLst>
            </a:blip>
            <a:srcRect/>
            <a:stretch>
              <a:fillRect/>
            </a:stretch>
          </p:blipFill>
          <p:spPr>
            <a:xfrm>
              <a:off x="9414" y="3973"/>
              <a:ext cx="560" cy="560"/>
            </a:xfrm>
            <a:prstGeom prst="rect">
              <a:avLst/>
            </a:prstGeom>
          </p:spPr>
        </p:pic>
      </p:grpSp>
      <p:sp>
        <p:nvSpPr>
          <p:cNvPr id="19" name="文本框 18"/>
          <p:cNvSpPr txBox="1"/>
          <p:nvPr/>
        </p:nvSpPr>
        <p:spPr>
          <a:xfrm>
            <a:off x="660400" y="4387215"/>
            <a:ext cx="10916920" cy="2050415"/>
          </a:xfrm>
          <a:prstGeom prst="rect">
            <a:avLst/>
          </a:prstGeom>
        </p:spPr>
        <p:txBody>
          <a:bodyPr wrap="square">
            <a:noAutofit/>
          </a:bodyPr>
          <a:p>
            <a:pPr marL="342900" indent="-342900" algn="l">
              <a:lnSpc>
                <a:spcPts val="2400"/>
              </a:lnSpc>
              <a:spcBef>
                <a:spcPct val="0"/>
              </a:spcBef>
              <a:spcAft>
                <a:spcPct val="0"/>
              </a:spcAft>
              <a:buAutoNum type="arabicPeriod"/>
            </a:pPr>
            <a:r>
              <a:rPr lang="en-US" altLang="zh-CN" sz="1600" b="0">
                <a:solidFill>
                  <a:srgbClr val="000000"/>
                </a:solidFill>
                <a:cs typeface="黑体-简" panose="02000000000000000000" charset="-122"/>
              </a:rPr>
              <a:t>Team OpenBMB. (2024). MiniCPM: Unveiling the Potential of Small Language Models with Scalable Training Strategies.</a:t>
            </a:r>
            <a:endParaRPr lang="en-US" altLang="zh-CN" sz="1600" b="0">
              <a:solidFill>
                <a:srgbClr val="000000"/>
              </a:solidFill>
              <a:cs typeface="黑体-简" panose="02000000000000000000" charset="-122"/>
            </a:endParaRPr>
          </a:p>
          <a:p>
            <a:pPr marL="342900" indent="-342900" algn="l">
              <a:lnSpc>
                <a:spcPts val="2400"/>
              </a:lnSpc>
              <a:spcBef>
                <a:spcPct val="0"/>
              </a:spcBef>
              <a:spcAft>
                <a:spcPct val="0"/>
              </a:spcAft>
              <a:buAutoNum type="arabicPeriod"/>
            </a:pPr>
            <a:r>
              <a:rPr lang="en-US" altLang="zh-CN" sz="1600" b="0">
                <a:solidFill>
                  <a:srgbClr val="000000"/>
                </a:solidFill>
                <a:cs typeface="黑体-简" panose="02000000000000000000" charset="-122"/>
              </a:rPr>
              <a:t>Chen, et al. (2024). RLHF-V: Towards Trustworthy MLLMs via Behavior Alignment from Fine-grained Correctional Human Feedback. In Proceedings of the IEEE/CVF Conference on Computer Vision and Pattern Recognition (CVPR).</a:t>
            </a:r>
            <a:endParaRPr lang="en-US" altLang="zh-CN" sz="1600" b="0">
              <a:solidFill>
                <a:srgbClr val="000000"/>
              </a:solidFill>
              <a:cs typeface="黑体-简" panose="02000000000000000000" charset="-122"/>
            </a:endParaRPr>
          </a:p>
          <a:p>
            <a:pPr marL="342900" indent="-342900" algn="l">
              <a:lnSpc>
                <a:spcPts val="2400"/>
              </a:lnSpc>
              <a:spcBef>
                <a:spcPct val="0"/>
              </a:spcBef>
              <a:spcAft>
                <a:spcPct val="0"/>
              </a:spcAft>
              <a:buAutoNum type="arabicPeriod"/>
            </a:pPr>
            <a:r>
              <a:rPr lang="en-US" altLang="zh-CN" sz="1600" b="0">
                <a:solidFill>
                  <a:srgbClr val="000000"/>
                </a:solidFill>
                <a:cs typeface="黑体-简" panose="02000000000000000000" charset="-122"/>
              </a:rPr>
              <a:t>Team OpenBMB. (2024). Large Multilingual Models Pivot Zero-Shot Multimodal Learning across Languages. In International Conference on Learning Representations (ICLR).</a:t>
            </a:r>
            <a:endParaRPr lang="en-US" altLang="zh-CN" sz="1600" b="0">
              <a:solidFill>
                <a:srgbClr val="000000"/>
              </a:solidFill>
              <a:cs typeface="黑体-简" panose="02000000000000000000" charset="-122"/>
            </a:endParaRPr>
          </a:p>
        </p:txBody>
      </p:sp>
    </p:spTree>
    <p:custDataLst>
      <p:tags r:id="rId25"/>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10" name="组合 9"/>
          <p:cNvGrpSpPr/>
          <p:nvPr/>
        </p:nvGrpSpPr>
        <p:grpSpPr>
          <a:xfrm>
            <a:off x="576580" y="1043940"/>
            <a:ext cx="5091430" cy="2080895"/>
            <a:chOff x="3783" y="2444"/>
            <a:chExt cx="8018" cy="3277"/>
          </a:xfrm>
        </p:grpSpPr>
        <p:sp>
          <p:nvSpPr>
            <p:cNvPr id="4" name="矩形: 圆角 14"/>
            <p:cNvSpPr/>
            <p:nvPr/>
          </p:nvSpPr>
          <p:spPr>
            <a:xfrm>
              <a:off x="3783" y="2444"/>
              <a:ext cx="8015" cy="800"/>
            </a:xfrm>
            <a:prstGeom prst="roundRect">
              <a:avLst>
                <a:gd name="adj" fmla="val 50000"/>
              </a:avLst>
            </a:prstGeom>
          </p:spPr>
          <p:style>
            <a:lnRef idx="0">
              <a:srgbClr val="FFFFFF"/>
            </a:lnRef>
            <a:fillRef idx="1">
              <a:schemeClr val="accent1"/>
            </a:fillRef>
            <a:effectRef idx="0">
              <a:srgbClr val="FFFFFF"/>
            </a:effectRef>
            <a:fontRef idx="minor">
              <a:schemeClr val="lt1"/>
            </a:fontRef>
          </p:style>
          <p:txBody>
            <a:bodyPr rtlCol="0" anchor="ctr"/>
            <a:p>
              <a:pPr algn="ctr"/>
              <a:r>
                <a:rPr lang="zh-CN" altLang="en-US" b="1" dirty="0">
                  <a:latin typeface="黑体-简" panose="02000000000000000000" charset="-122"/>
                  <a:ea typeface="黑体-简" panose="02000000000000000000" charset="-122"/>
                  <a:cs typeface="黑体-简" panose="02000000000000000000" charset="-122"/>
                </a:rPr>
                <a:t>现状：人工巡检为主</a:t>
              </a:r>
              <a:endParaRPr lang="zh-CN" altLang="en-US" b="1" dirty="0">
                <a:latin typeface="黑体-简" panose="02000000000000000000" charset="-122"/>
                <a:ea typeface="黑体-简" panose="02000000000000000000" charset="-122"/>
                <a:cs typeface="黑体-简" panose="02000000000000000000" charset="-122"/>
              </a:endParaRPr>
            </a:p>
          </p:txBody>
        </p:sp>
        <p:sp>
          <p:nvSpPr>
            <p:cNvPr id="17" name="椭圆 16"/>
            <p:cNvSpPr/>
            <p:nvPr/>
          </p:nvSpPr>
          <p:spPr>
            <a:xfrm>
              <a:off x="3783" y="3453"/>
              <a:ext cx="2268" cy="2268"/>
            </a:xfrm>
            <a:prstGeom prst="ellipse">
              <a:avLst/>
            </a:prstGeom>
            <a:blipFill dpi="0" rotWithShape="1">
              <a:blip r:embed="rId1"/>
              <a:srcRect/>
              <a:tile tx="-101600" ty="-50800" sx="98000" sy="92000" flip="none" algn="tl"/>
            </a:blipFill>
            <a:ln w="38100">
              <a:solidFill>
                <a:srgbClr val="0F6588"/>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2400" dirty="0">
                <a:solidFill>
                  <a:srgbClr val="0F6588"/>
                </a:solidFill>
                <a:cs typeface="+mn-ea"/>
                <a:sym typeface="+mn-lt"/>
              </a:endParaRPr>
            </a:p>
          </p:txBody>
        </p:sp>
        <p:sp>
          <p:nvSpPr>
            <p:cNvPr id="5" name="椭圆 4"/>
            <p:cNvSpPr/>
            <p:nvPr/>
          </p:nvSpPr>
          <p:spPr>
            <a:xfrm>
              <a:off x="6658" y="3453"/>
              <a:ext cx="2268" cy="2268"/>
            </a:xfrm>
            <a:prstGeom prst="ellipse">
              <a:avLst/>
            </a:prstGeom>
            <a:blipFill dpi="0" rotWithShape="1">
              <a:blip r:embed="rId1"/>
              <a:srcRect/>
              <a:tile tx="260350" ty="-12700" sx="98000" sy="92000" flip="none" algn="ctr"/>
            </a:blipFill>
            <a:ln w="38100">
              <a:solidFill>
                <a:srgbClr val="0F6588"/>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2400" dirty="0">
                <a:solidFill>
                  <a:srgbClr val="0F6588"/>
                </a:solidFill>
                <a:cs typeface="+mn-ea"/>
                <a:sym typeface="+mn-lt"/>
              </a:endParaRPr>
            </a:p>
          </p:txBody>
        </p:sp>
        <p:sp>
          <p:nvSpPr>
            <p:cNvPr id="8" name="椭圆 7"/>
            <p:cNvSpPr/>
            <p:nvPr/>
          </p:nvSpPr>
          <p:spPr>
            <a:xfrm>
              <a:off x="9533" y="3453"/>
              <a:ext cx="2268" cy="2268"/>
            </a:xfrm>
            <a:prstGeom prst="ellipse">
              <a:avLst/>
            </a:prstGeom>
            <a:blipFill dpi="0" rotWithShape="1">
              <a:blip r:embed="rId2"/>
              <a:srcRect/>
              <a:stretch>
                <a:fillRect/>
              </a:stretch>
            </a:blipFill>
            <a:ln w="38100">
              <a:solidFill>
                <a:srgbClr val="0F6588"/>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2400" dirty="0">
                <a:solidFill>
                  <a:srgbClr val="0F6588"/>
                </a:solidFill>
                <a:cs typeface="+mn-ea"/>
                <a:sym typeface="+mn-lt"/>
              </a:endParaRPr>
            </a:p>
          </p:txBody>
        </p:sp>
      </p:grpSp>
      <p:sp>
        <p:nvSpPr>
          <p:cNvPr id="12" name="文本框 11" descr="7b0a202020202262756c6c6574223a20227b5c2263617465676f727949645c223a5c225c222c5c2274656d706c61746549645c223a32303233313436387d220a7d0a"/>
          <p:cNvSpPr txBox="1"/>
          <p:nvPr/>
        </p:nvSpPr>
        <p:spPr>
          <a:xfrm>
            <a:off x="6257925" y="1684655"/>
            <a:ext cx="5934075" cy="1439545"/>
          </a:xfrm>
          <a:prstGeom prst="rect">
            <a:avLst/>
          </a:prstGeom>
          <a:noFill/>
        </p:spPr>
        <p:txBody>
          <a:bodyPr wrap="square" rtlCol="0" anchor="t">
            <a:noAutofit/>
            <a:scene3d>
              <a:camera prst="orthographicFront"/>
              <a:lightRig rig="threePt" dir="t"/>
            </a:scene3d>
          </a:bodyPr>
          <a:p>
            <a:pPr>
              <a:buBlip>
                <a:blip r:embed="rId3"/>
              </a:buBlip>
            </a:pPr>
            <a:r>
              <a:rPr lang="en-US" altLang="zh-CN">
                <a:ln w="12700">
                  <a:solidFill>
                    <a:schemeClr val="accent5"/>
                  </a:solidFill>
                  <a:prstDash val="solid"/>
                </a:ln>
                <a:pattFill prst="ltDnDiag">
                  <a:fgClr>
                    <a:schemeClr val="accent5">
                      <a:lumMod val="60000"/>
                      <a:lumOff val="40000"/>
                      <a:lumMod val="60000"/>
                      <a:lumOff val="40000"/>
                    </a:schemeClr>
                  </a:fgClr>
                  <a:bgClr>
                    <a:schemeClr val="bg1"/>
                  </a:bgClr>
                </a:pattFill>
                <a:effectLst/>
                <a:latin typeface="华文仿宋" panose="02010600040101010101" charset="-122"/>
                <a:ea typeface="华文仿宋" panose="02010600040101010101" charset="-122"/>
                <a:cs typeface="华文仿宋" panose="02010600040101010101" charset="-122"/>
              </a:rPr>
              <a:t>  </a:t>
            </a:r>
            <a:r>
              <a:rPr lang="zh-CN" altLang="en-US">
                <a:ln w="12700">
                  <a:solidFill>
                    <a:schemeClr val="accent5"/>
                  </a:solidFill>
                  <a:prstDash val="solid"/>
                </a:ln>
                <a:pattFill prst="ltDnDiag">
                  <a:fgClr>
                    <a:schemeClr val="accent5">
                      <a:lumMod val="60000"/>
                      <a:lumOff val="40000"/>
                      <a:lumMod val="60000"/>
                      <a:lumOff val="40000"/>
                    </a:schemeClr>
                  </a:fgClr>
                  <a:bgClr>
                    <a:schemeClr val="bg1"/>
                  </a:bgClr>
                </a:pattFill>
                <a:effectLst/>
                <a:latin typeface="华文仿宋" panose="02010600040101010101" charset="-122"/>
                <a:ea typeface="华文仿宋" panose="02010600040101010101" charset="-122"/>
                <a:cs typeface="华文仿宋" panose="02010600040101010101" charset="-122"/>
              </a:rPr>
              <a:t>复杂场景</a:t>
            </a:r>
            <a:r>
              <a:rPr lang="zh-CN" altLang="en-US">
                <a:ln w="12700">
                  <a:solidFill>
                    <a:schemeClr val="accent5"/>
                  </a:solidFill>
                  <a:prstDash val="solid"/>
                </a:ln>
                <a:pattFill prst="ltDnDiag">
                  <a:fgClr>
                    <a:schemeClr val="accent5">
                      <a:lumMod val="60000"/>
                      <a:lumOff val="40000"/>
                      <a:lumMod val="60000"/>
                      <a:lumOff val="40000"/>
                    </a:schemeClr>
                  </a:fgClr>
                  <a:bgClr>
                    <a:schemeClr val="bg1"/>
                  </a:bgClr>
                </a:pattFill>
                <a:effectLst/>
                <a:latin typeface="华文仿宋" panose="02010600040101010101" charset="-122"/>
                <a:ea typeface="华文仿宋" panose="02010600040101010101" charset="-122"/>
                <a:cs typeface="华文仿宋" panose="02010600040101010101" charset="-122"/>
              </a:rPr>
              <a:t>样本，小模型难以识别，出现漏报、</a:t>
            </a:r>
            <a:r>
              <a:rPr lang="zh-CN" altLang="en-US">
                <a:ln w="12700">
                  <a:solidFill>
                    <a:schemeClr val="accent5"/>
                  </a:solidFill>
                  <a:prstDash val="solid"/>
                </a:ln>
                <a:pattFill prst="ltDnDiag">
                  <a:fgClr>
                    <a:schemeClr val="accent5">
                      <a:lumMod val="60000"/>
                      <a:lumOff val="40000"/>
                      <a:lumMod val="60000"/>
                      <a:lumOff val="40000"/>
                    </a:schemeClr>
                  </a:fgClr>
                  <a:bgClr>
                    <a:schemeClr val="bg1"/>
                  </a:bgClr>
                </a:pattFill>
                <a:effectLst/>
                <a:latin typeface="华文仿宋" panose="02010600040101010101" charset="-122"/>
                <a:ea typeface="华文仿宋" panose="02010600040101010101" charset="-122"/>
                <a:cs typeface="华文仿宋" panose="02010600040101010101" charset="-122"/>
              </a:rPr>
              <a:t>误报</a:t>
            </a:r>
            <a:endParaRPr lang="zh-CN" altLang="en-US">
              <a:ln w="12700">
                <a:solidFill>
                  <a:schemeClr val="accent5"/>
                </a:solidFill>
                <a:prstDash val="solid"/>
              </a:ln>
              <a:pattFill prst="ltDnDiag">
                <a:fgClr>
                  <a:schemeClr val="accent5">
                    <a:lumMod val="60000"/>
                    <a:lumOff val="40000"/>
                    <a:lumMod val="60000"/>
                    <a:lumOff val="40000"/>
                  </a:schemeClr>
                </a:fgClr>
                <a:bgClr>
                  <a:schemeClr val="bg1"/>
                </a:bgClr>
              </a:pattFill>
              <a:effectLst/>
              <a:latin typeface="华文仿宋" panose="02010600040101010101" charset="-122"/>
              <a:ea typeface="华文仿宋" panose="02010600040101010101" charset="-122"/>
              <a:cs typeface="华文仿宋" panose="02010600040101010101" charset="-122"/>
            </a:endParaRPr>
          </a:p>
          <a:p>
            <a:pPr>
              <a:buBlip>
                <a:blip r:embed="rId3"/>
              </a:buBlip>
            </a:pPr>
            <a:r>
              <a:rPr lang="en-US" altLang="zh-CN">
                <a:ln w="12700">
                  <a:solidFill>
                    <a:schemeClr val="accent5"/>
                  </a:solidFill>
                  <a:prstDash val="solid"/>
                </a:ln>
                <a:pattFill prst="ltDnDiag">
                  <a:fgClr>
                    <a:schemeClr val="accent5">
                      <a:lumMod val="60000"/>
                      <a:lumOff val="40000"/>
                      <a:lumMod val="60000"/>
                      <a:lumOff val="40000"/>
                    </a:schemeClr>
                  </a:fgClr>
                  <a:bgClr>
                    <a:schemeClr val="bg1"/>
                  </a:bgClr>
                </a:pattFill>
                <a:effectLst/>
                <a:latin typeface="华文仿宋" panose="02010600040101010101" charset="-122"/>
                <a:ea typeface="华文仿宋" panose="02010600040101010101" charset="-122"/>
                <a:cs typeface="华文仿宋" panose="02010600040101010101" charset="-122"/>
              </a:rPr>
              <a:t>  </a:t>
            </a:r>
            <a:r>
              <a:rPr lang="zh-CN" altLang="en-US">
                <a:ln w="12700">
                  <a:solidFill>
                    <a:schemeClr val="accent5"/>
                  </a:solidFill>
                  <a:prstDash val="solid"/>
                </a:ln>
                <a:pattFill prst="ltDnDiag">
                  <a:fgClr>
                    <a:schemeClr val="accent5">
                      <a:lumMod val="60000"/>
                      <a:lumOff val="40000"/>
                      <a:lumMod val="60000"/>
                      <a:lumOff val="40000"/>
                    </a:schemeClr>
                  </a:fgClr>
                  <a:bgClr>
                    <a:schemeClr val="bg1"/>
                  </a:bgClr>
                </a:pattFill>
                <a:effectLst/>
                <a:latin typeface="华文仿宋" panose="02010600040101010101" charset="-122"/>
                <a:ea typeface="华文仿宋" panose="02010600040101010101" charset="-122"/>
                <a:cs typeface="华文仿宋" panose="02010600040101010101" charset="-122"/>
              </a:rPr>
              <a:t>图像、红外、声纹、传感器等多模态数据缺乏统一整合</a:t>
            </a:r>
            <a:endParaRPr lang="zh-CN" altLang="en-US">
              <a:ln w="12700">
                <a:solidFill>
                  <a:schemeClr val="accent5"/>
                </a:solidFill>
                <a:prstDash val="solid"/>
              </a:ln>
              <a:pattFill prst="ltDnDiag">
                <a:fgClr>
                  <a:schemeClr val="accent5">
                    <a:lumMod val="60000"/>
                    <a:lumOff val="40000"/>
                    <a:lumMod val="60000"/>
                    <a:lumOff val="40000"/>
                  </a:schemeClr>
                </a:fgClr>
                <a:bgClr>
                  <a:schemeClr val="bg1"/>
                </a:bgClr>
              </a:pattFill>
              <a:effectLst/>
              <a:latin typeface="华文仿宋" panose="02010600040101010101" charset="-122"/>
              <a:ea typeface="华文仿宋" panose="02010600040101010101" charset="-122"/>
              <a:cs typeface="华文仿宋" panose="02010600040101010101" charset="-122"/>
            </a:endParaRPr>
          </a:p>
          <a:p>
            <a:pPr>
              <a:buBlip>
                <a:blip r:embed="rId3"/>
              </a:buBlip>
            </a:pPr>
            <a:r>
              <a:rPr lang="en-US" altLang="zh-CN">
                <a:ln w="12700">
                  <a:solidFill>
                    <a:schemeClr val="accent5"/>
                  </a:solidFill>
                  <a:prstDash val="solid"/>
                </a:ln>
                <a:pattFill prst="ltDnDiag">
                  <a:fgClr>
                    <a:schemeClr val="accent5">
                      <a:lumMod val="60000"/>
                      <a:lumOff val="40000"/>
                      <a:lumMod val="60000"/>
                      <a:lumOff val="40000"/>
                    </a:schemeClr>
                  </a:fgClr>
                  <a:bgClr>
                    <a:schemeClr val="bg1"/>
                  </a:bgClr>
                </a:pattFill>
                <a:effectLst/>
                <a:latin typeface="华文仿宋" panose="02010600040101010101" charset="-122"/>
                <a:ea typeface="华文仿宋" panose="02010600040101010101" charset="-122"/>
                <a:cs typeface="华文仿宋" panose="02010600040101010101" charset="-122"/>
              </a:rPr>
              <a:t>  </a:t>
            </a:r>
            <a:r>
              <a:rPr lang="zh-CN" altLang="en-US">
                <a:ln w="12700">
                  <a:solidFill>
                    <a:schemeClr val="accent5"/>
                  </a:solidFill>
                  <a:prstDash val="solid"/>
                </a:ln>
                <a:pattFill prst="ltDnDiag">
                  <a:fgClr>
                    <a:schemeClr val="accent5">
                      <a:lumMod val="60000"/>
                      <a:lumOff val="40000"/>
                      <a:lumMod val="60000"/>
                      <a:lumOff val="40000"/>
                    </a:schemeClr>
                  </a:fgClr>
                  <a:bgClr>
                    <a:schemeClr val="bg1"/>
                  </a:bgClr>
                </a:pattFill>
                <a:effectLst/>
                <a:latin typeface="华文仿宋" panose="02010600040101010101" charset="-122"/>
                <a:ea typeface="华文仿宋" panose="02010600040101010101" charset="-122"/>
                <a:cs typeface="华文仿宋" panose="02010600040101010101" charset="-122"/>
              </a:rPr>
              <a:t>事件响应多为</a:t>
            </a:r>
            <a:r>
              <a:rPr lang="en-US" altLang="zh-CN">
                <a:ln w="12700">
                  <a:solidFill>
                    <a:schemeClr val="accent5"/>
                  </a:solidFill>
                  <a:prstDash val="solid"/>
                </a:ln>
                <a:pattFill prst="ltDnDiag">
                  <a:fgClr>
                    <a:schemeClr val="accent5">
                      <a:lumMod val="60000"/>
                      <a:lumOff val="40000"/>
                      <a:lumMod val="60000"/>
                      <a:lumOff val="40000"/>
                    </a:schemeClr>
                  </a:fgClr>
                  <a:bgClr>
                    <a:schemeClr val="bg1"/>
                  </a:bgClr>
                </a:pattFill>
                <a:effectLst/>
                <a:latin typeface="华文仿宋" panose="02010600040101010101" charset="-122"/>
                <a:ea typeface="华文仿宋" panose="02010600040101010101" charset="-122"/>
                <a:cs typeface="华文仿宋" panose="02010600040101010101" charset="-122"/>
              </a:rPr>
              <a:t>“</a:t>
            </a:r>
            <a:r>
              <a:rPr lang="zh-CN" altLang="en-US">
                <a:ln w="12700">
                  <a:solidFill>
                    <a:schemeClr val="accent5"/>
                  </a:solidFill>
                  <a:prstDash val="solid"/>
                </a:ln>
                <a:pattFill prst="ltDnDiag">
                  <a:fgClr>
                    <a:schemeClr val="accent5">
                      <a:lumMod val="60000"/>
                      <a:lumOff val="40000"/>
                      <a:lumMod val="60000"/>
                      <a:lumOff val="40000"/>
                    </a:schemeClr>
                  </a:fgClr>
                  <a:bgClr>
                    <a:schemeClr val="bg1"/>
                  </a:bgClr>
                </a:pattFill>
                <a:effectLst/>
                <a:latin typeface="华文仿宋" panose="02010600040101010101" charset="-122"/>
                <a:ea typeface="华文仿宋" panose="02010600040101010101" charset="-122"/>
                <a:cs typeface="华文仿宋" panose="02010600040101010101" charset="-122"/>
              </a:rPr>
              <a:t>事后处理</a:t>
            </a:r>
            <a:r>
              <a:rPr lang="en-US" altLang="zh-CN">
                <a:ln w="12700">
                  <a:solidFill>
                    <a:schemeClr val="accent5"/>
                  </a:solidFill>
                  <a:prstDash val="solid"/>
                </a:ln>
                <a:pattFill prst="ltDnDiag">
                  <a:fgClr>
                    <a:schemeClr val="accent5">
                      <a:lumMod val="60000"/>
                      <a:lumOff val="40000"/>
                      <a:lumMod val="60000"/>
                      <a:lumOff val="40000"/>
                    </a:schemeClr>
                  </a:fgClr>
                  <a:bgClr>
                    <a:schemeClr val="bg1"/>
                  </a:bgClr>
                </a:pattFill>
                <a:effectLst/>
                <a:latin typeface="华文仿宋" panose="02010600040101010101" charset="-122"/>
                <a:ea typeface="华文仿宋" panose="02010600040101010101" charset="-122"/>
                <a:cs typeface="华文仿宋" panose="02010600040101010101" charset="-122"/>
              </a:rPr>
              <a:t>”</a:t>
            </a:r>
            <a:r>
              <a:rPr lang="zh-CN" altLang="en-US">
                <a:ln w="12700">
                  <a:solidFill>
                    <a:schemeClr val="accent5"/>
                  </a:solidFill>
                  <a:prstDash val="solid"/>
                </a:ln>
                <a:pattFill prst="ltDnDiag">
                  <a:fgClr>
                    <a:schemeClr val="accent5">
                      <a:lumMod val="60000"/>
                      <a:lumOff val="40000"/>
                      <a:lumMod val="60000"/>
                      <a:lumOff val="40000"/>
                    </a:schemeClr>
                  </a:fgClr>
                  <a:bgClr>
                    <a:schemeClr val="bg1"/>
                  </a:bgClr>
                </a:pattFill>
                <a:effectLst/>
                <a:latin typeface="华文仿宋" panose="02010600040101010101" charset="-122"/>
                <a:ea typeface="华文仿宋" panose="02010600040101010101" charset="-122"/>
                <a:cs typeface="华文仿宋" panose="02010600040101010101" charset="-122"/>
              </a:rPr>
              <a:t>，缺乏预测与早期预警机制</a:t>
            </a:r>
            <a:endParaRPr lang="zh-CN" altLang="en-US">
              <a:ln w="12700">
                <a:solidFill>
                  <a:schemeClr val="accent5"/>
                </a:solidFill>
                <a:prstDash val="solid"/>
              </a:ln>
              <a:pattFill prst="ltDnDiag">
                <a:fgClr>
                  <a:schemeClr val="accent5">
                    <a:lumMod val="60000"/>
                    <a:lumOff val="40000"/>
                    <a:lumMod val="60000"/>
                    <a:lumOff val="40000"/>
                  </a:schemeClr>
                </a:fgClr>
                <a:bgClr>
                  <a:schemeClr val="bg1"/>
                </a:bgClr>
              </a:pattFill>
              <a:effectLst/>
              <a:latin typeface="华文仿宋" panose="02010600040101010101" charset="-122"/>
              <a:ea typeface="华文仿宋" panose="02010600040101010101" charset="-122"/>
              <a:cs typeface="华文仿宋" panose="02010600040101010101" charset="-122"/>
            </a:endParaRPr>
          </a:p>
        </p:txBody>
      </p:sp>
      <p:sp>
        <p:nvSpPr>
          <p:cNvPr id="19" name="任意多边形: 形状 17"/>
          <p:cNvSpPr/>
          <p:nvPr>
            <p:custDataLst>
              <p:tags r:id="rId4"/>
            </p:custDataLst>
          </p:nvPr>
        </p:nvSpPr>
        <p:spPr>
          <a:xfrm>
            <a:off x="1877446" y="5328609"/>
            <a:ext cx="8152807" cy="1558648"/>
          </a:xfrm>
          <a:custGeom>
            <a:avLst/>
            <a:gdLst>
              <a:gd name="connsiteX0" fmla="*/ 4924244 w 9848488"/>
              <a:gd name="connsiteY0" fmla="*/ 0 h 2006368"/>
              <a:gd name="connsiteX1" fmla="*/ 9775437 w 9848488"/>
              <a:gd name="connsiteY1" fmla="*/ 1858432 h 2006368"/>
              <a:gd name="connsiteX2" fmla="*/ 9848488 w 9848488"/>
              <a:gd name="connsiteY2" fmla="*/ 2006368 h 2006368"/>
              <a:gd name="connsiteX3" fmla="*/ 0 w 9848488"/>
              <a:gd name="connsiteY3" fmla="*/ 2006368 h 2006368"/>
              <a:gd name="connsiteX4" fmla="*/ 73051 w 9848488"/>
              <a:gd name="connsiteY4" fmla="*/ 1858432 h 2006368"/>
              <a:gd name="connsiteX5" fmla="*/ 4924244 w 9848488"/>
              <a:gd name="connsiteY5" fmla="*/ 0 h 20063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848488" h="2006368">
                <a:moveTo>
                  <a:pt x="4924244" y="0"/>
                </a:moveTo>
                <a:cubicBezTo>
                  <a:pt x="7203603" y="0"/>
                  <a:pt x="9132307" y="781751"/>
                  <a:pt x="9775437" y="1858432"/>
                </a:cubicBezTo>
                <a:lnTo>
                  <a:pt x="9848488" y="2006368"/>
                </a:lnTo>
                <a:lnTo>
                  <a:pt x="0" y="2006368"/>
                </a:lnTo>
                <a:lnTo>
                  <a:pt x="73051" y="1858432"/>
                </a:lnTo>
                <a:cubicBezTo>
                  <a:pt x="716182" y="781751"/>
                  <a:pt x="2644886" y="0"/>
                  <a:pt x="4924244" y="0"/>
                </a:cubicBezTo>
                <a:close/>
              </a:path>
            </a:pathLst>
          </a:custGeom>
          <a:gradFill>
            <a:gsLst>
              <a:gs pos="0">
                <a:schemeClr val="accent1">
                  <a:alpha val="15000"/>
                </a:schemeClr>
              </a:gs>
              <a:gs pos="100000">
                <a:schemeClr val="accent1">
                  <a:alpha val="0"/>
                </a:schemeClr>
              </a:gs>
            </a:gsLst>
            <a:lin ang="5400000" scaled="1"/>
          </a:gradFill>
          <a:ln>
            <a:gradFill>
              <a:gsLst>
                <a:gs pos="0">
                  <a:schemeClr val="accent1">
                    <a:alpha val="100000"/>
                  </a:schemeClr>
                </a:gs>
                <a:gs pos="87000">
                  <a:schemeClr val="accent1">
                    <a:alpha val="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cs typeface="黑体-简" panose="02000000000000000000" charset="-122"/>
            </a:endParaRPr>
          </a:p>
        </p:txBody>
      </p:sp>
      <p:sp>
        <p:nvSpPr>
          <p:cNvPr id="9" name="任意多边形: 形状 4"/>
          <p:cNvSpPr/>
          <p:nvPr>
            <p:custDataLst>
              <p:tags r:id="rId5"/>
            </p:custDataLst>
          </p:nvPr>
        </p:nvSpPr>
        <p:spPr>
          <a:xfrm>
            <a:off x="5640280" y="6408887"/>
            <a:ext cx="669187" cy="338768"/>
          </a:xfrm>
          <a:custGeom>
            <a:avLst/>
            <a:gdLst>
              <a:gd name="connsiteX0" fmla="*/ 1450658 w 1450657"/>
              <a:gd name="connsiteY0" fmla="*/ 523875 h 734377"/>
              <a:gd name="connsiteX1" fmla="*/ 161925 w 1450657"/>
              <a:gd name="connsiteY1" fmla="*/ 734377 h 734377"/>
              <a:gd name="connsiteX2" fmla="*/ 0 w 1450657"/>
              <a:gd name="connsiteY2" fmla="*/ 0 h 734377"/>
            </a:gdLst>
            <a:ahLst/>
            <a:cxnLst>
              <a:cxn ang="0">
                <a:pos x="connsiteX0" y="connsiteY0"/>
              </a:cxn>
              <a:cxn ang="0">
                <a:pos x="connsiteX1" y="connsiteY1"/>
              </a:cxn>
              <a:cxn ang="0">
                <a:pos x="connsiteX2" y="connsiteY2"/>
              </a:cxn>
            </a:cxnLst>
            <a:rect l="l" t="t" r="r" b="b"/>
            <a:pathLst>
              <a:path w="1450657" h="734377">
                <a:moveTo>
                  <a:pt x="1450658" y="523875"/>
                </a:moveTo>
                <a:lnTo>
                  <a:pt x="161925" y="734377"/>
                </a:lnTo>
                <a:lnTo>
                  <a:pt x="0" y="0"/>
                </a:lnTo>
                <a:close/>
              </a:path>
            </a:pathLst>
          </a:custGeom>
          <a:gradFill>
            <a:gsLst>
              <a:gs pos="1000">
                <a:schemeClr val="accent1">
                  <a:lumMod val="78000"/>
                  <a:lumOff val="22000"/>
                  <a:alpha val="100000"/>
                </a:schemeClr>
              </a:gs>
              <a:gs pos="78000">
                <a:schemeClr val="accent1">
                  <a:lumMod val="91000"/>
                  <a:alpha val="100000"/>
                </a:schemeClr>
              </a:gs>
            </a:gsLst>
            <a:lin ang="16200000" scaled="0"/>
          </a:gradFill>
          <a:ln w="48331"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p>
            <a:endParaRPr lang="zh-CN" altLang="en-US">
              <a:solidFill>
                <a:schemeClr val="tx1"/>
              </a:solidFill>
              <a:cs typeface="黑体-简" panose="02000000000000000000" charset="-122"/>
            </a:endParaRPr>
          </a:p>
        </p:txBody>
      </p:sp>
      <p:sp>
        <p:nvSpPr>
          <p:cNvPr id="25" name="任意多边形: 形状 5"/>
          <p:cNvSpPr/>
          <p:nvPr>
            <p:custDataLst>
              <p:tags r:id="rId6"/>
            </p:custDataLst>
          </p:nvPr>
        </p:nvSpPr>
        <p:spPr>
          <a:xfrm>
            <a:off x="5276508" y="6183369"/>
            <a:ext cx="438509" cy="564174"/>
          </a:xfrm>
          <a:custGeom>
            <a:avLst/>
            <a:gdLst>
              <a:gd name="connsiteX0" fmla="*/ 0 w 950595"/>
              <a:gd name="connsiteY0" fmla="*/ 0 h 1223009"/>
              <a:gd name="connsiteX1" fmla="*/ 788670 w 950595"/>
              <a:gd name="connsiteY1" fmla="*/ 488633 h 1223009"/>
              <a:gd name="connsiteX2" fmla="*/ 950595 w 950595"/>
              <a:gd name="connsiteY2" fmla="*/ 1223010 h 1223009"/>
            </a:gdLst>
            <a:ahLst/>
            <a:cxnLst>
              <a:cxn ang="0">
                <a:pos x="connsiteX0" y="connsiteY0"/>
              </a:cxn>
              <a:cxn ang="0">
                <a:pos x="connsiteX1" y="connsiteY1"/>
              </a:cxn>
              <a:cxn ang="0">
                <a:pos x="connsiteX2" y="connsiteY2"/>
              </a:cxn>
            </a:cxnLst>
            <a:rect l="l" t="t" r="r" b="b"/>
            <a:pathLst>
              <a:path w="950595" h="1223009">
                <a:moveTo>
                  <a:pt x="0" y="0"/>
                </a:moveTo>
                <a:lnTo>
                  <a:pt x="788670" y="488633"/>
                </a:lnTo>
                <a:lnTo>
                  <a:pt x="950595" y="1223010"/>
                </a:lnTo>
                <a:close/>
              </a:path>
            </a:pathLst>
          </a:custGeom>
          <a:gradFill>
            <a:gsLst>
              <a:gs pos="19000">
                <a:schemeClr val="accent1">
                  <a:lumMod val="60000"/>
                  <a:lumOff val="40000"/>
                  <a:alpha val="100000"/>
                </a:schemeClr>
              </a:gs>
              <a:gs pos="92000">
                <a:schemeClr val="accent1">
                  <a:alpha val="100000"/>
                </a:schemeClr>
              </a:gs>
            </a:gsLst>
            <a:lin ang="0" scaled="0"/>
          </a:gradFill>
          <a:ln w="48331"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p>
            <a:endParaRPr lang="zh-CN" altLang="en-US">
              <a:solidFill>
                <a:schemeClr val="tx1"/>
              </a:solidFill>
              <a:cs typeface="黑体-简" panose="02000000000000000000" charset="-122"/>
            </a:endParaRPr>
          </a:p>
        </p:txBody>
      </p:sp>
      <p:sp>
        <p:nvSpPr>
          <p:cNvPr id="13" name="任意多边形: 形状 6"/>
          <p:cNvSpPr/>
          <p:nvPr>
            <p:custDataLst>
              <p:tags r:id="rId7"/>
            </p:custDataLst>
          </p:nvPr>
        </p:nvSpPr>
        <p:spPr>
          <a:xfrm>
            <a:off x="5276508" y="5660841"/>
            <a:ext cx="363813" cy="747837"/>
          </a:xfrm>
          <a:custGeom>
            <a:avLst/>
            <a:gdLst>
              <a:gd name="connsiteX0" fmla="*/ 0 w 788670"/>
              <a:gd name="connsiteY0" fmla="*/ 1132523 h 1621155"/>
              <a:gd name="connsiteX1" fmla="*/ 619125 w 788670"/>
              <a:gd name="connsiteY1" fmla="*/ 0 h 1621155"/>
              <a:gd name="connsiteX2" fmla="*/ 788670 w 788670"/>
              <a:gd name="connsiteY2" fmla="*/ 1621155 h 1621155"/>
            </a:gdLst>
            <a:ahLst/>
            <a:cxnLst>
              <a:cxn ang="0">
                <a:pos x="connsiteX0" y="connsiteY0"/>
              </a:cxn>
              <a:cxn ang="0">
                <a:pos x="connsiteX1" y="connsiteY1"/>
              </a:cxn>
              <a:cxn ang="0">
                <a:pos x="connsiteX2" y="connsiteY2"/>
              </a:cxn>
            </a:cxnLst>
            <a:rect l="l" t="t" r="r" b="b"/>
            <a:pathLst>
              <a:path w="788670" h="1621155">
                <a:moveTo>
                  <a:pt x="0" y="1132523"/>
                </a:moveTo>
                <a:lnTo>
                  <a:pt x="619125" y="0"/>
                </a:lnTo>
                <a:lnTo>
                  <a:pt x="788670" y="1621155"/>
                </a:lnTo>
                <a:close/>
              </a:path>
            </a:pathLst>
          </a:custGeom>
          <a:gradFill>
            <a:gsLst>
              <a:gs pos="0">
                <a:schemeClr val="accent1">
                  <a:lumMod val="50000"/>
                  <a:lumOff val="50000"/>
                  <a:alpha val="100000"/>
                </a:schemeClr>
              </a:gs>
              <a:gs pos="100000">
                <a:schemeClr val="accent1">
                  <a:lumMod val="86000"/>
                  <a:lumOff val="14000"/>
                  <a:alpha val="100000"/>
                </a:schemeClr>
              </a:gs>
            </a:gsLst>
            <a:lin ang="600000" scaled="0"/>
          </a:gradFill>
          <a:ln w="48331" cap="flat">
            <a:noFill/>
            <a:prstDash val="solid"/>
            <a:miter/>
          </a:ln>
        </p:spPr>
        <p:txBody>
          <a:bodyPr rtlCol="0" anchor="ctr"/>
          <a:p>
            <a:endParaRPr lang="zh-CN" altLang="en-US">
              <a:solidFill>
                <a:schemeClr val="tx1"/>
              </a:solidFill>
              <a:cs typeface="黑体-简" panose="02000000000000000000" charset="-122"/>
            </a:endParaRPr>
          </a:p>
        </p:txBody>
      </p:sp>
      <p:sp>
        <p:nvSpPr>
          <p:cNvPr id="14" name="任意多边形: 形状 7"/>
          <p:cNvSpPr/>
          <p:nvPr>
            <p:custDataLst>
              <p:tags r:id="rId8"/>
            </p:custDataLst>
          </p:nvPr>
        </p:nvSpPr>
        <p:spPr>
          <a:xfrm>
            <a:off x="5640280" y="5936298"/>
            <a:ext cx="669187" cy="714005"/>
          </a:xfrm>
          <a:custGeom>
            <a:avLst/>
            <a:gdLst>
              <a:gd name="connsiteX0" fmla="*/ 1385888 w 1450657"/>
              <a:gd name="connsiteY0" fmla="*/ 0 h 1547812"/>
              <a:gd name="connsiteX1" fmla="*/ 1450658 w 1450657"/>
              <a:gd name="connsiteY1" fmla="*/ 1547812 h 1547812"/>
              <a:gd name="connsiteX2" fmla="*/ 0 w 1450657"/>
              <a:gd name="connsiteY2" fmla="*/ 1023938 h 1547812"/>
            </a:gdLst>
            <a:ahLst/>
            <a:cxnLst>
              <a:cxn ang="0">
                <a:pos x="connsiteX0" y="connsiteY0"/>
              </a:cxn>
              <a:cxn ang="0">
                <a:pos x="connsiteX1" y="connsiteY1"/>
              </a:cxn>
              <a:cxn ang="0">
                <a:pos x="connsiteX2" y="connsiteY2"/>
              </a:cxn>
            </a:cxnLst>
            <a:rect l="l" t="t" r="r" b="b"/>
            <a:pathLst>
              <a:path w="1450657" h="1547812">
                <a:moveTo>
                  <a:pt x="1385888" y="0"/>
                </a:moveTo>
                <a:lnTo>
                  <a:pt x="1450658" y="1547812"/>
                </a:lnTo>
                <a:lnTo>
                  <a:pt x="0" y="1023938"/>
                </a:lnTo>
                <a:close/>
              </a:path>
            </a:pathLst>
          </a:custGeom>
          <a:gradFill flip="none" rotWithShape="1">
            <a:gsLst>
              <a:gs pos="36000">
                <a:schemeClr val="accent1">
                  <a:lumMod val="75000"/>
                  <a:alpha val="100000"/>
                </a:schemeClr>
              </a:gs>
              <a:gs pos="100000">
                <a:schemeClr val="accent1">
                  <a:lumMod val="70000"/>
                  <a:lumOff val="30000"/>
                  <a:alpha val="100000"/>
                </a:schemeClr>
              </a:gs>
            </a:gsLst>
            <a:lin ang="1800000" scaled="0"/>
            <a:tileRect/>
          </a:gradFill>
          <a:ln w="48331" cap="flat">
            <a:noFill/>
            <a:prstDash val="solid"/>
            <a:miter/>
          </a:ln>
        </p:spPr>
        <p:txBody>
          <a:bodyPr rtlCol="0" anchor="ctr"/>
          <a:p>
            <a:endParaRPr lang="zh-CN" altLang="en-US">
              <a:solidFill>
                <a:schemeClr val="tx1"/>
              </a:solidFill>
              <a:cs typeface="黑体-简" panose="02000000000000000000" charset="-122"/>
            </a:endParaRPr>
          </a:p>
        </p:txBody>
      </p:sp>
      <p:sp>
        <p:nvSpPr>
          <p:cNvPr id="16" name="任意多边形: 形状 9"/>
          <p:cNvSpPr/>
          <p:nvPr>
            <p:custDataLst>
              <p:tags r:id="rId9"/>
            </p:custDataLst>
          </p:nvPr>
        </p:nvSpPr>
        <p:spPr>
          <a:xfrm>
            <a:off x="6210645" y="5488943"/>
            <a:ext cx="425327" cy="581749"/>
          </a:xfrm>
          <a:custGeom>
            <a:avLst/>
            <a:gdLst>
              <a:gd name="connsiteX0" fmla="*/ 149542 w 922019"/>
              <a:gd name="connsiteY0" fmla="*/ 969645 h 1261109"/>
              <a:gd name="connsiteX1" fmla="*/ 0 w 922019"/>
              <a:gd name="connsiteY1" fmla="*/ 0 h 1261109"/>
              <a:gd name="connsiteX2" fmla="*/ 922020 w 922019"/>
              <a:gd name="connsiteY2" fmla="*/ 1261110 h 1261109"/>
            </a:gdLst>
            <a:ahLst/>
            <a:cxnLst>
              <a:cxn ang="0">
                <a:pos x="connsiteX0" y="connsiteY0"/>
              </a:cxn>
              <a:cxn ang="0">
                <a:pos x="connsiteX1" y="connsiteY1"/>
              </a:cxn>
              <a:cxn ang="0">
                <a:pos x="connsiteX2" y="connsiteY2"/>
              </a:cxn>
            </a:cxnLst>
            <a:rect l="l" t="t" r="r" b="b"/>
            <a:pathLst>
              <a:path w="922019" h="1261109">
                <a:moveTo>
                  <a:pt x="149542" y="969645"/>
                </a:moveTo>
                <a:lnTo>
                  <a:pt x="0" y="0"/>
                </a:lnTo>
                <a:lnTo>
                  <a:pt x="922020" y="1261110"/>
                </a:lnTo>
                <a:close/>
              </a:path>
            </a:pathLst>
          </a:custGeom>
          <a:gradFill>
            <a:gsLst>
              <a:gs pos="1000">
                <a:schemeClr val="accent1">
                  <a:lumMod val="60000"/>
                  <a:lumOff val="40000"/>
                  <a:alpha val="100000"/>
                </a:schemeClr>
              </a:gs>
              <a:gs pos="92000">
                <a:schemeClr val="accent1">
                  <a:alpha val="100000"/>
                </a:schemeClr>
              </a:gs>
            </a:gsLst>
            <a:lin ang="9600000" scaled="0"/>
          </a:gradFill>
          <a:ln w="48331" cap="flat">
            <a:noFill/>
            <a:prstDash val="solid"/>
            <a:miter/>
          </a:ln>
        </p:spPr>
        <p:txBody>
          <a:bodyPr rtlCol="0" anchor="ctr"/>
          <a:p>
            <a:endParaRPr lang="zh-CN" altLang="en-US">
              <a:solidFill>
                <a:schemeClr val="tx1"/>
              </a:solidFill>
              <a:cs typeface="黑体-简" panose="02000000000000000000" charset="-122"/>
            </a:endParaRPr>
          </a:p>
        </p:txBody>
      </p:sp>
      <p:sp>
        <p:nvSpPr>
          <p:cNvPr id="18" name="任意多边形: 形状 10"/>
          <p:cNvSpPr/>
          <p:nvPr>
            <p:custDataLst>
              <p:tags r:id="rId10"/>
            </p:custDataLst>
          </p:nvPr>
        </p:nvSpPr>
        <p:spPr>
          <a:xfrm>
            <a:off x="6279509" y="5936298"/>
            <a:ext cx="356343" cy="714005"/>
          </a:xfrm>
          <a:custGeom>
            <a:avLst/>
            <a:gdLst>
              <a:gd name="connsiteX0" fmla="*/ 0 w 772477"/>
              <a:gd name="connsiteY0" fmla="*/ 0 h 1547812"/>
              <a:gd name="connsiteX1" fmla="*/ 772477 w 772477"/>
              <a:gd name="connsiteY1" fmla="*/ 291465 h 1547812"/>
              <a:gd name="connsiteX2" fmla="*/ 64770 w 772477"/>
              <a:gd name="connsiteY2" fmla="*/ 1547812 h 1547812"/>
            </a:gdLst>
            <a:ahLst/>
            <a:cxnLst>
              <a:cxn ang="0">
                <a:pos x="connsiteX0" y="connsiteY0"/>
              </a:cxn>
              <a:cxn ang="0">
                <a:pos x="connsiteX1" y="connsiteY1"/>
              </a:cxn>
              <a:cxn ang="0">
                <a:pos x="connsiteX2" y="connsiteY2"/>
              </a:cxn>
            </a:cxnLst>
            <a:rect l="l" t="t" r="r" b="b"/>
            <a:pathLst>
              <a:path w="772477" h="1547812">
                <a:moveTo>
                  <a:pt x="0" y="0"/>
                </a:moveTo>
                <a:lnTo>
                  <a:pt x="772477" y="291465"/>
                </a:lnTo>
                <a:lnTo>
                  <a:pt x="64770" y="1547812"/>
                </a:lnTo>
                <a:close/>
              </a:path>
            </a:pathLst>
          </a:custGeom>
          <a:gradFill>
            <a:gsLst>
              <a:gs pos="28000">
                <a:schemeClr val="accent1">
                  <a:lumMod val="75000"/>
                  <a:alpha val="100000"/>
                </a:schemeClr>
              </a:gs>
              <a:gs pos="100000">
                <a:schemeClr val="accent1">
                  <a:lumMod val="70000"/>
                  <a:lumOff val="30000"/>
                  <a:alpha val="100000"/>
                </a:schemeClr>
              </a:gs>
            </a:gsLst>
            <a:lin ang="21594000" scaled="0"/>
          </a:gradFill>
          <a:ln w="48331" cap="flat">
            <a:noFill/>
            <a:prstDash val="solid"/>
            <a:miter/>
          </a:ln>
        </p:spPr>
        <p:txBody>
          <a:bodyPr rtlCol="0" anchor="ctr"/>
          <a:p>
            <a:endParaRPr lang="zh-CN" altLang="en-US">
              <a:solidFill>
                <a:schemeClr val="tx1"/>
              </a:solidFill>
              <a:cs typeface="黑体-简" panose="02000000000000000000" charset="-122"/>
            </a:endParaRPr>
          </a:p>
        </p:txBody>
      </p:sp>
      <p:sp>
        <p:nvSpPr>
          <p:cNvPr id="35" name="任意多边形: 形状 11"/>
          <p:cNvSpPr/>
          <p:nvPr>
            <p:custDataLst>
              <p:tags r:id="rId11"/>
            </p:custDataLst>
          </p:nvPr>
        </p:nvSpPr>
        <p:spPr>
          <a:xfrm>
            <a:off x="5561953" y="5488943"/>
            <a:ext cx="717519" cy="447297"/>
          </a:xfrm>
          <a:custGeom>
            <a:avLst/>
            <a:gdLst>
              <a:gd name="connsiteX0" fmla="*/ 0 w 1555432"/>
              <a:gd name="connsiteY0" fmla="*/ 372428 h 969645"/>
              <a:gd name="connsiteX1" fmla="*/ 1405890 w 1555432"/>
              <a:gd name="connsiteY1" fmla="*/ 0 h 969645"/>
              <a:gd name="connsiteX2" fmla="*/ 1555433 w 1555432"/>
              <a:gd name="connsiteY2" fmla="*/ 969645 h 969645"/>
            </a:gdLst>
            <a:ahLst/>
            <a:cxnLst>
              <a:cxn ang="0">
                <a:pos x="connsiteX0" y="connsiteY0"/>
              </a:cxn>
              <a:cxn ang="0">
                <a:pos x="connsiteX1" y="connsiteY1"/>
              </a:cxn>
              <a:cxn ang="0">
                <a:pos x="connsiteX2" y="connsiteY2"/>
              </a:cxn>
            </a:cxnLst>
            <a:rect l="l" t="t" r="r" b="b"/>
            <a:pathLst>
              <a:path w="1555432" h="969645">
                <a:moveTo>
                  <a:pt x="0" y="372428"/>
                </a:moveTo>
                <a:lnTo>
                  <a:pt x="1405890" y="0"/>
                </a:lnTo>
                <a:lnTo>
                  <a:pt x="1555433" y="969645"/>
                </a:lnTo>
                <a:close/>
              </a:path>
            </a:pathLst>
          </a:custGeom>
          <a:gradFill flip="none" rotWithShape="1">
            <a:gsLst>
              <a:gs pos="0">
                <a:schemeClr val="accent1">
                  <a:lumMod val="55000"/>
                  <a:lumOff val="45000"/>
                  <a:alpha val="100000"/>
                </a:schemeClr>
              </a:gs>
              <a:gs pos="100000">
                <a:schemeClr val="accent1">
                  <a:alpha val="100000"/>
                </a:schemeClr>
              </a:gs>
            </a:gsLst>
            <a:lin ang="7200000" scaled="0"/>
            <a:tileRect/>
          </a:gradFill>
          <a:ln w="48331" cap="flat">
            <a:noFill/>
            <a:prstDash val="solid"/>
            <a:miter/>
          </a:ln>
        </p:spPr>
        <p:txBody>
          <a:bodyPr rtlCol="0" anchor="ctr"/>
          <a:p>
            <a:endParaRPr lang="zh-CN" altLang="en-US">
              <a:solidFill>
                <a:schemeClr val="tx1"/>
              </a:solidFill>
              <a:cs typeface="黑体-简" panose="02000000000000000000" charset="-122"/>
            </a:endParaRPr>
          </a:p>
        </p:txBody>
      </p:sp>
      <p:sp>
        <p:nvSpPr>
          <p:cNvPr id="30" name="任意多边形: 形状 12"/>
          <p:cNvSpPr/>
          <p:nvPr>
            <p:custDataLst>
              <p:tags r:id="rId12"/>
            </p:custDataLst>
          </p:nvPr>
        </p:nvSpPr>
        <p:spPr>
          <a:xfrm>
            <a:off x="5561953" y="5660841"/>
            <a:ext cx="717519" cy="747837"/>
          </a:xfrm>
          <a:custGeom>
            <a:avLst/>
            <a:gdLst>
              <a:gd name="connsiteX0" fmla="*/ 0 w 1555432"/>
              <a:gd name="connsiteY0" fmla="*/ 0 h 1621155"/>
              <a:gd name="connsiteX1" fmla="*/ 1555433 w 1555432"/>
              <a:gd name="connsiteY1" fmla="*/ 597218 h 1621155"/>
              <a:gd name="connsiteX2" fmla="*/ 169545 w 1555432"/>
              <a:gd name="connsiteY2" fmla="*/ 1621155 h 1621155"/>
            </a:gdLst>
            <a:ahLst/>
            <a:cxnLst>
              <a:cxn ang="0">
                <a:pos x="connsiteX0" y="connsiteY0"/>
              </a:cxn>
              <a:cxn ang="0">
                <a:pos x="connsiteX1" y="connsiteY1"/>
              </a:cxn>
              <a:cxn ang="0">
                <a:pos x="connsiteX2" y="connsiteY2"/>
              </a:cxn>
            </a:cxnLst>
            <a:rect l="l" t="t" r="r" b="b"/>
            <a:pathLst>
              <a:path w="1555432" h="1621155">
                <a:moveTo>
                  <a:pt x="0" y="0"/>
                </a:moveTo>
                <a:lnTo>
                  <a:pt x="1555433" y="597218"/>
                </a:lnTo>
                <a:lnTo>
                  <a:pt x="169545" y="1621155"/>
                </a:lnTo>
                <a:close/>
              </a:path>
            </a:pathLst>
          </a:custGeom>
          <a:gradFill flip="none" rotWithShape="1">
            <a:gsLst>
              <a:gs pos="0">
                <a:schemeClr val="accent1">
                  <a:lumMod val="36000"/>
                  <a:lumOff val="64000"/>
                  <a:alpha val="100000"/>
                </a:schemeClr>
              </a:gs>
              <a:gs pos="100000">
                <a:schemeClr val="accent1">
                  <a:lumMod val="77000"/>
                  <a:lumOff val="23000"/>
                  <a:alpha val="100000"/>
                </a:schemeClr>
              </a:gs>
            </a:gsLst>
            <a:lin ang="2700000" scaled="1"/>
            <a:tileRect/>
          </a:gradFill>
          <a:ln w="48331" cap="flat">
            <a:noFill/>
            <a:prstDash val="solid"/>
            <a:miter/>
          </a:ln>
        </p:spPr>
        <p:txBody>
          <a:bodyPr rtlCol="0" anchor="ctr"/>
          <a:p>
            <a:endParaRPr lang="zh-CN" altLang="en-US">
              <a:solidFill>
                <a:schemeClr val="tx1"/>
              </a:solidFill>
              <a:cs typeface="黑体-简" panose="02000000000000000000" charset="-122"/>
            </a:endParaRPr>
          </a:p>
        </p:txBody>
      </p:sp>
      <p:sp>
        <p:nvSpPr>
          <p:cNvPr id="39" name="椭圆 38"/>
          <p:cNvSpPr/>
          <p:nvPr>
            <p:custDataLst>
              <p:tags r:id="rId13"/>
            </p:custDataLst>
          </p:nvPr>
        </p:nvSpPr>
        <p:spPr>
          <a:xfrm rot="20464926">
            <a:off x="4817061" y="5914220"/>
            <a:ext cx="2341161" cy="489095"/>
          </a:xfrm>
          <a:prstGeom prst="ellipse">
            <a:avLst/>
          </a:prstGeom>
          <a:noFill/>
          <a:ln w="9525">
            <a:gradFill flip="none" rotWithShape="1">
              <a:gsLst>
                <a:gs pos="0">
                  <a:schemeClr val="accent1">
                    <a:alpha val="100000"/>
                  </a:schemeClr>
                </a:gs>
                <a:gs pos="100000">
                  <a:schemeClr val="accent1">
                    <a:alpha val="0"/>
                  </a:schemeClr>
                </a:gs>
              </a:gsLst>
              <a:lin ang="162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cs typeface="黑体-简" panose="02000000000000000000" charset="-122"/>
            </a:endParaRPr>
          </a:p>
        </p:txBody>
      </p:sp>
      <p:sp>
        <p:nvSpPr>
          <p:cNvPr id="41" name="椭圆 40"/>
          <p:cNvSpPr/>
          <p:nvPr>
            <p:custDataLst>
              <p:tags r:id="rId14"/>
            </p:custDataLst>
          </p:nvPr>
        </p:nvSpPr>
        <p:spPr>
          <a:xfrm rot="997938">
            <a:off x="4908530" y="5914220"/>
            <a:ext cx="2157815" cy="489095"/>
          </a:xfrm>
          <a:prstGeom prst="ellipse">
            <a:avLst/>
          </a:prstGeom>
          <a:noFill/>
          <a:ln w="19050">
            <a:gradFill flip="none" rotWithShape="1">
              <a:gsLst>
                <a:gs pos="0">
                  <a:schemeClr val="accent1">
                    <a:alpha val="100000"/>
                  </a:schemeClr>
                </a:gs>
                <a:gs pos="100000">
                  <a:schemeClr val="accent1">
                    <a:alpha val="0"/>
                  </a:schemeClr>
                </a:gs>
              </a:gsLst>
              <a:lin ang="162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cs typeface="黑体-简" panose="02000000000000000000" charset="-122"/>
            </a:endParaRPr>
          </a:p>
        </p:txBody>
      </p:sp>
      <p:sp>
        <p:nvSpPr>
          <p:cNvPr id="42" name="椭圆 41"/>
          <p:cNvSpPr/>
          <p:nvPr>
            <p:custDataLst>
              <p:tags r:id="rId15"/>
            </p:custDataLst>
          </p:nvPr>
        </p:nvSpPr>
        <p:spPr>
          <a:xfrm rot="19668910">
            <a:off x="4750300" y="5914220"/>
            <a:ext cx="2341161" cy="489095"/>
          </a:xfrm>
          <a:prstGeom prst="ellipse">
            <a:avLst/>
          </a:prstGeom>
          <a:noFill/>
          <a:ln w="19050">
            <a:gradFill flip="none" rotWithShape="1">
              <a:gsLst>
                <a:gs pos="1000">
                  <a:schemeClr val="accent1">
                    <a:lumMod val="60000"/>
                    <a:lumOff val="40000"/>
                    <a:alpha val="100000"/>
                  </a:schemeClr>
                </a:gs>
                <a:gs pos="100000">
                  <a:schemeClr val="accent1">
                    <a:alpha val="0"/>
                  </a:schemeClr>
                </a:gs>
              </a:gsLst>
              <a:lin ang="16200000" scaled="1"/>
              <a:tileRect/>
            </a:gra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cs typeface="黑体-简" panose="02000000000000000000" charset="-122"/>
            </a:endParaRPr>
          </a:p>
        </p:txBody>
      </p:sp>
      <p:sp>
        <p:nvSpPr>
          <p:cNvPr id="49" name="椭圆 48"/>
          <p:cNvSpPr/>
          <p:nvPr>
            <p:custDataLst>
              <p:tags r:id="rId16"/>
            </p:custDataLst>
          </p:nvPr>
        </p:nvSpPr>
        <p:spPr>
          <a:xfrm>
            <a:off x="6673246" y="6067719"/>
            <a:ext cx="91276" cy="91276"/>
          </a:xfrm>
          <a:prstGeom prst="ellipse">
            <a:avLst/>
          </a:prstGeom>
          <a:gradFill>
            <a:gsLst>
              <a:gs pos="1000">
                <a:schemeClr val="accent1">
                  <a:lumMod val="75000"/>
                  <a:alpha val="100000"/>
                </a:schemeClr>
              </a:gs>
              <a:gs pos="100000">
                <a:schemeClr val="accent1">
                  <a:alpha val="100000"/>
                </a:schemeClr>
              </a:gs>
            </a:gsLst>
            <a:lin ang="162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cs typeface="黑体-简" panose="02000000000000000000" charset="-122"/>
            </a:endParaRPr>
          </a:p>
        </p:txBody>
      </p:sp>
      <p:sp>
        <p:nvSpPr>
          <p:cNvPr id="50" name="椭圆 49"/>
          <p:cNvSpPr/>
          <p:nvPr>
            <p:custDataLst>
              <p:tags r:id="rId17"/>
            </p:custDataLst>
          </p:nvPr>
        </p:nvSpPr>
        <p:spPr>
          <a:xfrm>
            <a:off x="6153346" y="6410464"/>
            <a:ext cx="91276" cy="91276"/>
          </a:xfrm>
          <a:prstGeom prst="ellipse">
            <a:avLst/>
          </a:prstGeom>
          <a:gradFill flip="none" rotWithShape="1">
            <a:gsLst>
              <a:gs pos="1000">
                <a:schemeClr val="accent1">
                  <a:lumMod val="20000"/>
                  <a:lumOff val="80000"/>
                  <a:alpha val="100000"/>
                </a:schemeClr>
              </a:gs>
              <a:gs pos="100000">
                <a:schemeClr val="accent1">
                  <a:alpha val="100000"/>
                </a:schemeClr>
              </a:gs>
            </a:gsLst>
            <a:lin ang="27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cs typeface="黑体-简" panose="02000000000000000000" charset="-122"/>
            </a:endParaRPr>
          </a:p>
        </p:txBody>
      </p:sp>
      <p:sp>
        <p:nvSpPr>
          <p:cNvPr id="51" name="任意多边形: 形状 21"/>
          <p:cNvSpPr/>
          <p:nvPr>
            <p:custDataLst>
              <p:tags r:id="rId18"/>
            </p:custDataLst>
          </p:nvPr>
        </p:nvSpPr>
        <p:spPr>
          <a:xfrm>
            <a:off x="1763898" y="5149352"/>
            <a:ext cx="8380101" cy="1660964"/>
          </a:xfrm>
          <a:custGeom>
            <a:avLst/>
            <a:gdLst>
              <a:gd name="connsiteX0" fmla="*/ 4924244 w 9848488"/>
              <a:gd name="connsiteY0" fmla="*/ 0 h 2006368"/>
              <a:gd name="connsiteX1" fmla="*/ 9775437 w 9848488"/>
              <a:gd name="connsiteY1" fmla="*/ 1858432 h 2006368"/>
              <a:gd name="connsiteX2" fmla="*/ 9848488 w 9848488"/>
              <a:gd name="connsiteY2" fmla="*/ 2006368 h 2006368"/>
              <a:gd name="connsiteX3" fmla="*/ 0 w 9848488"/>
              <a:gd name="connsiteY3" fmla="*/ 2006368 h 2006368"/>
              <a:gd name="connsiteX4" fmla="*/ 73051 w 9848488"/>
              <a:gd name="connsiteY4" fmla="*/ 1858432 h 2006368"/>
              <a:gd name="connsiteX5" fmla="*/ 4924244 w 9848488"/>
              <a:gd name="connsiteY5" fmla="*/ 0 h 20063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848488" h="2006368">
                <a:moveTo>
                  <a:pt x="4924244" y="0"/>
                </a:moveTo>
                <a:cubicBezTo>
                  <a:pt x="7203603" y="0"/>
                  <a:pt x="9132307" y="781751"/>
                  <a:pt x="9775437" y="1858432"/>
                </a:cubicBezTo>
                <a:lnTo>
                  <a:pt x="9848488" y="2006368"/>
                </a:lnTo>
                <a:lnTo>
                  <a:pt x="0" y="2006368"/>
                </a:lnTo>
                <a:lnTo>
                  <a:pt x="73051" y="1858432"/>
                </a:lnTo>
                <a:cubicBezTo>
                  <a:pt x="716182" y="781751"/>
                  <a:pt x="2644886" y="0"/>
                  <a:pt x="4924244" y="0"/>
                </a:cubicBezTo>
                <a:close/>
              </a:path>
            </a:pathLst>
          </a:custGeom>
          <a:noFill/>
          <a:ln w="15875">
            <a:gradFill>
              <a:gsLst>
                <a:gs pos="0">
                  <a:schemeClr val="accent1">
                    <a:lumMod val="40000"/>
                    <a:lumOff val="60000"/>
                    <a:alpha val="100000"/>
                  </a:schemeClr>
                </a:gs>
                <a:gs pos="92000">
                  <a:schemeClr val="accent1">
                    <a:alpha val="0"/>
                  </a:schemeClr>
                </a:gs>
              </a:gsLst>
              <a:lin ang="5400000" scaled="1"/>
            </a:gra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cs typeface="黑体-简" panose="02000000000000000000" charset="-122"/>
            </a:endParaRPr>
          </a:p>
        </p:txBody>
      </p:sp>
      <p:sp>
        <p:nvSpPr>
          <p:cNvPr id="53" name="椭圆 52"/>
          <p:cNvSpPr/>
          <p:nvPr>
            <p:custDataLst>
              <p:tags r:id="rId19"/>
            </p:custDataLst>
          </p:nvPr>
        </p:nvSpPr>
        <p:spPr>
          <a:xfrm>
            <a:off x="2421001" y="5969416"/>
            <a:ext cx="121184" cy="121184"/>
          </a:xfrm>
          <a:prstGeom prst="ellipse">
            <a:avLst/>
          </a:prstGeom>
          <a:solidFill>
            <a:srgbClr val="FFFFFF"/>
          </a:solidFill>
          <a:ln w="3175">
            <a:solidFill>
              <a:schemeClr val="accent1"/>
            </a:solidFill>
          </a:ln>
          <a:effectLst>
            <a:outerShdw blurRad="63500" sx="102000" sy="102000" algn="ctr" rotWithShape="0">
              <a:schemeClr val="accent1">
                <a:lumMod val="75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cs typeface="黑体-简" panose="02000000000000000000" charset="-122"/>
            </a:endParaRPr>
          </a:p>
        </p:txBody>
      </p:sp>
      <p:sp>
        <p:nvSpPr>
          <p:cNvPr id="54" name="椭圆 53"/>
          <p:cNvSpPr/>
          <p:nvPr>
            <p:custDataLst>
              <p:tags r:id="rId20"/>
            </p:custDataLst>
          </p:nvPr>
        </p:nvSpPr>
        <p:spPr>
          <a:xfrm>
            <a:off x="2444131" y="5992546"/>
            <a:ext cx="74875" cy="74875"/>
          </a:xfrm>
          <a:prstGeom prst="ellipse">
            <a:avLst/>
          </a:prstGeom>
          <a:gradFill>
            <a:gsLst>
              <a:gs pos="1000">
                <a:schemeClr val="accent1">
                  <a:lumMod val="75000"/>
                  <a:alpha val="100000"/>
                </a:schemeClr>
              </a:gs>
              <a:gs pos="100000">
                <a:schemeClr val="accent1">
                  <a:alpha val="100000"/>
                </a:schemeClr>
              </a:gs>
            </a:gsLst>
            <a:lin ang="162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cs typeface="黑体-简" panose="02000000000000000000" charset="-122"/>
            </a:endParaRPr>
          </a:p>
        </p:txBody>
      </p:sp>
      <p:sp>
        <p:nvSpPr>
          <p:cNvPr id="56" name="矩形 55"/>
          <p:cNvSpPr/>
          <p:nvPr>
            <p:custDataLst>
              <p:tags r:id="rId21"/>
            </p:custDataLst>
          </p:nvPr>
        </p:nvSpPr>
        <p:spPr>
          <a:xfrm>
            <a:off x="1903204" y="4900179"/>
            <a:ext cx="1156794" cy="584127"/>
          </a:xfrm>
          <a:prstGeom prst="rect">
            <a:avLst/>
          </a:prstGeom>
          <a:noFill/>
        </p:spPr>
        <p:txBody>
          <a:bodyPr wrap="square" lIns="0" tIns="0" rIns="0" bIns="0" rtlCol="0" anchor="t" anchorCtr="0">
            <a:noAutofit/>
          </a:bodyPr>
          <a:p>
            <a:pPr algn="ctr">
              <a:lnSpc>
                <a:spcPct val="150000"/>
              </a:lnSpc>
              <a:spcBef>
                <a:spcPct val="0"/>
              </a:spcBef>
              <a:spcAft>
                <a:spcPct val="0"/>
              </a:spcAft>
            </a:pPr>
            <a:r>
              <a:rPr lang="zh-CN" altLang="en-US" sz="1400">
                <a:cs typeface="黑体-简" panose="02000000000000000000" charset="-122"/>
                <a:sym typeface="+mn-ea"/>
              </a:rPr>
              <a:t>人工作业流程复杂，覆盖频次难以提升</a:t>
            </a:r>
            <a:endParaRPr lang="zh-CN" altLang="en-US" sz="1400" dirty="0">
              <a:solidFill>
                <a:schemeClr val="tx1">
                  <a:lumMod val="85000"/>
                  <a:lumOff val="15000"/>
                </a:schemeClr>
              </a:solidFill>
              <a:latin typeface="+mn-ea"/>
              <a:cs typeface="+mn-ea"/>
              <a:sym typeface="+mn-ea"/>
            </a:endParaRPr>
          </a:p>
        </p:txBody>
      </p:sp>
      <p:sp>
        <p:nvSpPr>
          <p:cNvPr id="58" name="矩形 57"/>
          <p:cNvSpPr/>
          <p:nvPr>
            <p:custDataLst>
              <p:tags r:id="rId22"/>
            </p:custDataLst>
          </p:nvPr>
        </p:nvSpPr>
        <p:spPr>
          <a:xfrm>
            <a:off x="1903204" y="4516430"/>
            <a:ext cx="1156794" cy="304896"/>
          </a:xfrm>
          <a:prstGeom prst="rect">
            <a:avLst/>
          </a:prstGeom>
          <a:noFill/>
        </p:spPr>
        <p:txBody>
          <a:bodyPr wrap="square" lIns="0" tIns="0" rIns="0" bIns="0" rtlCol="0" anchor="b">
            <a:noAutofit/>
          </a:bodyPr>
          <a:p>
            <a:pPr algn="ctr">
              <a:spcBef>
                <a:spcPct val="0"/>
              </a:spcBef>
              <a:spcAft>
                <a:spcPct val="0"/>
              </a:spcAft>
            </a:pPr>
            <a:r>
              <a:rPr lang="zh-CN" altLang="en-US" b="1">
                <a:solidFill>
                  <a:schemeClr val="accent1"/>
                </a:solidFill>
                <a:latin typeface="+mn-ea"/>
                <a:cs typeface="+mn-ea"/>
                <a:sym typeface="+mn-ea"/>
              </a:rPr>
              <a:t>巡检效率低</a:t>
            </a:r>
            <a:endParaRPr lang="zh-CN" altLang="en-US" b="1">
              <a:solidFill>
                <a:schemeClr val="accent1"/>
              </a:solidFill>
              <a:latin typeface="+mn-ea"/>
              <a:cs typeface="+mn-ea"/>
              <a:sym typeface="+mn-ea"/>
            </a:endParaRPr>
          </a:p>
        </p:txBody>
      </p:sp>
      <p:cxnSp>
        <p:nvCxnSpPr>
          <p:cNvPr id="68" name="直接连接符 67"/>
          <p:cNvCxnSpPr/>
          <p:nvPr>
            <p:custDataLst>
              <p:tags r:id="rId23"/>
            </p:custDataLst>
          </p:nvPr>
        </p:nvCxnSpPr>
        <p:spPr>
          <a:xfrm flipV="1">
            <a:off x="2482506" y="5432169"/>
            <a:ext cx="0" cy="537482"/>
          </a:xfrm>
          <a:prstGeom prst="line">
            <a:avLst/>
          </a:prstGeom>
          <a:noFill/>
          <a:ln>
            <a:gradFill flip="none" rotWithShape="1">
              <a:gsLst>
                <a:gs pos="0">
                  <a:schemeClr val="accent1">
                    <a:alpha val="0"/>
                  </a:schemeClr>
                </a:gs>
                <a:gs pos="100000">
                  <a:schemeClr val="accent1">
                    <a:alpha val="100000"/>
                  </a:schemeClr>
                </a:gs>
              </a:gsLst>
              <a:lin ang="16200000" scaled="0"/>
              <a:tileRect/>
            </a:gradFill>
          </a:ln>
        </p:spPr>
        <p:style>
          <a:lnRef idx="2">
            <a:schemeClr val="accent1">
              <a:shade val="15000"/>
            </a:schemeClr>
          </a:lnRef>
          <a:fillRef idx="1">
            <a:schemeClr val="accent1"/>
          </a:fillRef>
          <a:effectRef idx="0">
            <a:schemeClr val="accent1"/>
          </a:effectRef>
          <a:fontRef idx="minor">
            <a:schemeClr val="lt1"/>
          </a:fontRef>
        </p:style>
      </p:cxnSp>
      <p:sp>
        <p:nvSpPr>
          <p:cNvPr id="79" name="椭圆 78"/>
          <p:cNvSpPr/>
          <p:nvPr>
            <p:custDataLst>
              <p:tags r:id="rId24"/>
            </p:custDataLst>
          </p:nvPr>
        </p:nvSpPr>
        <p:spPr>
          <a:xfrm>
            <a:off x="9366316" y="5969416"/>
            <a:ext cx="121184" cy="121184"/>
          </a:xfrm>
          <a:prstGeom prst="ellipse">
            <a:avLst/>
          </a:prstGeom>
          <a:solidFill>
            <a:srgbClr val="FFFFFF"/>
          </a:solidFill>
          <a:ln w="3175">
            <a:solidFill>
              <a:schemeClr val="accent2"/>
            </a:solidFill>
          </a:ln>
          <a:effectLst>
            <a:outerShdw blurRad="63500" sx="102000" sy="102000" algn="ctr" rotWithShape="0">
              <a:schemeClr val="accent2">
                <a:lumMod val="75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cs typeface="黑体-简" panose="02000000000000000000" charset="-122"/>
            </a:endParaRPr>
          </a:p>
        </p:txBody>
      </p:sp>
      <p:sp>
        <p:nvSpPr>
          <p:cNvPr id="81" name="椭圆 80"/>
          <p:cNvSpPr/>
          <p:nvPr>
            <p:custDataLst>
              <p:tags r:id="rId25"/>
            </p:custDataLst>
          </p:nvPr>
        </p:nvSpPr>
        <p:spPr>
          <a:xfrm>
            <a:off x="9389446" y="5992546"/>
            <a:ext cx="74875" cy="74875"/>
          </a:xfrm>
          <a:prstGeom prst="ellipse">
            <a:avLst/>
          </a:prstGeom>
          <a:gradFill>
            <a:gsLst>
              <a:gs pos="1000">
                <a:schemeClr val="accent2">
                  <a:lumMod val="75000"/>
                  <a:alpha val="100000"/>
                </a:schemeClr>
              </a:gs>
              <a:gs pos="100000">
                <a:schemeClr val="accent2">
                  <a:alpha val="100000"/>
                </a:schemeClr>
              </a:gs>
            </a:gsLst>
            <a:lin ang="162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cs typeface="黑体-简" panose="02000000000000000000" charset="-122"/>
            </a:endParaRPr>
          </a:p>
        </p:txBody>
      </p:sp>
      <p:sp>
        <p:nvSpPr>
          <p:cNvPr id="83" name="矩形 82"/>
          <p:cNvSpPr/>
          <p:nvPr>
            <p:custDataLst>
              <p:tags r:id="rId26"/>
            </p:custDataLst>
          </p:nvPr>
        </p:nvSpPr>
        <p:spPr>
          <a:xfrm>
            <a:off x="8848519" y="4900179"/>
            <a:ext cx="1156795" cy="584127"/>
          </a:xfrm>
          <a:prstGeom prst="rect">
            <a:avLst/>
          </a:prstGeom>
          <a:noFill/>
        </p:spPr>
        <p:txBody>
          <a:bodyPr wrap="square" lIns="0" tIns="0" rIns="0" bIns="0" rtlCol="0" anchor="t" anchorCtr="0">
            <a:noAutofit/>
          </a:bodyPr>
          <a:p>
            <a:pPr algn="ctr">
              <a:lnSpc>
                <a:spcPct val="150000"/>
              </a:lnSpc>
              <a:spcBef>
                <a:spcPct val="0"/>
              </a:spcBef>
              <a:spcAft>
                <a:spcPct val="0"/>
              </a:spcAft>
            </a:pPr>
            <a:r>
              <a:rPr lang="zh-CN" altLang="en-US" sz="1400">
                <a:solidFill>
                  <a:schemeClr val="tx1">
                    <a:lumMod val="85000"/>
                    <a:lumOff val="15000"/>
                  </a:schemeClr>
                </a:solidFill>
                <a:latin typeface="+mn-ea"/>
                <a:cs typeface="+mn-ea"/>
                <a:sym typeface="+mn-ea"/>
              </a:rPr>
              <a:t>高空</a:t>
            </a:r>
            <a:r>
              <a:rPr lang="en-US" altLang="zh-CN" sz="1400">
                <a:solidFill>
                  <a:schemeClr val="tx1">
                    <a:lumMod val="85000"/>
                    <a:lumOff val="15000"/>
                  </a:schemeClr>
                </a:solidFill>
                <a:latin typeface="+mn-ea"/>
                <a:cs typeface="+mn-ea"/>
                <a:sym typeface="+mn-ea"/>
              </a:rPr>
              <a:t>/</a:t>
            </a:r>
            <a:r>
              <a:rPr lang="zh-CN" altLang="en-US" sz="1400">
                <a:solidFill>
                  <a:schemeClr val="tx1">
                    <a:lumMod val="85000"/>
                    <a:lumOff val="15000"/>
                  </a:schemeClr>
                </a:solidFill>
                <a:latin typeface="+mn-ea"/>
                <a:cs typeface="+mn-ea"/>
                <a:sym typeface="+mn-ea"/>
              </a:rPr>
              <a:t>山地</a:t>
            </a:r>
            <a:r>
              <a:rPr lang="en-US" altLang="zh-CN" sz="1400">
                <a:solidFill>
                  <a:schemeClr val="tx1">
                    <a:lumMod val="85000"/>
                    <a:lumOff val="15000"/>
                  </a:schemeClr>
                </a:solidFill>
                <a:latin typeface="+mn-ea"/>
                <a:cs typeface="+mn-ea"/>
                <a:sym typeface="+mn-ea"/>
              </a:rPr>
              <a:t>/</a:t>
            </a:r>
            <a:r>
              <a:rPr lang="zh-CN" altLang="en-US" sz="1400">
                <a:solidFill>
                  <a:schemeClr val="tx1">
                    <a:lumMod val="85000"/>
                    <a:lumOff val="15000"/>
                  </a:schemeClr>
                </a:solidFill>
                <a:latin typeface="+mn-ea"/>
                <a:cs typeface="+mn-ea"/>
                <a:sym typeface="+mn-ea"/>
              </a:rPr>
              <a:t>带电环境下人工巡检存在风险</a:t>
            </a:r>
            <a:endParaRPr lang="zh-CN" altLang="en-US" sz="1400">
              <a:solidFill>
                <a:schemeClr val="tx1">
                  <a:lumMod val="85000"/>
                  <a:lumOff val="15000"/>
                </a:schemeClr>
              </a:solidFill>
              <a:latin typeface="+mn-ea"/>
              <a:cs typeface="+mn-ea"/>
              <a:sym typeface="+mn-ea"/>
            </a:endParaRPr>
          </a:p>
        </p:txBody>
      </p:sp>
      <p:sp>
        <p:nvSpPr>
          <p:cNvPr id="84" name="矩形 83"/>
          <p:cNvSpPr/>
          <p:nvPr>
            <p:custDataLst>
              <p:tags r:id="rId27"/>
            </p:custDataLst>
          </p:nvPr>
        </p:nvSpPr>
        <p:spPr>
          <a:xfrm>
            <a:off x="8772821" y="4595282"/>
            <a:ext cx="1429856" cy="304896"/>
          </a:xfrm>
          <a:prstGeom prst="rect">
            <a:avLst/>
          </a:prstGeom>
          <a:noFill/>
        </p:spPr>
        <p:txBody>
          <a:bodyPr wrap="square" lIns="0" tIns="0" rIns="0" bIns="0" rtlCol="0" anchor="b">
            <a:noAutofit/>
          </a:bodyPr>
          <a:p>
            <a:pPr algn="ctr">
              <a:spcBef>
                <a:spcPct val="0"/>
              </a:spcBef>
              <a:spcAft>
                <a:spcPct val="0"/>
              </a:spcAft>
            </a:pPr>
            <a:r>
              <a:rPr lang="zh-CN" altLang="en-US" b="1">
                <a:solidFill>
                  <a:schemeClr val="accent2"/>
                </a:solidFill>
                <a:latin typeface="+mn-ea"/>
                <a:cs typeface="+mn-ea"/>
                <a:sym typeface="+mn-ea"/>
              </a:rPr>
              <a:t>作业安全隐患大</a:t>
            </a:r>
            <a:endParaRPr lang="zh-CN" altLang="en-US" b="1">
              <a:solidFill>
                <a:schemeClr val="accent2"/>
              </a:solidFill>
              <a:latin typeface="+mn-ea"/>
              <a:cs typeface="+mn-ea"/>
              <a:sym typeface="+mn-ea"/>
            </a:endParaRPr>
          </a:p>
        </p:txBody>
      </p:sp>
      <p:cxnSp>
        <p:nvCxnSpPr>
          <p:cNvPr id="85" name="直接连接符 84"/>
          <p:cNvCxnSpPr/>
          <p:nvPr>
            <p:custDataLst>
              <p:tags r:id="rId28"/>
            </p:custDataLst>
          </p:nvPr>
        </p:nvCxnSpPr>
        <p:spPr>
          <a:xfrm flipV="1">
            <a:off x="9427821" y="5432169"/>
            <a:ext cx="0" cy="537482"/>
          </a:xfrm>
          <a:prstGeom prst="line">
            <a:avLst/>
          </a:prstGeom>
          <a:noFill/>
          <a:ln>
            <a:gradFill flip="none" rotWithShape="1">
              <a:gsLst>
                <a:gs pos="0">
                  <a:schemeClr val="accent2">
                    <a:alpha val="0"/>
                  </a:schemeClr>
                </a:gs>
                <a:gs pos="100000">
                  <a:schemeClr val="accent2">
                    <a:alpha val="100000"/>
                  </a:schemeClr>
                </a:gs>
              </a:gsLst>
              <a:lin ang="16200000" scaled="0"/>
              <a:tileRect/>
            </a:gradFill>
          </a:ln>
        </p:spPr>
        <p:style>
          <a:lnRef idx="2">
            <a:schemeClr val="accent1">
              <a:shade val="15000"/>
            </a:schemeClr>
          </a:lnRef>
          <a:fillRef idx="1">
            <a:schemeClr val="accent1"/>
          </a:fillRef>
          <a:effectRef idx="0">
            <a:schemeClr val="accent1"/>
          </a:effectRef>
          <a:fontRef idx="minor">
            <a:schemeClr val="lt1"/>
          </a:fontRef>
        </p:style>
      </p:cxnSp>
      <p:sp>
        <p:nvSpPr>
          <p:cNvPr id="86" name="椭圆 85"/>
          <p:cNvSpPr/>
          <p:nvPr>
            <p:custDataLst>
              <p:tags r:id="rId29"/>
            </p:custDataLst>
          </p:nvPr>
        </p:nvSpPr>
        <p:spPr>
          <a:xfrm>
            <a:off x="3809854" y="5348060"/>
            <a:ext cx="121184" cy="121184"/>
          </a:xfrm>
          <a:prstGeom prst="ellipse">
            <a:avLst/>
          </a:prstGeom>
          <a:solidFill>
            <a:srgbClr val="FFFFFF"/>
          </a:solidFill>
          <a:ln w="3175">
            <a:solidFill>
              <a:schemeClr val="accent2"/>
            </a:solidFill>
          </a:ln>
          <a:effectLst>
            <a:outerShdw blurRad="63500" sx="102000" sy="102000" algn="ctr" rotWithShape="0">
              <a:schemeClr val="accent2">
                <a:lumMod val="75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cs typeface="黑体-简" panose="02000000000000000000" charset="-122"/>
            </a:endParaRPr>
          </a:p>
        </p:txBody>
      </p:sp>
      <p:sp>
        <p:nvSpPr>
          <p:cNvPr id="87" name="椭圆 86"/>
          <p:cNvSpPr/>
          <p:nvPr>
            <p:custDataLst>
              <p:tags r:id="rId30"/>
            </p:custDataLst>
          </p:nvPr>
        </p:nvSpPr>
        <p:spPr>
          <a:xfrm>
            <a:off x="3832984" y="5371190"/>
            <a:ext cx="74875" cy="74875"/>
          </a:xfrm>
          <a:prstGeom prst="ellipse">
            <a:avLst/>
          </a:prstGeom>
          <a:gradFill>
            <a:gsLst>
              <a:gs pos="1000">
                <a:schemeClr val="accent2">
                  <a:lumMod val="75000"/>
                  <a:alpha val="100000"/>
                </a:schemeClr>
              </a:gs>
              <a:gs pos="100000">
                <a:schemeClr val="accent2">
                  <a:alpha val="100000"/>
                </a:schemeClr>
              </a:gs>
            </a:gsLst>
            <a:lin ang="162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cs typeface="黑体-简" panose="02000000000000000000" charset="-122"/>
            </a:endParaRPr>
          </a:p>
        </p:txBody>
      </p:sp>
      <p:sp>
        <p:nvSpPr>
          <p:cNvPr id="88" name="矩形 87"/>
          <p:cNvSpPr/>
          <p:nvPr>
            <p:custDataLst>
              <p:tags r:id="rId31"/>
            </p:custDataLst>
          </p:nvPr>
        </p:nvSpPr>
        <p:spPr>
          <a:xfrm>
            <a:off x="3292057" y="4278822"/>
            <a:ext cx="1156794" cy="584127"/>
          </a:xfrm>
          <a:prstGeom prst="rect">
            <a:avLst/>
          </a:prstGeom>
          <a:noFill/>
        </p:spPr>
        <p:txBody>
          <a:bodyPr wrap="square" lIns="0" tIns="0" rIns="0" bIns="0" rtlCol="0" anchor="t" anchorCtr="0">
            <a:noAutofit/>
          </a:bodyPr>
          <a:p>
            <a:pPr algn="ctr">
              <a:lnSpc>
                <a:spcPct val="150000"/>
              </a:lnSpc>
              <a:spcBef>
                <a:spcPct val="0"/>
              </a:spcBef>
              <a:spcAft>
                <a:spcPct val="0"/>
              </a:spcAft>
            </a:pPr>
            <a:r>
              <a:rPr lang="zh-CN" altLang="en-US" sz="1400">
                <a:solidFill>
                  <a:schemeClr val="tx1">
                    <a:lumMod val="85000"/>
                    <a:lumOff val="15000"/>
                  </a:schemeClr>
                </a:solidFill>
                <a:latin typeface="+mn-ea"/>
                <a:cs typeface="+mn-ea"/>
                <a:sym typeface="+mn-ea"/>
              </a:rPr>
              <a:t>图像单模态难以判断复杂的缺陷类型</a:t>
            </a:r>
            <a:endParaRPr lang="zh-CN" altLang="en-US" sz="1400">
              <a:solidFill>
                <a:schemeClr val="tx1">
                  <a:lumMod val="85000"/>
                  <a:lumOff val="15000"/>
                </a:schemeClr>
              </a:solidFill>
              <a:latin typeface="+mn-ea"/>
              <a:cs typeface="+mn-ea"/>
              <a:sym typeface="+mn-ea"/>
            </a:endParaRPr>
          </a:p>
        </p:txBody>
      </p:sp>
      <p:sp>
        <p:nvSpPr>
          <p:cNvPr id="89" name="矩形 88"/>
          <p:cNvSpPr/>
          <p:nvPr>
            <p:custDataLst>
              <p:tags r:id="rId32"/>
            </p:custDataLst>
          </p:nvPr>
        </p:nvSpPr>
        <p:spPr>
          <a:xfrm>
            <a:off x="3113851" y="3973926"/>
            <a:ext cx="1335233" cy="304896"/>
          </a:xfrm>
          <a:prstGeom prst="rect">
            <a:avLst/>
          </a:prstGeom>
          <a:noFill/>
        </p:spPr>
        <p:txBody>
          <a:bodyPr wrap="square" lIns="0" tIns="0" rIns="0" bIns="0" rtlCol="0" anchor="b">
            <a:noAutofit/>
          </a:bodyPr>
          <a:p>
            <a:pPr algn="ctr">
              <a:spcBef>
                <a:spcPct val="0"/>
              </a:spcBef>
              <a:spcAft>
                <a:spcPct val="0"/>
              </a:spcAft>
            </a:pPr>
            <a:r>
              <a:rPr lang="zh-CN" altLang="en-US" b="1">
                <a:solidFill>
                  <a:schemeClr val="accent2"/>
                </a:solidFill>
                <a:latin typeface="+mn-ea"/>
                <a:cs typeface="+mn-ea"/>
                <a:sym typeface="+mn-ea"/>
              </a:rPr>
              <a:t>识别准确率不足</a:t>
            </a:r>
            <a:endParaRPr lang="zh-CN" altLang="en-US" b="1">
              <a:solidFill>
                <a:schemeClr val="accent2"/>
              </a:solidFill>
              <a:latin typeface="+mn-ea"/>
              <a:cs typeface="+mn-ea"/>
              <a:sym typeface="+mn-ea"/>
            </a:endParaRPr>
          </a:p>
        </p:txBody>
      </p:sp>
      <p:cxnSp>
        <p:nvCxnSpPr>
          <p:cNvPr id="90" name="直接连接符 89"/>
          <p:cNvCxnSpPr/>
          <p:nvPr>
            <p:custDataLst>
              <p:tags r:id="rId33"/>
            </p:custDataLst>
          </p:nvPr>
        </p:nvCxnSpPr>
        <p:spPr>
          <a:xfrm flipV="1">
            <a:off x="3871359" y="4810813"/>
            <a:ext cx="0" cy="537482"/>
          </a:xfrm>
          <a:prstGeom prst="line">
            <a:avLst/>
          </a:prstGeom>
          <a:noFill/>
          <a:ln>
            <a:gradFill flip="none" rotWithShape="1">
              <a:gsLst>
                <a:gs pos="0">
                  <a:schemeClr val="accent2">
                    <a:alpha val="0"/>
                  </a:schemeClr>
                </a:gs>
                <a:gs pos="100000">
                  <a:schemeClr val="accent2">
                    <a:alpha val="100000"/>
                  </a:schemeClr>
                </a:gs>
              </a:gsLst>
              <a:lin ang="16200000" scaled="0"/>
              <a:tileRect/>
            </a:gradFill>
          </a:ln>
        </p:spPr>
        <p:style>
          <a:lnRef idx="2">
            <a:schemeClr val="accent1">
              <a:shade val="15000"/>
            </a:schemeClr>
          </a:lnRef>
          <a:fillRef idx="1">
            <a:schemeClr val="accent1"/>
          </a:fillRef>
          <a:effectRef idx="0">
            <a:schemeClr val="accent1"/>
          </a:effectRef>
          <a:fontRef idx="minor">
            <a:schemeClr val="lt1"/>
          </a:fontRef>
        </p:style>
      </p:cxnSp>
      <p:sp>
        <p:nvSpPr>
          <p:cNvPr id="94" name="椭圆 93"/>
          <p:cNvSpPr/>
          <p:nvPr>
            <p:custDataLst>
              <p:tags r:id="rId34"/>
            </p:custDataLst>
          </p:nvPr>
        </p:nvSpPr>
        <p:spPr>
          <a:xfrm>
            <a:off x="7976938" y="5348060"/>
            <a:ext cx="121184" cy="121184"/>
          </a:xfrm>
          <a:prstGeom prst="ellipse">
            <a:avLst/>
          </a:prstGeom>
          <a:solidFill>
            <a:srgbClr val="FFFFFF"/>
          </a:solidFill>
          <a:ln w="3175">
            <a:solidFill>
              <a:schemeClr val="accent1"/>
            </a:solidFill>
          </a:ln>
          <a:effectLst>
            <a:outerShdw blurRad="63500" sx="102000" sy="102000" algn="ctr" rotWithShape="0">
              <a:schemeClr val="accent1">
                <a:lumMod val="75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cs typeface="黑体-简" panose="02000000000000000000" charset="-122"/>
            </a:endParaRPr>
          </a:p>
        </p:txBody>
      </p:sp>
      <p:sp>
        <p:nvSpPr>
          <p:cNvPr id="95" name="椭圆 94"/>
          <p:cNvSpPr/>
          <p:nvPr>
            <p:custDataLst>
              <p:tags r:id="rId35"/>
            </p:custDataLst>
          </p:nvPr>
        </p:nvSpPr>
        <p:spPr>
          <a:xfrm>
            <a:off x="8000068" y="5371190"/>
            <a:ext cx="74875" cy="74875"/>
          </a:xfrm>
          <a:prstGeom prst="ellipse">
            <a:avLst/>
          </a:prstGeom>
          <a:gradFill>
            <a:gsLst>
              <a:gs pos="1000">
                <a:schemeClr val="accent1">
                  <a:lumMod val="75000"/>
                  <a:alpha val="100000"/>
                </a:schemeClr>
              </a:gs>
              <a:gs pos="100000">
                <a:schemeClr val="accent1">
                  <a:alpha val="100000"/>
                </a:schemeClr>
              </a:gs>
            </a:gsLst>
            <a:lin ang="162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cs typeface="黑体-简" panose="02000000000000000000" charset="-122"/>
            </a:endParaRPr>
          </a:p>
        </p:txBody>
      </p:sp>
      <p:sp>
        <p:nvSpPr>
          <p:cNvPr id="91" name="矩形 90"/>
          <p:cNvSpPr/>
          <p:nvPr>
            <p:custDataLst>
              <p:tags r:id="rId36"/>
            </p:custDataLst>
          </p:nvPr>
        </p:nvSpPr>
        <p:spPr>
          <a:xfrm>
            <a:off x="7459141" y="4278822"/>
            <a:ext cx="1156794" cy="584127"/>
          </a:xfrm>
          <a:prstGeom prst="rect">
            <a:avLst/>
          </a:prstGeom>
          <a:noFill/>
        </p:spPr>
        <p:txBody>
          <a:bodyPr wrap="square" lIns="0" tIns="0" rIns="0" bIns="0" rtlCol="0" anchor="t" anchorCtr="0">
            <a:noAutofit/>
          </a:bodyPr>
          <a:p>
            <a:pPr algn="ctr">
              <a:lnSpc>
                <a:spcPct val="150000"/>
              </a:lnSpc>
              <a:spcBef>
                <a:spcPct val="0"/>
              </a:spcBef>
              <a:spcAft>
                <a:spcPct val="0"/>
              </a:spcAft>
            </a:pPr>
            <a:r>
              <a:rPr lang="zh-CN" altLang="en-US" sz="1400">
                <a:solidFill>
                  <a:schemeClr val="tx1">
                    <a:lumMod val="85000"/>
                    <a:lumOff val="15000"/>
                  </a:schemeClr>
                </a:solidFill>
                <a:latin typeface="+mn-ea"/>
                <a:cs typeface="+mn-ea"/>
                <a:sym typeface="+mn-ea"/>
              </a:rPr>
              <a:t>巡检结果主观性强，难以作为管理依据</a:t>
            </a:r>
            <a:endParaRPr lang="zh-CN" altLang="en-US" sz="1400">
              <a:solidFill>
                <a:schemeClr val="tx1">
                  <a:lumMod val="85000"/>
                  <a:lumOff val="15000"/>
                </a:schemeClr>
              </a:solidFill>
              <a:latin typeface="+mn-ea"/>
              <a:cs typeface="+mn-ea"/>
              <a:sym typeface="+mn-ea"/>
            </a:endParaRPr>
          </a:p>
          <a:p>
            <a:pPr algn="ctr">
              <a:lnSpc>
                <a:spcPct val="150000"/>
              </a:lnSpc>
              <a:spcBef>
                <a:spcPct val="0"/>
              </a:spcBef>
              <a:spcAft>
                <a:spcPct val="0"/>
              </a:spcAft>
            </a:pPr>
            <a:endParaRPr lang="zh-CN" altLang="en-US" sz="1400">
              <a:solidFill>
                <a:schemeClr val="tx1">
                  <a:lumMod val="85000"/>
                  <a:lumOff val="15000"/>
                </a:schemeClr>
              </a:solidFill>
              <a:latin typeface="+mn-ea"/>
              <a:cs typeface="+mn-ea"/>
              <a:sym typeface="+mn-ea"/>
            </a:endParaRPr>
          </a:p>
        </p:txBody>
      </p:sp>
      <p:sp>
        <p:nvSpPr>
          <p:cNvPr id="92" name="矩形 91"/>
          <p:cNvSpPr/>
          <p:nvPr>
            <p:custDataLst>
              <p:tags r:id="rId37"/>
            </p:custDataLst>
          </p:nvPr>
        </p:nvSpPr>
        <p:spPr>
          <a:xfrm>
            <a:off x="7459141" y="3935552"/>
            <a:ext cx="1156794" cy="304896"/>
          </a:xfrm>
          <a:prstGeom prst="rect">
            <a:avLst/>
          </a:prstGeom>
          <a:noFill/>
        </p:spPr>
        <p:txBody>
          <a:bodyPr wrap="square" lIns="0" tIns="0" rIns="0" bIns="0" rtlCol="0" anchor="b">
            <a:noAutofit/>
          </a:bodyPr>
          <a:p>
            <a:pPr algn="ctr">
              <a:spcBef>
                <a:spcPct val="0"/>
              </a:spcBef>
              <a:spcAft>
                <a:spcPct val="0"/>
              </a:spcAft>
            </a:pPr>
            <a:r>
              <a:rPr lang="zh-CN" altLang="en-US" b="1">
                <a:solidFill>
                  <a:schemeClr val="accent1"/>
                </a:solidFill>
                <a:latin typeface="+mn-ea"/>
                <a:cs typeface="+mn-ea"/>
                <a:sym typeface="+mn-ea"/>
              </a:rPr>
              <a:t>结果不可量化</a:t>
            </a:r>
            <a:endParaRPr lang="zh-CN" altLang="en-US" b="1">
              <a:solidFill>
                <a:schemeClr val="accent1"/>
              </a:solidFill>
              <a:latin typeface="+mn-ea"/>
              <a:cs typeface="+mn-ea"/>
              <a:sym typeface="+mn-ea"/>
            </a:endParaRPr>
          </a:p>
        </p:txBody>
      </p:sp>
      <p:cxnSp>
        <p:nvCxnSpPr>
          <p:cNvPr id="93" name="直接连接符 92"/>
          <p:cNvCxnSpPr/>
          <p:nvPr>
            <p:custDataLst>
              <p:tags r:id="rId38"/>
            </p:custDataLst>
          </p:nvPr>
        </p:nvCxnSpPr>
        <p:spPr>
          <a:xfrm flipV="1">
            <a:off x="8038968" y="4810813"/>
            <a:ext cx="0" cy="537482"/>
          </a:xfrm>
          <a:prstGeom prst="line">
            <a:avLst/>
          </a:prstGeom>
          <a:noFill/>
          <a:ln>
            <a:gradFill flip="none" rotWithShape="1">
              <a:gsLst>
                <a:gs pos="0">
                  <a:schemeClr val="accent1">
                    <a:alpha val="0"/>
                  </a:schemeClr>
                </a:gs>
                <a:gs pos="100000">
                  <a:schemeClr val="accent1">
                    <a:alpha val="100000"/>
                  </a:schemeClr>
                </a:gs>
              </a:gsLst>
              <a:lin ang="16200000" scaled="0"/>
              <a:tileRect/>
            </a:gradFill>
          </a:ln>
        </p:spPr>
        <p:style>
          <a:lnRef idx="2">
            <a:schemeClr val="accent1">
              <a:shade val="15000"/>
            </a:schemeClr>
          </a:lnRef>
          <a:fillRef idx="1">
            <a:schemeClr val="accent1"/>
          </a:fillRef>
          <a:effectRef idx="0">
            <a:schemeClr val="accent1"/>
          </a:effectRef>
          <a:fontRef idx="minor">
            <a:schemeClr val="lt1"/>
          </a:fontRef>
        </p:style>
      </p:cxnSp>
      <p:sp>
        <p:nvSpPr>
          <p:cNvPr id="103" name="椭圆 102"/>
          <p:cNvSpPr/>
          <p:nvPr>
            <p:custDataLst>
              <p:tags r:id="rId39"/>
            </p:custDataLst>
          </p:nvPr>
        </p:nvSpPr>
        <p:spPr>
          <a:xfrm>
            <a:off x="5199232" y="5086270"/>
            <a:ext cx="121184" cy="121184"/>
          </a:xfrm>
          <a:prstGeom prst="ellipse">
            <a:avLst/>
          </a:prstGeom>
          <a:solidFill>
            <a:srgbClr val="FFFFFF"/>
          </a:solidFill>
          <a:ln w="3175">
            <a:solidFill>
              <a:schemeClr val="accent1"/>
            </a:solidFill>
          </a:ln>
          <a:effectLst>
            <a:outerShdw blurRad="63500" sx="102000" sy="102000" algn="ctr" rotWithShape="0">
              <a:schemeClr val="accent1">
                <a:lumMod val="75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cs typeface="黑体-简" panose="02000000000000000000" charset="-122"/>
            </a:endParaRPr>
          </a:p>
        </p:txBody>
      </p:sp>
      <p:sp>
        <p:nvSpPr>
          <p:cNvPr id="104" name="椭圆 103"/>
          <p:cNvSpPr/>
          <p:nvPr>
            <p:custDataLst>
              <p:tags r:id="rId40"/>
            </p:custDataLst>
          </p:nvPr>
        </p:nvSpPr>
        <p:spPr>
          <a:xfrm>
            <a:off x="5222362" y="5109400"/>
            <a:ext cx="74875" cy="74875"/>
          </a:xfrm>
          <a:prstGeom prst="ellipse">
            <a:avLst/>
          </a:prstGeom>
          <a:gradFill>
            <a:gsLst>
              <a:gs pos="1000">
                <a:schemeClr val="accent1">
                  <a:lumMod val="75000"/>
                  <a:alpha val="100000"/>
                </a:schemeClr>
              </a:gs>
              <a:gs pos="100000">
                <a:schemeClr val="accent1">
                  <a:alpha val="100000"/>
                </a:schemeClr>
              </a:gs>
            </a:gsLst>
            <a:lin ang="162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cs typeface="黑体-简" panose="02000000000000000000" charset="-122"/>
            </a:endParaRPr>
          </a:p>
        </p:txBody>
      </p:sp>
      <p:sp>
        <p:nvSpPr>
          <p:cNvPr id="96" name="矩形 95"/>
          <p:cNvSpPr/>
          <p:nvPr>
            <p:custDataLst>
              <p:tags r:id="rId41"/>
            </p:custDataLst>
          </p:nvPr>
        </p:nvSpPr>
        <p:spPr>
          <a:xfrm>
            <a:off x="4681435" y="4016507"/>
            <a:ext cx="1156794" cy="584127"/>
          </a:xfrm>
          <a:prstGeom prst="rect">
            <a:avLst/>
          </a:prstGeom>
          <a:noFill/>
        </p:spPr>
        <p:txBody>
          <a:bodyPr wrap="square" lIns="0" tIns="0" rIns="0" bIns="0" rtlCol="0" anchor="t" anchorCtr="0">
            <a:noAutofit/>
          </a:bodyPr>
          <a:p>
            <a:pPr algn="ctr">
              <a:lnSpc>
                <a:spcPct val="150000"/>
              </a:lnSpc>
              <a:spcBef>
                <a:spcPct val="0"/>
              </a:spcBef>
              <a:spcAft>
                <a:spcPct val="0"/>
              </a:spcAft>
            </a:pPr>
            <a:r>
              <a:rPr lang="zh-CN" altLang="en-US" sz="1400">
                <a:solidFill>
                  <a:schemeClr val="tx1">
                    <a:lumMod val="85000"/>
                    <a:lumOff val="15000"/>
                  </a:schemeClr>
                </a:solidFill>
                <a:latin typeface="+mn-ea"/>
                <a:cs typeface="+mn-ea"/>
                <a:sym typeface="+mn-ea"/>
              </a:rPr>
              <a:t>多设备数据标准不统一，无法统一分析</a:t>
            </a:r>
            <a:endParaRPr lang="zh-CN" altLang="en-US" sz="1400">
              <a:solidFill>
                <a:schemeClr val="tx1">
                  <a:lumMod val="85000"/>
                  <a:lumOff val="15000"/>
                </a:schemeClr>
              </a:solidFill>
              <a:latin typeface="+mn-ea"/>
              <a:cs typeface="+mn-ea"/>
              <a:sym typeface="+mn-ea"/>
            </a:endParaRPr>
          </a:p>
        </p:txBody>
      </p:sp>
      <p:sp>
        <p:nvSpPr>
          <p:cNvPr id="97" name="矩形 96"/>
          <p:cNvSpPr/>
          <p:nvPr>
            <p:custDataLst>
              <p:tags r:id="rId42"/>
            </p:custDataLst>
          </p:nvPr>
        </p:nvSpPr>
        <p:spPr>
          <a:xfrm>
            <a:off x="4681435" y="3742100"/>
            <a:ext cx="1156794" cy="304896"/>
          </a:xfrm>
          <a:prstGeom prst="rect">
            <a:avLst/>
          </a:prstGeom>
          <a:noFill/>
        </p:spPr>
        <p:txBody>
          <a:bodyPr wrap="square" lIns="0" tIns="0" rIns="0" bIns="0" rtlCol="0" anchor="b">
            <a:noAutofit/>
          </a:bodyPr>
          <a:p>
            <a:pPr algn="ctr">
              <a:spcBef>
                <a:spcPct val="0"/>
              </a:spcBef>
              <a:spcAft>
                <a:spcPct val="0"/>
              </a:spcAft>
            </a:pPr>
            <a:r>
              <a:rPr lang="zh-CN" altLang="en-US" b="1">
                <a:solidFill>
                  <a:schemeClr val="accent1"/>
                </a:solidFill>
                <a:latin typeface="+mn-ea"/>
                <a:cs typeface="+mn-ea"/>
                <a:sym typeface="+mn-ea"/>
              </a:rPr>
              <a:t>数据分散孤立</a:t>
            </a:r>
            <a:endParaRPr lang="zh-CN" altLang="en-US" b="1">
              <a:solidFill>
                <a:schemeClr val="accent1"/>
              </a:solidFill>
              <a:latin typeface="+mn-ea"/>
              <a:cs typeface="+mn-ea"/>
              <a:sym typeface="+mn-ea"/>
            </a:endParaRPr>
          </a:p>
        </p:txBody>
      </p:sp>
      <p:cxnSp>
        <p:nvCxnSpPr>
          <p:cNvPr id="100" name="直接连接符 99"/>
          <p:cNvCxnSpPr/>
          <p:nvPr>
            <p:custDataLst>
              <p:tags r:id="rId43"/>
            </p:custDataLst>
          </p:nvPr>
        </p:nvCxnSpPr>
        <p:spPr>
          <a:xfrm flipV="1">
            <a:off x="5260737" y="4548497"/>
            <a:ext cx="0" cy="537482"/>
          </a:xfrm>
          <a:prstGeom prst="line">
            <a:avLst/>
          </a:prstGeom>
          <a:noFill/>
          <a:ln>
            <a:gradFill flip="none" rotWithShape="1">
              <a:gsLst>
                <a:gs pos="0">
                  <a:schemeClr val="accent1">
                    <a:alpha val="0"/>
                  </a:schemeClr>
                </a:gs>
                <a:gs pos="100000">
                  <a:schemeClr val="accent1">
                    <a:alpha val="100000"/>
                  </a:schemeClr>
                </a:gs>
              </a:gsLst>
              <a:lin ang="16200000" scaled="0"/>
              <a:tileRect/>
            </a:gradFill>
          </a:ln>
        </p:spPr>
        <p:style>
          <a:lnRef idx="2">
            <a:schemeClr val="accent1">
              <a:shade val="15000"/>
            </a:schemeClr>
          </a:lnRef>
          <a:fillRef idx="1">
            <a:schemeClr val="accent1"/>
          </a:fillRef>
          <a:effectRef idx="0">
            <a:schemeClr val="accent1"/>
          </a:effectRef>
          <a:fontRef idx="minor">
            <a:schemeClr val="lt1"/>
          </a:fontRef>
        </p:style>
      </p:cxnSp>
      <p:sp>
        <p:nvSpPr>
          <p:cNvPr id="111" name="椭圆 110"/>
          <p:cNvSpPr/>
          <p:nvPr>
            <p:custDataLst>
              <p:tags r:id="rId44"/>
            </p:custDataLst>
          </p:nvPr>
        </p:nvSpPr>
        <p:spPr>
          <a:xfrm>
            <a:off x="6588085" y="5086270"/>
            <a:ext cx="121184" cy="121184"/>
          </a:xfrm>
          <a:prstGeom prst="ellipse">
            <a:avLst/>
          </a:prstGeom>
          <a:solidFill>
            <a:srgbClr val="FFFFFF"/>
          </a:solidFill>
          <a:ln w="3175">
            <a:solidFill>
              <a:schemeClr val="accent2"/>
            </a:solidFill>
          </a:ln>
          <a:effectLst>
            <a:outerShdw blurRad="63500" sx="102000" sy="102000" algn="ctr" rotWithShape="0">
              <a:schemeClr val="accent2">
                <a:lumMod val="75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cs typeface="黑体-简" panose="02000000000000000000" charset="-122"/>
            </a:endParaRPr>
          </a:p>
        </p:txBody>
      </p:sp>
      <p:sp>
        <p:nvSpPr>
          <p:cNvPr id="112" name="椭圆 111"/>
          <p:cNvSpPr/>
          <p:nvPr>
            <p:custDataLst>
              <p:tags r:id="rId45"/>
            </p:custDataLst>
          </p:nvPr>
        </p:nvSpPr>
        <p:spPr>
          <a:xfrm>
            <a:off x="6611215" y="5109400"/>
            <a:ext cx="74875" cy="74875"/>
          </a:xfrm>
          <a:prstGeom prst="ellipse">
            <a:avLst/>
          </a:prstGeom>
          <a:gradFill>
            <a:gsLst>
              <a:gs pos="1000">
                <a:schemeClr val="accent2">
                  <a:lumMod val="75000"/>
                  <a:alpha val="100000"/>
                </a:schemeClr>
              </a:gs>
              <a:gs pos="100000">
                <a:schemeClr val="accent2">
                  <a:alpha val="100000"/>
                </a:schemeClr>
              </a:gs>
            </a:gsLst>
            <a:lin ang="162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cs typeface="黑体-简" panose="02000000000000000000" charset="-122"/>
            </a:endParaRPr>
          </a:p>
        </p:txBody>
      </p:sp>
      <p:sp>
        <p:nvSpPr>
          <p:cNvPr id="98" name="矩形 97"/>
          <p:cNvSpPr/>
          <p:nvPr>
            <p:custDataLst>
              <p:tags r:id="rId46"/>
            </p:custDataLst>
          </p:nvPr>
        </p:nvSpPr>
        <p:spPr>
          <a:xfrm>
            <a:off x="6070288" y="4016507"/>
            <a:ext cx="1156794" cy="584127"/>
          </a:xfrm>
          <a:prstGeom prst="rect">
            <a:avLst/>
          </a:prstGeom>
          <a:noFill/>
        </p:spPr>
        <p:txBody>
          <a:bodyPr wrap="square" lIns="0" tIns="0" rIns="0" bIns="0" rtlCol="0" anchor="t" anchorCtr="0">
            <a:noAutofit/>
          </a:bodyPr>
          <a:p>
            <a:pPr algn="ctr">
              <a:lnSpc>
                <a:spcPct val="150000"/>
              </a:lnSpc>
              <a:spcBef>
                <a:spcPct val="0"/>
              </a:spcBef>
              <a:spcAft>
                <a:spcPct val="0"/>
              </a:spcAft>
            </a:pPr>
            <a:r>
              <a:rPr lang="zh-CN" altLang="en-US" sz="1400">
                <a:solidFill>
                  <a:schemeClr val="tx1">
                    <a:lumMod val="85000"/>
                    <a:lumOff val="15000"/>
                  </a:schemeClr>
                </a:solidFill>
                <a:latin typeface="+mn-ea"/>
                <a:cs typeface="+mn-ea"/>
                <a:sym typeface="+mn-ea"/>
              </a:rPr>
              <a:t>多为事后处理，难以提前预警</a:t>
            </a:r>
            <a:endParaRPr lang="zh-CN" altLang="en-US" sz="1400">
              <a:solidFill>
                <a:schemeClr val="tx1">
                  <a:lumMod val="85000"/>
                  <a:lumOff val="15000"/>
                </a:schemeClr>
              </a:solidFill>
              <a:latin typeface="+mn-ea"/>
              <a:cs typeface="+mn-ea"/>
              <a:sym typeface="+mn-ea"/>
            </a:endParaRPr>
          </a:p>
        </p:txBody>
      </p:sp>
      <p:sp>
        <p:nvSpPr>
          <p:cNvPr id="99" name="矩形 98"/>
          <p:cNvSpPr/>
          <p:nvPr>
            <p:custDataLst>
              <p:tags r:id="rId47"/>
            </p:custDataLst>
          </p:nvPr>
        </p:nvSpPr>
        <p:spPr>
          <a:xfrm>
            <a:off x="6070288" y="3735267"/>
            <a:ext cx="1156794" cy="304896"/>
          </a:xfrm>
          <a:prstGeom prst="rect">
            <a:avLst/>
          </a:prstGeom>
          <a:noFill/>
        </p:spPr>
        <p:txBody>
          <a:bodyPr wrap="square" lIns="0" tIns="0" rIns="0" bIns="0" rtlCol="0" anchor="b">
            <a:noAutofit/>
          </a:bodyPr>
          <a:p>
            <a:pPr algn="ctr">
              <a:spcBef>
                <a:spcPct val="0"/>
              </a:spcBef>
              <a:spcAft>
                <a:spcPct val="0"/>
              </a:spcAft>
            </a:pPr>
            <a:r>
              <a:rPr lang="zh-CN" altLang="en-US" b="1">
                <a:solidFill>
                  <a:schemeClr val="accent2"/>
                </a:solidFill>
                <a:latin typeface="+mn-ea"/>
                <a:cs typeface="+mn-ea"/>
                <a:sym typeface="+mn-ea"/>
              </a:rPr>
              <a:t>风险响应滞后</a:t>
            </a:r>
            <a:endParaRPr lang="zh-CN" altLang="en-US" b="1">
              <a:solidFill>
                <a:schemeClr val="accent2"/>
              </a:solidFill>
              <a:latin typeface="+mn-ea"/>
              <a:cs typeface="+mn-ea"/>
              <a:sym typeface="+mn-ea"/>
            </a:endParaRPr>
          </a:p>
        </p:txBody>
      </p:sp>
      <p:cxnSp>
        <p:nvCxnSpPr>
          <p:cNvPr id="108" name="直接连接符 107"/>
          <p:cNvCxnSpPr/>
          <p:nvPr>
            <p:custDataLst>
              <p:tags r:id="rId48"/>
            </p:custDataLst>
          </p:nvPr>
        </p:nvCxnSpPr>
        <p:spPr>
          <a:xfrm flipV="1">
            <a:off x="6649590" y="4548497"/>
            <a:ext cx="0" cy="537482"/>
          </a:xfrm>
          <a:prstGeom prst="line">
            <a:avLst/>
          </a:prstGeom>
          <a:noFill/>
          <a:ln>
            <a:gradFill flip="none" rotWithShape="1">
              <a:gsLst>
                <a:gs pos="0">
                  <a:schemeClr val="accent2">
                    <a:alpha val="0"/>
                  </a:schemeClr>
                </a:gs>
                <a:gs pos="100000">
                  <a:schemeClr val="accent2">
                    <a:alpha val="100000"/>
                  </a:schemeClr>
                </a:gs>
              </a:gsLst>
              <a:lin ang="16200000" scaled="0"/>
              <a:tileRect/>
            </a:gradFill>
          </a:ln>
        </p:spPr>
        <p:style>
          <a:lnRef idx="2">
            <a:schemeClr val="accent1">
              <a:shade val="15000"/>
            </a:schemeClr>
          </a:lnRef>
          <a:fillRef idx="1">
            <a:schemeClr val="accent1"/>
          </a:fillRef>
          <a:effectRef idx="0">
            <a:schemeClr val="accent1"/>
          </a:effectRef>
          <a:fontRef idx="minor">
            <a:schemeClr val="lt1"/>
          </a:fontRef>
        </p:style>
      </p:cxnSp>
      <p:sp>
        <p:nvSpPr>
          <p:cNvPr id="101" name="矩形: 圆角 14"/>
          <p:cNvSpPr/>
          <p:nvPr/>
        </p:nvSpPr>
        <p:spPr>
          <a:xfrm>
            <a:off x="6341110" y="1043940"/>
            <a:ext cx="5089525" cy="508000"/>
          </a:xfrm>
          <a:prstGeom prst="roundRect">
            <a:avLst>
              <a:gd name="adj" fmla="val 50000"/>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b="1" dirty="0">
                <a:latin typeface="黑体-简" panose="02000000000000000000" charset="-122"/>
                <a:ea typeface="黑体-简" panose="02000000000000000000" charset="-122"/>
                <a:cs typeface="黑体-简" panose="02000000000000000000" charset="-122"/>
              </a:rPr>
              <a:t>痛点分析</a:t>
            </a:r>
            <a:endParaRPr lang="zh-CN" altLang="en-US" b="1" dirty="0">
              <a:latin typeface="黑体-简" panose="02000000000000000000" charset="-122"/>
              <a:ea typeface="黑体-简" panose="02000000000000000000" charset="-122"/>
              <a:cs typeface="黑体-简" panose="02000000000000000000" charset="-122"/>
            </a:endParaRPr>
          </a:p>
        </p:txBody>
      </p:sp>
      <p:sp>
        <p:nvSpPr>
          <p:cNvPr id="105" name="标题 104"/>
          <p:cNvSpPr>
            <a:spLocks noGrp="1"/>
          </p:cNvSpPr>
          <p:nvPr>
            <p:ph type="title"/>
          </p:nvPr>
        </p:nvSpPr>
        <p:spPr/>
        <p:txBody>
          <a:bodyPr/>
          <a:p>
            <a:r>
              <a:rPr b="0">
                <a:latin typeface="黑体" charset="0"/>
                <a:ea typeface="黑体" charset="0"/>
              </a:rPr>
              <a:t>输变电巡检的现状与痛点分析</a:t>
            </a:r>
            <a:endParaRPr b="0">
              <a:latin typeface="黑体" charset="0"/>
              <a:ea typeface="黑体" charset="0"/>
            </a:endParaRPr>
          </a:p>
        </p:txBody>
      </p:sp>
    </p:spTree>
    <p:custDataLst>
      <p:tags r:id="rId49"/>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b="0">
                <a:latin typeface="+mj-ea"/>
                <a:ea typeface="+mj-ea"/>
              </a:rPr>
              <a:t>多模态大模型在电力巡检的</a:t>
            </a:r>
            <a:r>
              <a:rPr lang="zh-CN" altLang="en-US" b="0">
                <a:latin typeface="+mj-ea"/>
                <a:ea typeface="+mj-ea"/>
              </a:rPr>
              <a:t>应用价值</a:t>
            </a:r>
            <a:endParaRPr lang="zh-CN" altLang="en-US" b="0">
              <a:latin typeface="+mj-ea"/>
              <a:ea typeface="+mj-ea"/>
            </a:endParaRPr>
          </a:p>
        </p:txBody>
      </p:sp>
      <p:grpSp>
        <p:nvGrpSpPr>
          <p:cNvPr id="9" name="组合 8"/>
          <p:cNvGrpSpPr/>
          <p:nvPr/>
        </p:nvGrpSpPr>
        <p:grpSpPr>
          <a:xfrm>
            <a:off x="6236780" y="1313244"/>
            <a:ext cx="5340581" cy="2407123"/>
            <a:chOff x="4440830" y="1400239"/>
            <a:chExt cx="5340581" cy="2407123"/>
          </a:xfrm>
        </p:grpSpPr>
        <p:sp>
          <p:nvSpPr>
            <p:cNvPr id="10" name="文本框 9"/>
            <p:cNvSpPr txBox="1"/>
            <p:nvPr/>
          </p:nvSpPr>
          <p:spPr>
            <a:xfrm>
              <a:off x="4440904" y="1869342"/>
              <a:ext cx="5340507" cy="1938020"/>
            </a:xfrm>
            <a:prstGeom prst="rect">
              <a:avLst/>
            </a:prstGeom>
            <a:noFill/>
          </p:spPr>
          <p:txBody>
            <a:bodyPr wrap="square" rtlCol="0">
              <a:spAutoFit/>
            </a:bodyPr>
            <a:lstStyle>
              <a:defPPr>
                <a:defRPr lang="zh-CN"/>
              </a:defPPr>
              <a:lvl1pPr lvl="0" defTabSz="913765">
                <a:lnSpc>
                  <a:spcPct val="150000"/>
                </a:lnSpc>
                <a:buSzPct val="25000"/>
                <a:defRPr sz="1050">
                  <a:solidFill>
                    <a:schemeClr val="tx1">
                      <a:lumMod val="95000"/>
                      <a:lumOff val="5000"/>
                    </a:schemeClr>
                  </a:solidFill>
                </a:defRPr>
              </a:lvl1pPr>
            </a:lstStyle>
            <a:p>
              <a:r>
                <a:rPr lang="zh-CN" altLang="en-US" sz="1600" dirty="0">
                  <a:solidFill>
                    <a:schemeClr val="tx1">
                      <a:lumMod val="95000"/>
                      <a:lumOff val="5000"/>
                      <a:alpha val="80000"/>
                    </a:schemeClr>
                  </a:solidFill>
                  <a:latin typeface="黑体" charset="0"/>
                  <a:ea typeface="黑体" charset="0"/>
                  <a:cs typeface="黑体" charset="0"/>
                </a:rPr>
                <a:t>构建高精度智能监测体系，实现设备运行状态的全流程实时感知，对早期潜在隐患实现</a:t>
              </a:r>
              <a:r>
                <a:rPr lang="en-US" altLang="zh-CN" sz="1600" dirty="0">
                  <a:solidFill>
                    <a:schemeClr val="tx1">
                      <a:lumMod val="95000"/>
                      <a:lumOff val="5000"/>
                      <a:alpha val="80000"/>
                    </a:schemeClr>
                  </a:solidFill>
                  <a:latin typeface="黑体" charset="0"/>
                  <a:ea typeface="黑体" charset="0"/>
                  <a:cs typeface="黑体" charset="0"/>
                </a:rPr>
                <a:t> “</a:t>
              </a:r>
              <a:r>
                <a:rPr lang="zh-CN" altLang="en-US" sz="1600" dirty="0">
                  <a:solidFill>
                    <a:schemeClr val="tx1">
                      <a:lumMod val="95000"/>
                      <a:lumOff val="5000"/>
                      <a:alpha val="80000"/>
                    </a:schemeClr>
                  </a:solidFill>
                  <a:latin typeface="黑体" charset="0"/>
                  <a:ea typeface="黑体" charset="0"/>
                  <a:cs typeface="黑体" charset="0"/>
                </a:rPr>
                <a:t>早识别、早预警</a:t>
              </a:r>
              <a:r>
                <a:rPr lang="en-US" altLang="zh-CN" sz="1600" dirty="0">
                  <a:solidFill>
                    <a:schemeClr val="tx1">
                      <a:lumMod val="95000"/>
                      <a:lumOff val="5000"/>
                      <a:alpha val="80000"/>
                    </a:schemeClr>
                  </a:solidFill>
                  <a:latin typeface="黑体" charset="0"/>
                  <a:ea typeface="黑体" charset="0"/>
                  <a:cs typeface="黑体" charset="0"/>
                </a:rPr>
                <a:t>”</a:t>
              </a:r>
              <a:r>
                <a:rPr lang="zh-CN" altLang="en-US" sz="1600" dirty="0">
                  <a:solidFill>
                    <a:schemeClr val="tx1">
                      <a:lumMod val="95000"/>
                      <a:lumOff val="5000"/>
                      <a:alpha val="80000"/>
                    </a:schemeClr>
                  </a:solidFill>
                  <a:latin typeface="黑体" charset="0"/>
                  <a:ea typeface="黑体" charset="0"/>
                  <a:cs typeface="黑体" charset="0"/>
                </a:rPr>
                <a:t>，突破传统目标检测类专家模型</a:t>
              </a:r>
              <a:r>
                <a:rPr lang="en-US" altLang="zh-CN" sz="1600" dirty="0">
                  <a:solidFill>
                    <a:schemeClr val="tx1">
                      <a:lumMod val="95000"/>
                      <a:lumOff val="5000"/>
                      <a:alpha val="80000"/>
                    </a:schemeClr>
                  </a:solidFill>
                  <a:latin typeface="黑体" charset="0"/>
                  <a:ea typeface="黑体" charset="0"/>
                  <a:cs typeface="黑体" charset="0"/>
                </a:rPr>
                <a:t> </a:t>
              </a:r>
              <a:r>
                <a:rPr lang="en-US" altLang="zh-CN" sz="1600" dirty="0">
                  <a:solidFill>
                    <a:srgbClr val="FF0000">
                      <a:alpha val="80000"/>
                    </a:srgbClr>
                  </a:solidFill>
                  <a:latin typeface="黑体" charset="0"/>
                  <a:ea typeface="黑体" charset="0"/>
                  <a:cs typeface="黑体" charset="0"/>
                </a:rPr>
                <a:t>“</a:t>
              </a:r>
              <a:r>
                <a:rPr lang="zh-CN" altLang="en-US" sz="1600" dirty="0">
                  <a:solidFill>
                    <a:srgbClr val="FF0000">
                      <a:alpha val="80000"/>
                    </a:srgbClr>
                  </a:solidFill>
                  <a:latin typeface="黑体" charset="0"/>
                  <a:ea typeface="黑体" charset="0"/>
                  <a:cs typeface="黑体" charset="0"/>
                </a:rPr>
                <a:t>仅能识别显性故障特征才触发报警</a:t>
              </a:r>
              <a:r>
                <a:rPr lang="en-US" altLang="zh-CN" sz="1600" dirty="0">
                  <a:solidFill>
                    <a:srgbClr val="FF0000">
                      <a:alpha val="80000"/>
                    </a:srgbClr>
                  </a:solidFill>
                  <a:latin typeface="黑体" charset="0"/>
                  <a:ea typeface="黑体" charset="0"/>
                  <a:cs typeface="黑体" charset="0"/>
                </a:rPr>
                <a:t>” </a:t>
              </a:r>
              <a:r>
                <a:rPr lang="zh-CN" altLang="en-US" sz="1600" dirty="0">
                  <a:solidFill>
                    <a:schemeClr val="tx1">
                      <a:lumMod val="95000"/>
                      <a:lumOff val="5000"/>
                      <a:alpha val="80000"/>
                    </a:schemeClr>
                  </a:solidFill>
                  <a:latin typeface="黑体" charset="0"/>
                  <a:ea typeface="黑体" charset="0"/>
                  <a:cs typeface="黑体" charset="0"/>
                </a:rPr>
                <a:t>的局限，显著提升缺陷预警的前瞻性与可靠性。</a:t>
              </a:r>
              <a:endParaRPr lang="zh-CN" altLang="en-US" sz="1600" dirty="0">
                <a:solidFill>
                  <a:schemeClr val="tx1">
                    <a:lumMod val="95000"/>
                    <a:lumOff val="5000"/>
                    <a:alpha val="80000"/>
                  </a:schemeClr>
                </a:solidFill>
                <a:latin typeface="黑体" charset="0"/>
                <a:ea typeface="黑体" charset="0"/>
                <a:cs typeface="黑体" charset="0"/>
              </a:endParaRPr>
            </a:p>
          </p:txBody>
        </p:sp>
        <p:sp>
          <p:nvSpPr>
            <p:cNvPr id="11" name="文本框 10"/>
            <p:cNvSpPr txBox="1"/>
            <p:nvPr/>
          </p:nvSpPr>
          <p:spPr>
            <a:xfrm>
              <a:off x="4440830" y="1400239"/>
              <a:ext cx="2474595" cy="553085"/>
            </a:xfrm>
            <a:prstGeom prst="rect">
              <a:avLst/>
            </a:prstGeom>
            <a:noFill/>
          </p:spPr>
          <p:txBody>
            <a:bodyPr wrap="none" rtlCol="0">
              <a:spAutoFit/>
            </a:bodyPr>
            <a:lstStyle>
              <a:defPPr>
                <a:defRPr lang="zh-CN"/>
              </a:defPPr>
              <a:lvl1pPr>
                <a:lnSpc>
                  <a:spcPct val="150000"/>
                </a:lnSpc>
                <a:defRPr kumimoji="0" sz="1200" b="1" i="0" u="none" strike="noStrike" cap="none" spc="0" normalizeH="0" baseline="0">
                  <a:ln>
                    <a:noFill/>
                  </a:ln>
                  <a:effectLst/>
                  <a:uLnTx/>
                  <a:uFillTx/>
                </a:defRPr>
              </a:lvl1pPr>
            </a:lstStyle>
            <a:p>
              <a:r>
                <a:rPr lang="zh-CN" altLang="en-US" sz="2000" dirty="0" smtClean="0">
                  <a:latin typeface="黑体" charset="0"/>
                  <a:ea typeface="黑体" charset="0"/>
                  <a:cs typeface="黑体-简" panose="02000000000000000000" charset="-122"/>
                </a:rPr>
                <a:t>高精度</a:t>
              </a:r>
              <a:r>
                <a:rPr lang="en-US" altLang="zh-CN" sz="2000" dirty="0" err="1" smtClean="0">
                  <a:latin typeface="黑体" charset="0"/>
                  <a:ea typeface="黑体" charset="0"/>
                  <a:cs typeface="黑体-简" panose="02000000000000000000" charset="-122"/>
                </a:rPr>
                <a:t>智能监测系统</a:t>
              </a:r>
              <a:endParaRPr lang="en-US" altLang="zh-CN" sz="2000" dirty="0">
                <a:latin typeface="黑体" charset="0"/>
                <a:ea typeface="黑体" charset="0"/>
                <a:cs typeface="黑体-简" panose="02000000000000000000" charset="-122"/>
              </a:endParaRPr>
            </a:p>
          </p:txBody>
        </p:sp>
      </p:grpSp>
      <p:sp>
        <p:nvSpPr>
          <p:cNvPr id="12" name="文本框 11"/>
          <p:cNvSpPr txBox="1"/>
          <p:nvPr/>
        </p:nvSpPr>
        <p:spPr>
          <a:xfrm>
            <a:off x="769107" y="2863324"/>
            <a:ext cx="3010151" cy="829945"/>
          </a:xfrm>
          <a:prstGeom prst="rect">
            <a:avLst/>
          </a:prstGeom>
          <a:noFill/>
        </p:spPr>
        <p:txBody>
          <a:bodyPr wrap="square">
            <a:spAutoFit/>
          </a:bodyPr>
          <a:lstStyle/>
          <a:p>
            <a:pPr marL="0" marR="0" lvl="0" indent="0" defTabSz="913765" rtl="0" eaLnBrk="1" fontAlgn="auto" latinLnBrk="0" hangingPunct="1">
              <a:lnSpc>
                <a:spcPct val="100000"/>
              </a:lnSpc>
              <a:spcBef>
                <a:spcPts val="0"/>
              </a:spcBef>
              <a:spcAft>
                <a:spcPts val="0"/>
              </a:spcAft>
              <a:buClrTx/>
              <a:buSzPct val="25000"/>
              <a:buFontTx/>
              <a:buNone/>
              <a:defRPr/>
            </a:pPr>
            <a:r>
              <a:rPr lang="en-US" altLang="zh-CN" sz="2400" dirty="0" smtClean="0">
                <a:latin typeface="黑体" charset="0"/>
                <a:ea typeface="黑体" charset="0"/>
                <a:cs typeface="黑体" charset="0"/>
              </a:rPr>
              <a:t>AI</a:t>
            </a:r>
            <a:r>
              <a:rPr lang="zh-CN" altLang="en-US" sz="2400" dirty="0" smtClean="0">
                <a:latin typeface="黑体" charset="0"/>
                <a:ea typeface="黑体" charset="0"/>
                <a:cs typeface="黑体" charset="0"/>
              </a:rPr>
              <a:t>大模型对智慧巡检的启发与影响</a:t>
            </a:r>
            <a:endParaRPr kumimoji="0" lang="en-US" altLang="zh-CN" sz="2400" i="0" u="none" strike="noStrike" kern="1200" cap="none" spc="0" normalizeH="0" baseline="0" noProof="0" dirty="0">
              <a:solidFill>
                <a:schemeClr val="tx1"/>
              </a:solidFill>
              <a:latin typeface="黑体" charset="0"/>
              <a:ea typeface="黑体" charset="0"/>
              <a:cs typeface="黑体" charset="0"/>
            </a:endParaRPr>
          </a:p>
        </p:txBody>
      </p:sp>
      <p:grpSp>
        <p:nvGrpSpPr>
          <p:cNvPr id="16" name="组合 15"/>
          <p:cNvGrpSpPr/>
          <p:nvPr/>
        </p:nvGrpSpPr>
        <p:grpSpPr>
          <a:xfrm>
            <a:off x="6311710" y="3693051"/>
            <a:ext cx="5151670" cy="2031808"/>
            <a:chOff x="4440830" y="4268361"/>
            <a:chExt cx="5151670" cy="2031808"/>
          </a:xfrm>
        </p:grpSpPr>
        <p:sp>
          <p:nvSpPr>
            <p:cNvPr id="21" name="文本框 20"/>
            <p:cNvSpPr txBox="1"/>
            <p:nvPr/>
          </p:nvSpPr>
          <p:spPr>
            <a:xfrm>
              <a:off x="4458049" y="4731719"/>
              <a:ext cx="5134451" cy="1568450"/>
            </a:xfrm>
            <a:prstGeom prst="rect">
              <a:avLst/>
            </a:prstGeom>
            <a:noFill/>
          </p:spPr>
          <p:txBody>
            <a:bodyPr wrap="square" rtlCol="0">
              <a:spAutoFit/>
            </a:bodyPr>
            <a:lstStyle>
              <a:defPPr>
                <a:defRPr lang="zh-CN"/>
              </a:defPPr>
              <a:lvl1pPr lvl="0" defTabSz="913765">
                <a:lnSpc>
                  <a:spcPct val="150000"/>
                </a:lnSpc>
                <a:buSzPct val="25000"/>
                <a:defRPr sz="1050">
                  <a:solidFill>
                    <a:schemeClr val="tx1">
                      <a:lumMod val="95000"/>
                      <a:lumOff val="5000"/>
                    </a:schemeClr>
                  </a:solidFill>
                </a:defRPr>
              </a:lvl1pPr>
            </a:lstStyle>
            <a:p>
              <a:r>
                <a:rPr lang="zh-CN" altLang="en-US" sz="1600" dirty="0">
                  <a:solidFill>
                    <a:schemeClr val="tx1">
                      <a:lumMod val="95000"/>
                      <a:lumOff val="5000"/>
                      <a:alpha val="80000"/>
                    </a:schemeClr>
                  </a:solidFill>
                  <a:latin typeface="黑体" charset="0"/>
                  <a:ea typeface="黑体" charset="0"/>
                  <a:cs typeface="黑体" charset="0"/>
                </a:rPr>
                <a:t>电力行业的大模型，实现了从</a:t>
              </a:r>
              <a:r>
                <a:rPr lang="en-US" altLang="zh-CN" sz="1600" dirty="0">
                  <a:solidFill>
                    <a:srgbClr val="FF0000">
                      <a:alpha val="80000"/>
                    </a:srgbClr>
                  </a:solidFill>
                  <a:latin typeface="黑体" charset="0"/>
                  <a:ea typeface="黑体" charset="0"/>
                  <a:cs typeface="黑体" charset="0"/>
                </a:rPr>
                <a:t>“</a:t>
              </a:r>
              <a:r>
                <a:rPr lang="zh-CN" altLang="en-US" sz="1600" dirty="0">
                  <a:solidFill>
                    <a:srgbClr val="FF0000">
                      <a:alpha val="80000"/>
                    </a:srgbClr>
                  </a:solidFill>
                  <a:latin typeface="黑体" charset="0"/>
                  <a:ea typeface="黑体" charset="0"/>
                  <a:cs typeface="黑体" charset="0"/>
                </a:rPr>
                <a:t>分散的</a:t>
              </a:r>
              <a:r>
                <a:rPr lang="en-US" altLang="zh-CN" sz="1600" dirty="0">
                  <a:solidFill>
                    <a:srgbClr val="FF0000">
                      <a:alpha val="80000"/>
                    </a:srgbClr>
                  </a:solidFill>
                  <a:latin typeface="黑体" charset="0"/>
                  <a:ea typeface="黑体" charset="0"/>
                  <a:cs typeface="黑体" charset="0"/>
                </a:rPr>
                <a:t> AI </a:t>
              </a:r>
              <a:r>
                <a:rPr lang="zh-CN" altLang="en-US" sz="1600" dirty="0">
                  <a:solidFill>
                    <a:srgbClr val="FF0000">
                      <a:alpha val="80000"/>
                    </a:srgbClr>
                  </a:solidFill>
                  <a:latin typeface="黑体" charset="0"/>
                  <a:ea typeface="黑体" charset="0"/>
                  <a:cs typeface="黑体" charset="0"/>
                </a:rPr>
                <a:t>元件</a:t>
              </a:r>
              <a:r>
                <a:rPr lang="en-US" altLang="zh-CN" sz="1600" dirty="0">
                  <a:solidFill>
                    <a:srgbClr val="FF0000">
                      <a:alpha val="80000"/>
                    </a:srgbClr>
                  </a:solidFill>
                  <a:latin typeface="黑体" charset="0"/>
                  <a:ea typeface="黑体" charset="0"/>
                  <a:cs typeface="黑体" charset="0"/>
                </a:rPr>
                <a:t>”</a:t>
              </a:r>
              <a:r>
                <a:rPr lang="zh-CN" altLang="en-US" sz="1600" dirty="0">
                  <a:solidFill>
                    <a:schemeClr val="tx1">
                      <a:lumMod val="95000"/>
                      <a:lumOff val="5000"/>
                      <a:alpha val="80000"/>
                    </a:schemeClr>
                  </a:solidFill>
                  <a:latin typeface="黑体" charset="0"/>
                  <a:ea typeface="黑体" charset="0"/>
                  <a:cs typeface="黑体" charset="0"/>
                </a:rPr>
                <a:t>（比如单独的设备识别、缺陷检测模型）向</a:t>
              </a:r>
              <a:r>
                <a:rPr lang="en-US" altLang="zh-CN" sz="1600" dirty="0">
                  <a:solidFill>
                    <a:schemeClr val="tx1">
                      <a:lumMod val="95000"/>
                      <a:lumOff val="5000"/>
                      <a:alpha val="80000"/>
                    </a:schemeClr>
                  </a:solidFill>
                  <a:latin typeface="黑体" charset="0"/>
                  <a:ea typeface="黑体" charset="0"/>
                  <a:cs typeface="黑体" charset="0"/>
                </a:rPr>
                <a:t> “</a:t>
              </a:r>
              <a:r>
                <a:rPr lang="zh-CN" altLang="en-US" sz="1600" dirty="0">
                  <a:solidFill>
                    <a:schemeClr val="tx1">
                      <a:lumMod val="95000"/>
                      <a:lumOff val="5000"/>
                      <a:alpha val="80000"/>
                    </a:schemeClr>
                  </a:solidFill>
                  <a:latin typeface="黑体" charset="0"/>
                  <a:ea typeface="黑体" charset="0"/>
                  <a:cs typeface="黑体" charset="0"/>
                </a:rPr>
                <a:t>整体</a:t>
              </a:r>
              <a:r>
                <a:rPr lang="en-US" altLang="zh-CN" sz="1600" dirty="0">
                  <a:solidFill>
                    <a:schemeClr val="tx1">
                      <a:lumMod val="95000"/>
                      <a:lumOff val="5000"/>
                      <a:alpha val="80000"/>
                    </a:schemeClr>
                  </a:solidFill>
                  <a:latin typeface="黑体" charset="0"/>
                  <a:ea typeface="黑体" charset="0"/>
                  <a:cs typeface="黑体" charset="0"/>
                </a:rPr>
                <a:t> AI </a:t>
              </a:r>
              <a:r>
                <a:rPr lang="zh-CN" altLang="en-US" sz="1600" dirty="0">
                  <a:solidFill>
                    <a:schemeClr val="tx1">
                      <a:lumMod val="95000"/>
                      <a:lumOff val="5000"/>
                      <a:alpha val="80000"/>
                    </a:schemeClr>
                  </a:solidFill>
                  <a:latin typeface="黑体" charset="0"/>
                  <a:ea typeface="黑体" charset="0"/>
                  <a:cs typeface="黑体" charset="0"/>
                </a:rPr>
                <a:t>系统</a:t>
              </a:r>
              <a:r>
                <a:rPr lang="en-US" altLang="zh-CN" sz="1600" dirty="0">
                  <a:solidFill>
                    <a:schemeClr val="tx1">
                      <a:lumMod val="95000"/>
                      <a:lumOff val="5000"/>
                      <a:alpha val="80000"/>
                    </a:schemeClr>
                  </a:solidFill>
                  <a:latin typeface="黑体" charset="0"/>
                  <a:ea typeface="黑体" charset="0"/>
                  <a:cs typeface="黑体" charset="0"/>
                </a:rPr>
                <a:t>” </a:t>
              </a:r>
              <a:r>
                <a:rPr lang="zh-CN" altLang="en-US" sz="1600" dirty="0">
                  <a:solidFill>
                    <a:schemeClr val="tx1">
                      <a:lumMod val="95000"/>
                      <a:lumOff val="5000"/>
                      <a:alpha val="80000"/>
                    </a:schemeClr>
                  </a:solidFill>
                  <a:latin typeface="黑体" charset="0"/>
                  <a:ea typeface="黑体" charset="0"/>
                  <a:cs typeface="黑体" charset="0"/>
                </a:rPr>
                <a:t>的转变，让巡检不再是单一功能的拼接，而是具备全局理解、多任务协同能力的智能体系。</a:t>
              </a:r>
              <a:endParaRPr lang="zh-CN" altLang="en-US" sz="1600" dirty="0">
                <a:solidFill>
                  <a:schemeClr val="tx1">
                    <a:lumMod val="95000"/>
                    <a:lumOff val="5000"/>
                    <a:alpha val="80000"/>
                  </a:schemeClr>
                </a:solidFill>
                <a:latin typeface="黑体" charset="0"/>
                <a:ea typeface="黑体" charset="0"/>
                <a:cs typeface="黑体" charset="0"/>
              </a:endParaRPr>
            </a:p>
          </p:txBody>
        </p:sp>
        <p:sp>
          <p:nvSpPr>
            <p:cNvPr id="23" name="文本框 22"/>
            <p:cNvSpPr txBox="1"/>
            <p:nvPr/>
          </p:nvSpPr>
          <p:spPr>
            <a:xfrm>
              <a:off x="4440830" y="4268361"/>
              <a:ext cx="1965325" cy="553085"/>
            </a:xfrm>
            <a:prstGeom prst="rect">
              <a:avLst/>
            </a:prstGeom>
            <a:noFill/>
          </p:spPr>
          <p:txBody>
            <a:bodyPr wrap="none" rtlCol="0">
              <a:spAutoFit/>
            </a:bodyPr>
            <a:lstStyle>
              <a:defPPr>
                <a:defRPr lang="zh-CN"/>
              </a:defPPr>
              <a:lvl1pPr>
                <a:lnSpc>
                  <a:spcPct val="150000"/>
                </a:lnSpc>
                <a:defRPr kumimoji="0" sz="1200" b="1" i="0" u="none" strike="noStrike" cap="none" spc="0" normalizeH="0" baseline="0">
                  <a:ln>
                    <a:noFill/>
                  </a:ln>
                  <a:effectLst/>
                  <a:uLnTx/>
                  <a:uFillTx/>
                </a:defRPr>
              </a:lvl1pPr>
            </a:lstStyle>
            <a:p>
              <a:r>
                <a:rPr lang="zh-CN" altLang="en-US" sz="2000" dirty="0">
                  <a:latin typeface="+mj-ea"/>
                  <a:ea typeface="+mj-ea"/>
                  <a:cs typeface="黑体-简" panose="02000000000000000000" charset="-122"/>
                </a:rPr>
                <a:t>电力领域大模型</a:t>
              </a:r>
              <a:endParaRPr lang="en-US" altLang="zh-CN" sz="2000" dirty="0">
                <a:latin typeface="+mj-ea"/>
                <a:ea typeface="+mj-ea"/>
                <a:cs typeface="黑体-简" panose="02000000000000000000" charset="-122"/>
              </a:endParaRPr>
            </a:p>
          </p:txBody>
        </p:sp>
      </p:grpSp>
      <p:grpSp>
        <p:nvGrpSpPr>
          <p:cNvPr id="24" name="组合 23"/>
          <p:cNvGrpSpPr/>
          <p:nvPr/>
        </p:nvGrpSpPr>
        <p:grpSpPr>
          <a:xfrm>
            <a:off x="5642272" y="1446785"/>
            <a:ext cx="419665" cy="419663"/>
            <a:chOff x="4716518" y="3186262"/>
            <a:chExt cx="609064" cy="609061"/>
          </a:xfrm>
        </p:grpSpPr>
        <p:sp>
          <p:nvSpPr>
            <p:cNvPr id="25" name="矩形 24"/>
            <p:cNvSpPr/>
            <p:nvPr/>
          </p:nvSpPr>
          <p:spPr>
            <a:xfrm>
              <a:off x="4716518" y="3186262"/>
              <a:ext cx="609064" cy="60906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zh-CN" altLang="en-US" sz="1600" dirty="0">
                <a:cs typeface="黑体-简" panose="02000000000000000000" charset="-122"/>
              </a:endParaRPr>
            </a:p>
          </p:txBody>
        </p:sp>
        <p:sp>
          <p:nvSpPr>
            <p:cNvPr id="27" name="任意多边形: 形状 19"/>
            <p:cNvSpPr/>
            <p:nvPr/>
          </p:nvSpPr>
          <p:spPr bwMode="auto">
            <a:xfrm>
              <a:off x="4880126" y="3362457"/>
              <a:ext cx="281841" cy="256676"/>
            </a:xfrm>
            <a:custGeom>
              <a:avLst/>
              <a:gdLst>
                <a:gd name="connsiteX0" fmla="*/ 125329 w 533400"/>
                <a:gd name="connsiteY0" fmla="*/ 229221 h 485775"/>
                <a:gd name="connsiteX1" fmla="*/ 125329 w 533400"/>
                <a:gd name="connsiteY1" fmla="*/ 276846 h 485775"/>
                <a:gd name="connsiteX2" fmla="*/ 144379 w 533400"/>
                <a:gd name="connsiteY2" fmla="*/ 276846 h 485775"/>
                <a:gd name="connsiteX3" fmla="*/ 144379 w 533400"/>
                <a:gd name="connsiteY3" fmla="*/ 229221 h 485775"/>
                <a:gd name="connsiteX4" fmla="*/ 392029 w 533400"/>
                <a:gd name="connsiteY4" fmla="*/ 229221 h 485775"/>
                <a:gd name="connsiteX5" fmla="*/ 392029 w 533400"/>
                <a:gd name="connsiteY5" fmla="*/ 276846 h 485775"/>
                <a:gd name="connsiteX6" fmla="*/ 411079 w 533400"/>
                <a:gd name="connsiteY6" fmla="*/ 276846 h 485775"/>
                <a:gd name="connsiteX7" fmla="*/ 411079 w 533400"/>
                <a:gd name="connsiteY7" fmla="*/ 229221 h 485775"/>
                <a:gd name="connsiteX8" fmla="*/ 534904 w 533400"/>
                <a:gd name="connsiteY8" fmla="*/ 229221 h 485775"/>
                <a:gd name="connsiteX9" fmla="*/ 534904 w 533400"/>
                <a:gd name="connsiteY9" fmla="*/ 486396 h 485775"/>
                <a:gd name="connsiteX10" fmla="*/ 1504 w 533400"/>
                <a:gd name="connsiteY10" fmla="*/ 486396 h 485775"/>
                <a:gd name="connsiteX11" fmla="*/ 1504 w 533400"/>
                <a:gd name="connsiteY11" fmla="*/ 229221 h 485775"/>
                <a:gd name="connsiteX12" fmla="*/ 125329 w 533400"/>
                <a:gd name="connsiteY12" fmla="*/ 229221 h 485775"/>
                <a:gd name="connsiteX13" fmla="*/ 411079 w 533400"/>
                <a:gd name="connsiteY13" fmla="*/ 621 h 485775"/>
                <a:gd name="connsiteX14" fmla="*/ 411079 w 533400"/>
                <a:gd name="connsiteY14" fmla="*/ 114921 h 485775"/>
                <a:gd name="connsiteX15" fmla="*/ 534904 w 533400"/>
                <a:gd name="connsiteY15" fmla="*/ 114921 h 485775"/>
                <a:gd name="connsiteX16" fmla="*/ 534904 w 533400"/>
                <a:gd name="connsiteY16" fmla="*/ 210171 h 485775"/>
                <a:gd name="connsiteX17" fmla="*/ 1504 w 533400"/>
                <a:gd name="connsiteY17" fmla="*/ 210171 h 485775"/>
                <a:gd name="connsiteX18" fmla="*/ 1504 w 533400"/>
                <a:gd name="connsiteY18" fmla="*/ 114921 h 485775"/>
                <a:gd name="connsiteX19" fmla="*/ 125329 w 533400"/>
                <a:gd name="connsiteY19" fmla="*/ 114921 h 485775"/>
                <a:gd name="connsiteX20" fmla="*/ 125329 w 533400"/>
                <a:gd name="connsiteY20" fmla="*/ 621 h 485775"/>
                <a:gd name="connsiteX21" fmla="*/ 411079 w 533400"/>
                <a:gd name="connsiteY21" fmla="*/ 621 h 485775"/>
                <a:gd name="connsiteX22" fmla="*/ 392029 w 533400"/>
                <a:gd name="connsiteY22" fmla="*/ 19671 h 485775"/>
                <a:gd name="connsiteX23" fmla="*/ 144379 w 533400"/>
                <a:gd name="connsiteY23" fmla="*/ 19671 h 485775"/>
                <a:gd name="connsiteX24" fmla="*/ 144379 w 533400"/>
                <a:gd name="connsiteY24" fmla="*/ 114921 h 485775"/>
                <a:gd name="connsiteX25" fmla="*/ 392029 w 533400"/>
                <a:gd name="connsiteY25" fmla="*/ 114921 h 485775"/>
                <a:gd name="connsiteX26" fmla="*/ 392029 w 533400"/>
                <a:gd name="connsiteY26" fmla="*/ 19671 h 485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533400" h="485775">
                  <a:moveTo>
                    <a:pt x="125329" y="229221"/>
                  </a:moveTo>
                  <a:lnTo>
                    <a:pt x="125329" y="276846"/>
                  </a:lnTo>
                  <a:lnTo>
                    <a:pt x="144379" y="276846"/>
                  </a:lnTo>
                  <a:lnTo>
                    <a:pt x="144379" y="229221"/>
                  </a:lnTo>
                  <a:lnTo>
                    <a:pt x="392029" y="229221"/>
                  </a:lnTo>
                  <a:lnTo>
                    <a:pt x="392029" y="276846"/>
                  </a:lnTo>
                  <a:lnTo>
                    <a:pt x="411079" y="276846"/>
                  </a:lnTo>
                  <a:lnTo>
                    <a:pt x="411079" y="229221"/>
                  </a:lnTo>
                  <a:lnTo>
                    <a:pt x="534904" y="229221"/>
                  </a:lnTo>
                  <a:lnTo>
                    <a:pt x="534904" y="486396"/>
                  </a:lnTo>
                  <a:lnTo>
                    <a:pt x="1504" y="486396"/>
                  </a:lnTo>
                  <a:lnTo>
                    <a:pt x="1504" y="229221"/>
                  </a:lnTo>
                  <a:lnTo>
                    <a:pt x="125329" y="229221"/>
                  </a:lnTo>
                  <a:close/>
                  <a:moveTo>
                    <a:pt x="411079" y="621"/>
                  </a:moveTo>
                  <a:lnTo>
                    <a:pt x="411079" y="114921"/>
                  </a:lnTo>
                  <a:lnTo>
                    <a:pt x="534904" y="114921"/>
                  </a:lnTo>
                  <a:lnTo>
                    <a:pt x="534904" y="210171"/>
                  </a:lnTo>
                  <a:lnTo>
                    <a:pt x="1504" y="210171"/>
                  </a:lnTo>
                  <a:lnTo>
                    <a:pt x="1504" y="114921"/>
                  </a:lnTo>
                  <a:lnTo>
                    <a:pt x="125329" y="114921"/>
                  </a:lnTo>
                  <a:lnTo>
                    <a:pt x="125329" y="621"/>
                  </a:lnTo>
                  <a:lnTo>
                    <a:pt x="411079" y="621"/>
                  </a:lnTo>
                  <a:close/>
                  <a:moveTo>
                    <a:pt x="392029" y="19671"/>
                  </a:moveTo>
                  <a:lnTo>
                    <a:pt x="144379" y="19671"/>
                  </a:lnTo>
                  <a:lnTo>
                    <a:pt x="144379" y="114921"/>
                  </a:lnTo>
                  <a:lnTo>
                    <a:pt x="392029" y="114921"/>
                  </a:lnTo>
                  <a:lnTo>
                    <a:pt x="392029" y="19671"/>
                  </a:lnTo>
                  <a:close/>
                </a:path>
              </a:pathLst>
            </a:custGeom>
            <a:solidFill>
              <a:srgbClr val="FFFFFF"/>
            </a:solidFill>
            <a:ln>
              <a:noFill/>
            </a:ln>
          </p:spPr>
          <p:txBody>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zh-CN" altLang="en-US">
                <a:cs typeface="黑体-简" panose="02000000000000000000" charset="-122"/>
              </a:endParaRPr>
            </a:p>
          </p:txBody>
        </p:sp>
      </p:grpSp>
      <p:grpSp>
        <p:nvGrpSpPr>
          <p:cNvPr id="31" name="组合 30"/>
          <p:cNvGrpSpPr/>
          <p:nvPr/>
        </p:nvGrpSpPr>
        <p:grpSpPr>
          <a:xfrm>
            <a:off x="5642272" y="3826350"/>
            <a:ext cx="419665" cy="419663"/>
            <a:chOff x="11099235" y="3453410"/>
            <a:chExt cx="419665" cy="419663"/>
          </a:xfrm>
        </p:grpSpPr>
        <p:sp>
          <p:nvSpPr>
            <p:cNvPr id="32" name="矩形 31"/>
            <p:cNvSpPr/>
            <p:nvPr/>
          </p:nvSpPr>
          <p:spPr>
            <a:xfrm>
              <a:off x="11099235" y="3453410"/>
              <a:ext cx="419665" cy="41966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zh-CN" altLang="en-US" sz="1600" dirty="0">
                <a:cs typeface="黑体-简" panose="02000000000000000000" charset="-122"/>
              </a:endParaRPr>
            </a:p>
          </p:txBody>
        </p:sp>
        <p:sp>
          <p:nvSpPr>
            <p:cNvPr id="33" name="任意多边形: 形状 30"/>
            <p:cNvSpPr/>
            <p:nvPr/>
          </p:nvSpPr>
          <p:spPr bwMode="auto">
            <a:xfrm>
              <a:off x="11201104" y="3574305"/>
              <a:ext cx="215926" cy="177367"/>
            </a:xfrm>
            <a:custGeom>
              <a:avLst/>
              <a:gdLst>
                <a:gd name="connsiteX0" fmla="*/ 96626 w 533400"/>
                <a:gd name="connsiteY0" fmla="*/ 133971 h 438150"/>
                <a:gd name="connsiteX1" fmla="*/ 125201 w 533400"/>
                <a:gd name="connsiteY1" fmla="*/ 286371 h 438150"/>
                <a:gd name="connsiteX2" fmla="*/ 410951 w 533400"/>
                <a:gd name="connsiteY2" fmla="*/ 286371 h 438150"/>
                <a:gd name="connsiteX3" fmla="*/ 439526 w 533400"/>
                <a:gd name="connsiteY3" fmla="*/ 133971 h 438150"/>
                <a:gd name="connsiteX4" fmla="*/ 534776 w 533400"/>
                <a:gd name="connsiteY4" fmla="*/ 133971 h 438150"/>
                <a:gd name="connsiteX5" fmla="*/ 515726 w 533400"/>
                <a:gd name="connsiteY5" fmla="*/ 381621 h 438150"/>
                <a:gd name="connsiteX6" fmla="*/ 458576 w 533400"/>
                <a:gd name="connsiteY6" fmla="*/ 381621 h 438150"/>
                <a:gd name="connsiteX7" fmla="*/ 458576 w 533400"/>
                <a:gd name="connsiteY7" fmla="*/ 438771 h 438150"/>
                <a:gd name="connsiteX8" fmla="*/ 439526 w 533400"/>
                <a:gd name="connsiteY8" fmla="*/ 438771 h 438150"/>
                <a:gd name="connsiteX9" fmla="*/ 439526 w 533400"/>
                <a:gd name="connsiteY9" fmla="*/ 381621 h 438150"/>
                <a:gd name="connsiteX10" fmla="*/ 96626 w 533400"/>
                <a:gd name="connsiteY10" fmla="*/ 381621 h 438150"/>
                <a:gd name="connsiteX11" fmla="*/ 96626 w 533400"/>
                <a:gd name="connsiteY11" fmla="*/ 438771 h 438150"/>
                <a:gd name="connsiteX12" fmla="*/ 77576 w 533400"/>
                <a:gd name="connsiteY12" fmla="*/ 438771 h 438150"/>
                <a:gd name="connsiteX13" fmla="*/ 77576 w 533400"/>
                <a:gd name="connsiteY13" fmla="*/ 381621 h 438150"/>
                <a:gd name="connsiteX14" fmla="*/ 20426 w 533400"/>
                <a:gd name="connsiteY14" fmla="*/ 381621 h 438150"/>
                <a:gd name="connsiteX15" fmla="*/ 1376 w 533400"/>
                <a:gd name="connsiteY15" fmla="*/ 133971 h 438150"/>
                <a:gd name="connsiteX16" fmla="*/ 96626 w 533400"/>
                <a:gd name="connsiteY16" fmla="*/ 133971 h 438150"/>
                <a:gd name="connsiteX17" fmla="*/ 487151 w 533400"/>
                <a:gd name="connsiteY17" fmla="*/ 621 h 438150"/>
                <a:gd name="connsiteX18" fmla="*/ 487151 w 533400"/>
                <a:gd name="connsiteY18" fmla="*/ 114921 h 438150"/>
                <a:gd name="connsiteX19" fmla="*/ 425239 w 533400"/>
                <a:gd name="connsiteY19" fmla="*/ 114921 h 438150"/>
                <a:gd name="connsiteX20" fmla="*/ 396664 w 533400"/>
                <a:gd name="connsiteY20" fmla="*/ 267321 h 438150"/>
                <a:gd name="connsiteX21" fmla="*/ 139489 w 533400"/>
                <a:gd name="connsiteY21" fmla="*/ 267321 h 438150"/>
                <a:gd name="connsiteX22" fmla="*/ 110914 w 533400"/>
                <a:gd name="connsiteY22" fmla="*/ 114921 h 438150"/>
                <a:gd name="connsiteX23" fmla="*/ 58526 w 533400"/>
                <a:gd name="connsiteY23" fmla="*/ 114921 h 438150"/>
                <a:gd name="connsiteX24" fmla="*/ 58526 w 533400"/>
                <a:gd name="connsiteY24" fmla="*/ 621 h 438150"/>
                <a:gd name="connsiteX25" fmla="*/ 487151 w 533400"/>
                <a:gd name="connsiteY25" fmla="*/ 621 h 438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33400" h="438150">
                  <a:moveTo>
                    <a:pt x="96626" y="133971"/>
                  </a:moveTo>
                  <a:lnTo>
                    <a:pt x="125201" y="286371"/>
                  </a:lnTo>
                  <a:lnTo>
                    <a:pt x="410951" y="286371"/>
                  </a:lnTo>
                  <a:lnTo>
                    <a:pt x="439526" y="133971"/>
                  </a:lnTo>
                  <a:lnTo>
                    <a:pt x="534776" y="133971"/>
                  </a:lnTo>
                  <a:lnTo>
                    <a:pt x="515726" y="381621"/>
                  </a:lnTo>
                  <a:lnTo>
                    <a:pt x="458576" y="381621"/>
                  </a:lnTo>
                  <a:lnTo>
                    <a:pt x="458576" y="438771"/>
                  </a:lnTo>
                  <a:lnTo>
                    <a:pt x="439526" y="438771"/>
                  </a:lnTo>
                  <a:lnTo>
                    <a:pt x="439526" y="381621"/>
                  </a:lnTo>
                  <a:lnTo>
                    <a:pt x="96626" y="381621"/>
                  </a:lnTo>
                  <a:lnTo>
                    <a:pt x="96626" y="438771"/>
                  </a:lnTo>
                  <a:lnTo>
                    <a:pt x="77576" y="438771"/>
                  </a:lnTo>
                  <a:lnTo>
                    <a:pt x="77576" y="381621"/>
                  </a:lnTo>
                  <a:lnTo>
                    <a:pt x="20426" y="381621"/>
                  </a:lnTo>
                  <a:lnTo>
                    <a:pt x="1376" y="133971"/>
                  </a:lnTo>
                  <a:lnTo>
                    <a:pt x="96626" y="133971"/>
                  </a:lnTo>
                  <a:close/>
                  <a:moveTo>
                    <a:pt x="487151" y="621"/>
                  </a:moveTo>
                  <a:lnTo>
                    <a:pt x="487151" y="114921"/>
                  </a:lnTo>
                  <a:lnTo>
                    <a:pt x="425239" y="114921"/>
                  </a:lnTo>
                  <a:lnTo>
                    <a:pt x="396664" y="267321"/>
                  </a:lnTo>
                  <a:lnTo>
                    <a:pt x="139489" y="267321"/>
                  </a:lnTo>
                  <a:lnTo>
                    <a:pt x="110914" y="114921"/>
                  </a:lnTo>
                  <a:lnTo>
                    <a:pt x="58526" y="114921"/>
                  </a:lnTo>
                  <a:lnTo>
                    <a:pt x="58526" y="621"/>
                  </a:lnTo>
                  <a:lnTo>
                    <a:pt x="487151" y="621"/>
                  </a:lnTo>
                  <a:close/>
                </a:path>
              </a:pathLst>
            </a:custGeom>
            <a:solidFill>
              <a:srgbClr val="FFFFFF"/>
            </a:solidFill>
            <a:ln>
              <a:noFill/>
            </a:ln>
          </p:spPr>
          <p:txBody>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zh-CN" altLang="en-US" dirty="0">
                <a:cs typeface="黑体-简" panose="02000000000000000000" charset="-122"/>
              </a:endParaRPr>
            </a:p>
          </p:txBody>
        </p:sp>
      </p:grpSp>
      <p:grpSp>
        <p:nvGrpSpPr>
          <p:cNvPr id="34" name="组合 33"/>
          <p:cNvGrpSpPr/>
          <p:nvPr/>
        </p:nvGrpSpPr>
        <p:grpSpPr>
          <a:xfrm>
            <a:off x="3676925" y="2260164"/>
            <a:ext cx="923925" cy="603160"/>
            <a:chOff x="5476875" y="2117725"/>
            <a:chExt cx="4357688" cy="2844800"/>
          </a:xfrm>
          <a:solidFill>
            <a:schemeClr val="accent1"/>
          </a:solidFill>
        </p:grpSpPr>
        <p:sp>
          <p:nvSpPr>
            <p:cNvPr id="35" name="任意多边形: 形状 32"/>
            <p:cNvSpPr/>
            <p:nvPr/>
          </p:nvSpPr>
          <p:spPr bwMode="auto">
            <a:xfrm>
              <a:off x="7902575" y="2117725"/>
              <a:ext cx="1931988" cy="2844800"/>
            </a:xfrm>
            <a:custGeom>
              <a:avLst/>
              <a:gdLst>
                <a:gd name="T0" fmla="*/ 12 w 1217"/>
                <a:gd name="T1" fmla="*/ 0 h 1792"/>
                <a:gd name="T2" fmla="*/ 12 w 1217"/>
                <a:gd name="T3" fmla="*/ 1207 h 1792"/>
                <a:gd name="T4" fmla="*/ 585 w 1217"/>
                <a:gd name="T5" fmla="*/ 1207 h 1792"/>
                <a:gd name="T6" fmla="*/ 0 w 1217"/>
                <a:gd name="T7" fmla="*/ 1792 h 1792"/>
                <a:gd name="T8" fmla="*/ 630 w 1217"/>
                <a:gd name="T9" fmla="*/ 1792 h 1792"/>
                <a:gd name="T10" fmla="*/ 1217 w 1217"/>
                <a:gd name="T11" fmla="*/ 1207 h 1792"/>
                <a:gd name="T12" fmla="*/ 1217 w 1217"/>
                <a:gd name="T13" fmla="*/ 0 h 1792"/>
                <a:gd name="T14" fmla="*/ 12 w 1217"/>
                <a:gd name="T15" fmla="*/ 0 h 179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17" h="1792">
                  <a:moveTo>
                    <a:pt x="12" y="0"/>
                  </a:moveTo>
                  <a:lnTo>
                    <a:pt x="12" y="1207"/>
                  </a:lnTo>
                  <a:lnTo>
                    <a:pt x="585" y="1207"/>
                  </a:lnTo>
                  <a:lnTo>
                    <a:pt x="0" y="1792"/>
                  </a:lnTo>
                  <a:lnTo>
                    <a:pt x="630" y="1792"/>
                  </a:lnTo>
                  <a:lnTo>
                    <a:pt x="1217" y="1207"/>
                  </a:lnTo>
                  <a:lnTo>
                    <a:pt x="1217" y="0"/>
                  </a:lnTo>
                  <a:lnTo>
                    <a:pt x="12" y="0"/>
                  </a:lnTo>
                  <a:close/>
                </a:path>
              </a:pathLst>
            </a:custGeom>
            <a:grp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solidFill>
                  <a:schemeClr val="tx1">
                    <a:lumMod val="95000"/>
                    <a:lumOff val="5000"/>
                  </a:schemeClr>
                </a:solidFill>
                <a:cs typeface="黑体-简" panose="02000000000000000000" charset="-122"/>
              </a:endParaRPr>
            </a:p>
          </p:txBody>
        </p:sp>
        <p:sp>
          <p:nvSpPr>
            <p:cNvPr id="36" name="任意多边形: 形状 33"/>
            <p:cNvSpPr/>
            <p:nvPr/>
          </p:nvSpPr>
          <p:spPr bwMode="auto">
            <a:xfrm>
              <a:off x="5476875" y="2117725"/>
              <a:ext cx="1931988" cy="2844800"/>
            </a:xfrm>
            <a:custGeom>
              <a:avLst/>
              <a:gdLst>
                <a:gd name="T0" fmla="*/ 10 w 1217"/>
                <a:gd name="T1" fmla="*/ 0 h 1792"/>
                <a:gd name="T2" fmla="*/ 10 w 1217"/>
                <a:gd name="T3" fmla="*/ 1207 h 1792"/>
                <a:gd name="T4" fmla="*/ 585 w 1217"/>
                <a:gd name="T5" fmla="*/ 1207 h 1792"/>
                <a:gd name="T6" fmla="*/ 0 w 1217"/>
                <a:gd name="T7" fmla="*/ 1792 h 1792"/>
                <a:gd name="T8" fmla="*/ 630 w 1217"/>
                <a:gd name="T9" fmla="*/ 1792 h 1792"/>
                <a:gd name="T10" fmla="*/ 1217 w 1217"/>
                <a:gd name="T11" fmla="*/ 1207 h 1792"/>
                <a:gd name="T12" fmla="*/ 1217 w 1217"/>
                <a:gd name="T13" fmla="*/ 0 h 1792"/>
                <a:gd name="T14" fmla="*/ 10 w 1217"/>
                <a:gd name="T15" fmla="*/ 0 h 179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17" h="1792">
                  <a:moveTo>
                    <a:pt x="10" y="0"/>
                  </a:moveTo>
                  <a:lnTo>
                    <a:pt x="10" y="1207"/>
                  </a:lnTo>
                  <a:lnTo>
                    <a:pt x="585" y="1207"/>
                  </a:lnTo>
                  <a:lnTo>
                    <a:pt x="0" y="1792"/>
                  </a:lnTo>
                  <a:lnTo>
                    <a:pt x="630" y="1792"/>
                  </a:lnTo>
                  <a:lnTo>
                    <a:pt x="1217" y="1207"/>
                  </a:lnTo>
                  <a:lnTo>
                    <a:pt x="1217" y="0"/>
                  </a:lnTo>
                  <a:lnTo>
                    <a:pt x="10" y="0"/>
                  </a:lnTo>
                  <a:close/>
                </a:path>
              </a:pathLst>
            </a:custGeom>
            <a:grp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solidFill>
                  <a:schemeClr val="tx1">
                    <a:lumMod val="95000"/>
                    <a:lumOff val="5000"/>
                  </a:schemeClr>
                </a:solidFill>
                <a:cs typeface="黑体-简" panose="02000000000000000000" charset="-122"/>
              </a:endParaRPr>
            </a:p>
          </p:txBody>
        </p:sp>
      </p:grpSp>
    </p:spTree>
    <p:custDataLst>
      <p:tags r:id="rId1"/>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b="0">
                <a:latin typeface="+mj-ea"/>
                <a:ea typeface="+mj-ea"/>
                <a:cs typeface="+mj-ea"/>
              </a:rPr>
              <a:t>行业适配技术方案</a:t>
            </a:r>
            <a:r>
              <a:rPr lang="en-US" altLang="zh-CN" b="0">
                <a:latin typeface="+mj-ea"/>
                <a:ea typeface="+mj-ea"/>
                <a:cs typeface="+mj-ea"/>
              </a:rPr>
              <a:t>-Part.1</a:t>
            </a:r>
            <a:endParaRPr lang="en-US" altLang="zh-CN" b="0">
              <a:latin typeface="+mj-ea"/>
              <a:ea typeface="+mj-ea"/>
              <a:cs typeface="+mj-ea"/>
            </a:endParaRPr>
          </a:p>
        </p:txBody>
      </p:sp>
      <p:sp>
        <p:nvSpPr>
          <p:cNvPr id="3" name="文本框 2"/>
          <p:cNvSpPr txBox="1"/>
          <p:nvPr/>
        </p:nvSpPr>
        <p:spPr>
          <a:xfrm>
            <a:off x="7153910" y="740410"/>
            <a:ext cx="4596765" cy="1743075"/>
          </a:xfrm>
          <a:prstGeom prst="rect">
            <a:avLst/>
          </a:prstGeom>
          <a:noFill/>
        </p:spPr>
        <p:txBody>
          <a:bodyPr wrap="square" rtlCol="0">
            <a:noAutofit/>
          </a:bodyPr>
          <a:p>
            <a:r>
              <a:rPr lang="en-US" altLang="zh-CN">
                <a:cs typeface="黑体-简" panose="02000000000000000000" charset="-122"/>
              </a:rPr>
              <a:t>        </a:t>
            </a:r>
            <a:endParaRPr lang="zh-CN" altLang="en-US">
              <a:cs typeface="黑体-简" panose="02000000000000000000" charset="-122"/>
            </a:endParaRPr>
          </a:p>
          <a:p>
            <a:r>
              <a:rPr lang="en-US" altLang="zh-CN" sz="1200">
                <a:ea typeface="+mj-ea"/>
                <a:cs typeface="+mn-lt"/>
              </a:rPr>
              <a:t>Tips</a:t>
            </a:r>
            <a:r>
              <a:rPr lang="en-US" altLang="zh-CN" sz="1600">
                <a:latin typeface="+mj-ea"/>
                <a:ea typeface="+mj-ea"/>
                <a:cs typeface="黑体-简" panose="02000000000000000000" charset="-122"/>
              </a:rPr>
              <a:t>: </a:t>
            </a:r>
            <a:r>
              <a:rPr lang="zh-CN" altLang="en-US" sz="1200" i="1">
                <a:latin typeface="+mn-ea"/>
                <a:cs typeface="黑体-简" panose="02000000000000000000" charset="-122"/>
              </a:rPr>
              <a:t>构建</a:t>
            </a:r>
            <a:r>
              <a:rPr lang="zh-CN" altLang="en-US" sz="1200" i="1">
                <a:solidFill>
                  <a:srgbClr val="FF0000"/>
                </a:solidFill>
                <a:latin typeface="+mn-ea"/>
                <a:cs typeface="黑体-简" panose="02000000000000000000" charset="-122"/>
              </a:rPr>
              <a:t>高价值</a:t>
            </a:r>
            <a:r>
              <a:rPr lang="zh-CN" altLang="en-US" sz="1200" i="1">
                <a:latin typeface="+mn-ea"/>
                <a:cs typeface="黑体-简" panose="02000000000000000000" charset="-122"/>
              </a:rPr>
              <a:t>微调数据集，指令约束强、答案针对性强、不是通用套话的样本，</a:t>
            </a:r>
            <a:r>
              <a:rPr lang="zh-CN" altLang="en-US" sz="1200" i="1">
                <a:solidFill>
                  <a:srgbClr val="FF0000"/>
                </a:solidFill>
                <a:latin typeface="+mn-ea"/>
                <a:cs typeface="黑体-简" panose="02000000000000000000" charset="-122"/>
              </a:rPr>
              <a:t>模型必须真正理解指令才能生成，</a:t>
            </a:r>
            <a:r>
              <a:rPr lang="zh-CN" altLang="en-US" sz="1200" i="1">
                <a:solidFill>
                  <a:srgbClr val="FF0000"/>
                </a:solidFill>
                <a:latin typeface="+mn-ea"/>
                <a:cs typeface="黑体-简" panose="02000000000000000000" charset="-122"/>
                <a:sym typeface="+mn-ea"/>
              </a:rPr>
              <a:t>而不是模型本来就会的</a:t>
            </a:r>
            <a:r>
              <a:rPr lang="zh-CN" altLang="en-US" sz="1200" i="1">
                <a:solidFill>
                  <a:srgbClr val="FF0000"/>
                </a:solidFill>
                <a:latin typeface="+mj-ea"/>
                <a:ea typeface="+mj-ea"/>
                <a:cs typeface="黑体-简" panose="02000000000000000000" charset="-122"/>
                <a:sym typeface="+mn-ea"/>
              </a:rPr>
              <a:t>。</a:t>
            </a:r>
            <a:endParaRPr lang="zh-CN" altLang="en-US" sz="1200" i="1">
              <a:latin typeface="+mj-ea"/>
              <a:ea typeface="+mj-ea"/>
              <a:cs typeface="黑体-简" panose="02000000000000000000" charset="-122"/>
            </a:endParaRPr>
          </a:p>
          <a:p>
            <a:endParaRPr lang="en-US" altLang="zh-CN">
              <a:cs typeface="黑体-简" panose="02000000000000000000" charset="-122"/>
            </a:endParaRPr>
          </a:p>
          <a:p>
            <a:endParaRPr lang="zh-CN" altLang="en-US">
              <a:cs typeface="黑体-简" panose="02000000000000000000" charset="-122"/>
            </a:endParaRPr>
          </a:p>
        </p:txBody>
      </p:sp>
      <p:sp>
        <p:nvSpPr>
          <p:cNvPr id="4" name="文本框 3"/>
          <p:cNvSpPr txBox="1"/>
          <p:nvPr/>
        </p:nvSpPr>
        <p:spPr>
          <a:xfrm>
            <a:off x="4768215" y="2755265"/>
            <a:ext cx="2814955" cy="368300"/>
          </a:xfrm>
          <a:prstGeom prst="rect">
            <a:avLst/>
          </a:prstGeom>
          <a:noFill/>
        </p:spPr>
        <p:txBody>
          <a:bodyPr wrap="square" rtlCol="0">
            <a:spAutoFit/>
          </a:bodyPr>
          <a:p>
            <a:r>
              <a:rPr lang="zh-CN" altLang="en-US">
                <a:cs typeface="黑体-简" panose="02000000000000000000" charset="-122"/>
              </a:rPr>
              <a:t>，</a:t>
            </a:r>
            <a:endParaRPr lang="zh-CN" altLang="en-US">
              <a:cs typeface="黑体-简" panose="02000000000000000000" charset="-122"/>
            </a:endParaRPr>
          </a:p>
        </p:txBody>
      </p:sp>
      <p:pic>
        <p:nvPicPr>
          <p:cNvPr id="5" name="图片 4"/>
          <p:cNvPicPr>
            <a:picLocks noChangeAspect="1"/>
          </p:cNvPicPr>
          <p:nvPr/>
        </p:nvPicPr>
        <p:blipFill>
          <a:blip r:embed="rId1"/>
          <a:stretch>
            <a:fillRect/>
          </a:stretch>
        </p:blipFill>
        <p:spPr>
          <a:xfrm>
            <a:off x="525145" y="975995"/>
            <a:ext cx="6628765" cy="4906645"/>
          </a:xfrm>
          <a:prstGeom prst="rect">
            <a:avLst/>
          </a:prstGeom>
        </p:spPr>
      </p:pic>
      <p:sp>
        <p:nvSpPr>
          <p:cNvPr id="6" name="文本框 5"/>
          <p:cNvSpPr txBox="1"/>
          <p:nvPr/>
        </p:nvSpPr>
        <p:spPr>
          <a:xfrm>
            <a:off x="2497455" y="5882640"/>
            <a:ext cx="6096000" cy="368300"/>
          </a:xfrm>
          <a:prstGeom prst="rect">
            <a:avLst/>
          </a:prstGeom>
          <a:noFill/>
        </p:spPr>
        <p:txBody>
          <a:bodyPr wrap="square" rtlCol="0" anchor="t">
            <a:spAutoFit/>
          </a:bodyPr>
          <a:p>
            <a:r>
              <a:rPr lang="zh-CN" altLang="en-US">
                <a:cs typeface="黑体-简" panose="02000000000000000000" charset="-122"/>
                <a:sym typeface="+mn-ea"/>
              </a:rPr>
              <a:t>三步自引导</a:t>
            </a:r>
            <a:r>
              <a:rPr lang="zh-CN" altLang="en-US">
                <a:cs typeface="黑体-简" panose="02000000000000000000" charset="-122"/>
                <a:sym typeface="+mn-ea"/>
              </a:rPr>
              <a:t>筛选</a:t>
            </a:r>
            <a:endParaRPr lang="zh-CN" altLang="en-US">
              <a:cs typeface="黑体-简" panose="02000000000000000000" charset="-122"/>
              <a:sym typeface="+mn-ea"/>
            </a:endParaRPr>
          </a:p>
        </p:txBody>
      </p:sp>
      <p:sp>
        <p:nvSpPr>
          <p:cNvPr id="7" name="文本框 6"/>
          <p:cNvSpPr txBox="1"/>
          <p:nvPr/>
        </p:nvSpPr>
        <p:spPr>
          <a:xfrm>
            <a:off x="7112000" y="1948815"/>
            <a:ext cx="4886325" cy="4092575"/>
          </a:xfrm>
          <a:prstGeom prst="rect">
            <a:avLst/>
          </a:prstGeom>
        </p:spPr>
        <p:txBody>
          <a:bodyPr wrap="square">
            <a:spAutoFit/>
          </a:bodyPr>
          <a:p>
            <a:pPr marL="0" indent="0">
              <a:lnSpc>
                <a:spcPts val="2400"/>
              </a:lnSpc>
              <a:spcBef>
                <a:spcPct val="0"/>
              </a:spcBef>
              <a:spcAft>
                <a:spcPct val="0"/>
              </a:spcAft>
            </a:pPr>
            <a:r>
              <a:rPr lang="en-US" altLang="zh-CN" sz="1400" b="1"/>
              <a:t>Step.1 </a:t>
            </a:r>
            <a:r>
              <a:rPr lang="zh-CN" altLang="en-US" sz="1400" b="1"/>
              <a:t>简短经验学习</a:t>
            </a:r>
            <a:endParaRPr lang="zh-CN" altLang="en-US" sz="1400" b="1"/>
          </a:p>
          <a:p>
            <a:pPr marL="285750" indent="-285750" algn="l">
              <a:lnSpc>
                <a:spcPts val="2400"/>
              </a:lnSpc>
              <a:spcBef>
                <a:spcPct val="0"/>
              </a:spcBef>
              <a:spcAft>
                <a:spcPct val="0"/>
              </a:spcAft>
              <a:buFont typeface="Arial" panose="020B0604020202090204" pitchFamily="34" charset="0"/>
              <a:buChar char="•"/>
            </a:pPr>
            <a:r>
              <a:rPr lang="zh-CN" altLang="en-US" sz="1400"/>
              <a:t>从全量数据中聚类采样少量样本</a:t>
            </a:r>
            <a:endParaRPr lang="zh-CN" altLang="en-US" sz="1400"/>
          </a:p>
          <a:p>
            <a:pPr marL="285750" indent="-285750" algn="l">
              <a:lnSpc>
                <a:spcPts val="2400"/>
              </a:lnSpc>
              <a:spcBef>
                <a:spcPct val="0"/>
              </a:spcBef>
              <a:spcAft>
                <a:spcPct val="0"/>
              </a:spcAft>
              <a:buFont typeface="Arial" panose="020B0604020202090204" pitchFamily="34" charset="0"/>
              <a:buChar char="•"/>
            </a:pPr>
            <a:r>
              <a:rPr lang="zh-CN" altLang="en-US" sz="1400"/>
              <a:t>仅训练 </a:t>
            </a:r>
            <a:r>
              <a:rPr lang="en-US" altLang="zh-CN" sz="1400"/>
              <a:t>1 </a:t>
            </a:r>
            <a:r>
              <a:rPr lang="zh-CN" altLang="en-US" sz="1400"/>
              <a:t>轮，让基座模型获得基础指令遵循能力</a:t>
            </a:r>
            <a:endParaRPr lang="zh-CN" altLang="en-US" sz="1400"/>
          </a:p>
          <a:p>
            <a:pPr marL="0" indent="0" algn="l">
              <a:lnSpc>
                <a:spcPts val="2400"/>
              </a:lnSpc>
              <a:spcBef>
                <a:spcPct val="0"/>
              </a:spcBef>
              <a:spcAft>
                <a:spcPct val="0"/>
              </a:spcAft>
              <a:buFont typeface="Arial" panose="020B0604020202090204"/>
              <a:buChar char="•"/>
            </a:pPr>
            <a:endParaRPr lang="zh-CN" altLang="en-US" sz="1400"/>
          </a:p>
          <a:p>
            <a:pPr marL="0" indent="0">
              <a:lnSpc>
                <a:spcPts val="2400"/>
              </a:lnSpc>
              <a:spcBef>
                <a:spcPct val="0"/>
              </a:spcBef>
              <a:spcAft>
                <a:spcPct val="0"/>
              </a:spcAft>
            </a:pPr>
            <a:r>
              <a:rPr lang="en-US" altLang="zh-CN" sz="1400" b="1"/>
              <a:t>Step.2 </a:t>
            </a:r>
            <a:r>
              <a:rPr lang="zh-CN" altLang="en-US" sz="1400" b="1"/>
              <a:t>基于经验评估</a:t>
            </a:r>
            <a:endParaRPr lang="zh-CN" altLang="en-US" sz="1400" b="1"/>
          </a:p>
          <a:p>
            <a:pPr marL="285750" indent="-285750" algn="l">
              <a:lnSpc>
                <a:spcPts val="2400"/>
              </a:lnSpc>
              <a:spcBef>
                <a:spcPct val="0"/>
              </a:spcBef>
              <a:spcAft>
                <a:spcPct val="0"/>
              </a:spcAft>
              <a:buFont typeface="Arial" panose="020B0604020202090204" pitchFamily="34" charset="0"/>
              <a:buChar char="•"/>
            </a:pPr>
            <a:r>
              <a:rPr lang="zh-CN" altLang="en-US" sz="1400"/>
              <a:t>用上述预经验模型，计算全量数据每条样本的 </a:t>
            </a:r>
            <a:r>
              <a:rPr lang="en-US" altLang="zh-CN" sz="1400"/>
              <a:t>IFD </a:t>
            </a:r>
            <a:r>
              <a:rPr lang="zh-CN" altLang="en-US" sz="1400"/>
              <a:t>分数</a:t>
            </a:r>
            <a:endParaRPr lang="zh-CN" altLang="en-US" sz="1400"/>
          </a:p>
          <a:p>
            <a:pPr marL="285750" indent="-285750" algn="l">
              <a:lnSpc>
                <a:spcPts val="2400"/>
              </a:lnSpc>
              <a:spcBef>
                <a:spcPct val="0"/>
              </a:spcBef>
              <a:spcAft>
                <a:spcPct val="0"/>
              </a:spcAft>
              <a:buFont typeface="Arial" panose="020B0604020202090204" pitchFamily="34" charset="0"/>
              <a:buChar char="•"/>
            </a:pPr>
            <a:r>
              <a:rPr lang="zh-CN" altLang="en-US" sz="1400"/>
              <a:t>按 </a:t>
            </a:r>
            <a:r>
              <a:rPr lang="en-US" altLang="zh-CN" sz="1400"/>
              <a:t>IFD </a:t>
            </a:r>
            <a:r>
              <a:rPr lang="zh-CN" altLang="en-US" sz="1400"/>
              <a:t>从高到低排序，选出</a:t>
            </a:r>
            <a:r>
              <a:rPr lang="en-US" altLang="zh-CN" sz="1400"/>
              <a:t>Top 5%/10% </a:t>
            </a:r>
            <a:r>
              <a:rPr lang="zh-CN" altLang="en-US" sz="1400"/>
              <a:t>作为樱桃数据</a:t>
            </a:r>
            <a:endParaRPr lang="zh-CN" altLang="en-US" sz="1400"/>
          </a:p>
          <a:p>
            <a:pPr marL="0" indent="0" algn="l">
              <a:lnSpc>
                <a:spcPts val="2400"/>
              </a:lnSpc>
              <a:spcBef>
                <a:spcPct val="0"/>
              </a:spcBef>
              <a:spcAft>
                <a:spcPct val="0"/>
              </a:spcAft>
              <a:buFont typeface="Arial" panose="020B0604020202090204"/>
              <a:buChar char="•"/>
            </a:pPr>
            <a:endParaRPr lang="zh-CN" altLang="en-US" sz="1400"/>
          </a:p>
          <a:p>
            <a:pPr marL="0" indent="0">
              <a:lnSpc>
                <a:spcPts val="2400"/>
              </a:lnSpc>
              <a:spcBef>
                <a:spcPct val="0"/>
              </a:spcBef>
              <a:spcAft>
                <a:spcPct val="0"/>
              </a:spcAft>
            </a:pPr>
            <a:endParaRPr lang="zh-CN" altLang="en-US" sz="1400" b="1"/>
          </a:p>
          <a:p>
            <a:pPr marL="0" indent="0">
              <a:lnSpc>
                <a:spcPts val="2400"/>
              </a:lnSpc>
              <a:spcBef>
                <a:spcPct val="0"/>
              </a:spcBef>
              <a:spcAft>
                <a:spcPct val="0"/>
              </a:spcAft>
            </a:pPr>
            <a:endParaRPr lang="zh-CN" altLang="en-US" sz="1400" b="1"/>
          </a:p>
          <a:p>
            <a:pPr marL="0" indent="0">
              <a:lnSpc>
                <a:spcPts val="2400"/>
              </a:lnSpc>
              <a:spcBef>
                <a:spcPct val="0"/>
              </a:spcBef>
              <a:spcAft>
                <a:spcPct val="0"/>
              </a:spcAft>
            </a:pPr>
            <a:endParaRPr lang="zh-CN" altLang="en-US" sz="1400" b="1"/>
          </a:p>
          <a:p>
            <a:pPr marL="0" indent="0">
              <a:lnSpc>
                <a:spcPts val="2400"/>
              </a:lnSpc>
              <a:spcBef>
                <a:spcPct val="0"/>
              </a:spcBef>
              <a:spcAft>
                <a:spcPct val="0"/>
              </a:spcAft>
            </a:pPr>
            <a:r>
              <a:rPr lang="en-US" altLang="zh-CN" sz="1400" b="1"/>
              <a:t>Step.3 </a:t>
            </a:r>
            <a:r>
              <a:rPr lang="zh-CN" altLang="en-US" sz="1400" b="1"/>
              <a:t>自引导经验重训练</a:t>
            </a:r>
            <a:endParaRPr lang="zh-CN" altLang="en-US" sz="1400" b="1"/>
          </a:p>
          <a:p>
            <a:pPr marL="285750" indent="-285750">
              <a:lnSpc>
                <a:spcPts val="2400"/>
              </a:lnSpc>
              <a:spcBef>
                <a:spcPct val="0"/>
              </a:spcBef>
              <a:spcAft>
                <a:spcPct val="0"/>
              </a:spcAft>
              <a:buFont typeface="Arial" panose="020B0604020202090204" pitchFamily="34" charset="0"/>
              <a:buChar char="•"/>
            </a:pPr>
            <a:r>
              <a:rPr lang="zh-CN" altLang="en-US" sz="1400"/>
              <a:t>只用筛选出的少量樱桃数据微调</a:t>
            </a:r>
            <a:endParaRPr lang="zh-CN" altLang="en-US" sz="1400"/>
          </a:p>
        </p:txBody>
      </p:sp>
      <p:pic>
        <p:nvPicPr>
          <p:cNvPr id="8" name="图片 7"/>
          <p:cNvPicPr>
            <a:picLocks noChangeAspect="1"/>
          </p:cNvPicPr>
          <p:nvPr/>
        </p:nvPicPr>
        <p:blipFill>
          <a:blip r:embed="rId2"/>
          <a:stretch>
            <a:fillRect/>
          </a:stretch>
        </p:blipFill>
        <p:spPr>
          <a:xfrm>
            <a:off x="8593455" y="4239260"/>
            <a:ext cx="1901825" cy="1012825"/>
          </a:xfrm>
          <a:prstGeom prst="rect">
            <a:avLst/>
          </a:prstGeom>
        </p:spPr>
      </p:pic>
    </p:spTree>
    <p:custDataLst>
      <p:tags r:id="rId3"/>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b="0">
                <a:latin typeface="+mj-ea"/>
                <a:ea typeface="+mj-ea"/>
                <a:cs typeface="+mj-ea"/>
                <a:sym typeface="+mn-ea"/>
              </a:rPr>
              <a:t>行业适配技术方案</a:t>
            </a:r>
            <a:r>
              <a:rPr lang="en-US" altLang="zh-CN" b="0">
                <a:latin typeface="+mj-ea"/>
                <a:ea typeface="+mj-ea"/>
                <a:cs typeface="+mj-ea"/>
                <a:sym typeface="+mn-ea"/>
              </a:rPr>
              <a:t>-Part.2</a:t>
            </a:r>
            <a:endParaRPr b="0" smtClean="0">
              <a:solidFill>
                <a:schemeClr val="tx1">
                  <a:lumMod val="75000"/>
                  <a:lumOff val="25000"/>
                </a:schemeClr>
              </a:solidFill>
              <a:latin typeface="+mj-ea"/>
              <a:ea typeface="+mj-ea"/>
              <a:cs typeface="+mj-ea"/>
              <a:sym typeface="黑体-简" panose="02000000000000000000" charset="-122"/>
            </a:endParaRPr>
          </a:p>
        </p:txBody>
      </p:sp>
      <p:cxnSp>
        <p:nvCxnSpPr>
          <p:cNvPr id="139" name="Google Shape;406;p22"/>
          <p:cNvCxnSpPr/>
          <p:nvPr/>
        </p:nvCxnSpPr>
        <p:spPr>
          <a:xfrm>
            <a:off x="9843222" y="1062060"/>
            <a:ext cx="0" cy="0"/>
          </a:xfrm>
          <a:prstGeom prst="straightConnector1">
            <a:avLst/>
          </a:prstGeom>
          <a:noFill/>
          <a:ln w="9525" cap="flat" cmpd="sng">
            <a:solidFill>
              <a:schemeClr val="dk2"/>
            </a:solidFill>
            <a:prstDash val="solid"/>
            <a:round/>
            <a:headEnd type="none" w="med" len="med"/>
            <a:tailEnd type="none" w="med" len="med"/>
          </a:ln>
        </p:spPr>
      </p:cxnSp>
      <p:pic>
        <p:nvPicPr>
          <p:cNvPr id="20" name="图片 20"/>
          <p:cNvPicPr>
            <a:picLocks noChangeAspect="1"/>
          </p:cNvPicPr>
          <p:nvPr/>
        </p:nvPicPr>
        <p:blipFill>
          <a:blip r:embed="rId1">
            <a:extLst>
              <a:ext uri="{28A0092B-C50C-407E-A947-70E740481C1C}">
                <a14:useLocalDpi xmlns:a14="http://schemas.microsoft.com/office/drawing/2010/main" val="0"/>
              </a:ext>
            </a:extLst>
          </a:blip>
          <a:srcRect t="7256" b="2237"/>
          <a:stretch>
            <a:fillRect/>
          </a:stretch>
        </p:blipFill>
        <p:spPr>
          <a:xfrm>
            <a:off x="928370" y="1676400"/>
            <a:ext cx="4315460" cy="1634490"/>
          </a:xfrm>
          <a:prstGeom prst="rect">
            <a:avLst/>
          </a:prstGeom>
          <a:ln>
            <a:noFill/>
          </a:ln>
        </p:spPr>
      </p:pic>
      <p:pic>
        <p:nvPicPr>
          <p:cNvPr id="22" name="图片 22"/>
          <p:cNvPicPr>
            <a:picLocks noChangeAspect="1"/>
          </p:cNvPicPr>
          <p:nvPr/>
        </p:nvPicPr>
        <p:blipFill>
          <a:blip r:embed="rId2">
            <a:extLst>
              <a:ext uri="{28A0092B-C50C-407E-A947-70E740481C1C}">
                <a14:useLocalDpi xmlns:a14="http://schemas.microsoft.com/office/drawing/2010/main" val="0"/>
              </a:ext>
            </a:extLst>
          </a:blip>
          <a:srcRect t="3636" b="2058"/>
          <a:stretch>
            <a:fillRect/>
          </a:stretch>
        </p:blipFill>
        <p:spPr>
          <a:xfrm>
            <a:off x="1238885" y="3703955"/>
            <a:ext cx="3491865" cy="2689225"/>
          </a:xfrm>
          <a:prstGeom prst="rect">
            <a:avLst/>
          </a:prstGeom>
          <a:ln>
            <a:noFill/>
          </a:ln>
        </p:spPr>
      </p:pic>
      <p:pic>
        <p:nvPicPr>
          <p:cNvPr id="13" name="图片 12"/>
          <p:cNvPicPr>
            <a:picLocks noChangeAspect="1"/>
          </p:cNvPicPr>
          <p:nvPr/>
        </p:nvPicPr>
        <p:blipFill>
          <a:blip r:embed="rId3"/>
          <a:stretch>
            <a:fillRect/>
          </a:stretch>
        </p:blipFill>
        <p:spPr>
          <a:xfrm>
            <a:off x="6258560" y="1522095"/>
            <a:ext cx="5294630" cy="1907540"/>
          </a:xfrm>
          <a:prstGeom prst="rect">
            <a:avLst/>
          </a:prstGeom>
        </p:spPr>
      </p:pic>
      <p:sp>
        <p:nvSpPr>
          <p:cNvPr id="5" name="文本框 4"/>
          <p:cNvSpPr txBox="1"/>
          <p:nvPr/>
        </p:nvSpPr>
        <p:spPr>
          <a:xfrm>
            <a:off x="6941185" y="3792855"/>
            <a:ext cx="4010025" cy="2306955"/>
          </a:xfrm>
          <a:prstGeom prst="rect">
            <a:avLst/>
          </a:prstGeom>
          <a:noFill/>
        </p:spPr>
        <p:txBody>
          <a:bodyPr wrap="square" rtlCol="0">
            <a:spAutoFit/>
          </a:bodyPr>
          <a:p>
            <a:pPr marL="285750" indent="-285750">
              <a:buFont typeface="Wingdings" panose="05000000000000000000" charset="0"/>
              <a:buChar char="l"/>
            </a:pPr>
            <a:r>
              <a:rPr lang="en-US" altLang="zh-CN">
                <a:solidFill>
                  <a:schemeClr val="tx1"/>
                </a:solidFill>
                <a:uFillTx/>
                <a:latin typeface="Times New Roman" panose="02020503050405090304" charset="0"/>
                <a:ea typeface="黑体-简 中等" panose="02000000000000000000" charset="-122"/>
                <a:cs typeface="+mj-ea"/>
              </a:rPr>
              <a:t>LoRA</a:t>
            </a:r>
            <a:r>
              <a:rPr lang="zh-CN" altLang="en-US">
                <a:solidFill>
                  <a:schemeClr val="tx1"/>
                </a:solidFill>
                <a:uFillTx/>
                <a:latin typeface="Times New Roman" panose="02020503050405090304" charset="0"/>
                <a:ea typeface="黑体-简 中等" panose="02000000000000000000" charset="-122"/>
                <a:cs typeface="+mj-ea"/>
              </a:rPr>
              <a:t>缺乏针对性的多模态实验验证，且与全量微调存在一定差距</a:t>
            </a:r>
            <a:endParaRPr lang="zh-CN" altLang="en-US">
              <a:solidFill>
                <a:schemeClr val="tx1"/>
              </a:solidFill>
              <a:uFillTx/>
              <a:latin typeface="Times New Roman" panose="02020503050405090304" charset="0"/>
              <a:ea typeface="黑体-简 中等" panose="02000000000000000000" charset="-122"/>
              <a:cs typeface="+mj-ea"/>
            </a:endParaRPr>
          </a:p>
          <a:p>
            <a:pPr marL="285750" indent="-285750">
              <a:buFont typeface="Wingdings" panose="05000000000000000000" charset="0"/>
              <a:buChar char="l"/>
            </a:pPr>
            <a:r>
              <a:rPr lang="zh-CN" altLang="en-US">
                <a:solidFill>
                  <a:schemeClr val="tx1"/>
                </a:solidFill>
                <a:uFillTx/>
                <a:latin typeface="Times New Roman" panose="02020503050405090304" charset="0"/>
                <a:ea typeface="黑体-简 中等" panose="02000000000000000000" charset="-122"/>
                <a:cs typeface="+mj-ea"/>
              </a:rPr>
              <a:t>受权重归一化思想的启发，将权重更精细化的分为大小和方向分量，分别微调</a:t>
            </a:r>
            <a:endParaRPr lang="zh-CN" altLang="en-US">
              <a:solidFill>
                <a:schemeClr val="tx1"/>
              </a:solidFill>
              <a:uFillTx/>
              <a:latin typeface="Times New Roman" panose="02020503050405090304" charset="0"/>
              <a:ea typeface="黑体-简 中等" panose="02000000000000000000" charset="-122"/>
              <a:cs typeface="+mj-ea"/>
            </a:endParaRPr>
          </a:p>
          <a:p>
            <a:pPr marL="285750" indent="-285750">
              <a:buFont typeface="Wingdings" panose="05000000000000000000" charset="0"/>
              <a:buChar char="l"/>
            </a:pPr>
            <a:r>
              <a:rPr lang="zh-CN" altLang="en-US">
                <a:solidFill>
                  <a:schemeClr val="tx1"/>
                </a:solidFill>
                <a:uFillTx/>
                <a:latin typeface="Times New Roman" panose="02020503050405090304" charset="0"/>
                <a:ea typeface="黑体-简 中等" panose="02000000000000000000" charset="-122"/>
                <a:cs typeface="+mj-ea"/>
              </a:rPr>
              <a:t>其方向更新模块采用动态预算分配机制，不再为所有层分配固定的秩，实现对领域更精准的适配</a:t>
            </a:r>
            <a:endParaRPr lang="zh-CN" altLang="en-US">
              <a:solidFill>
                <a:schemeClr val="tx1"/>
              </a:solidFill>
              <a:uFillTx/>
              <a:latin typeface="Times New Roman" panose="02020503050405090304" charset="0"/>
              <a:ea typeface="黑体-简 中等" panose="02000000000000000000" charset="-122"/>
              <a:cs typeface="+mj-ea"/>
            </a:endParaRPr>
          </a:p>
        </p:txBody>
      </p:sp>
      <p:sp>
        <p:nvSpPr>
          <p:cNvPr id="6" name="文本框 5"/>
          <p:cNvSpPr txBox="1"/>
          <p:nvPr/>
        </p:nvSpPr>
        <p:spPr>
          <a:xfrm>
            <a:off x="845185" y="1062355"/>
            <a:ext cx="6096000" cy="368300"/>
          </a:xfrm>
          <a:prstGeom prst="rect">
            <a:avLst/>
          </a:prstGeom>
          <a:noFill/>
        </p:spPr>
        <p:txBody>
          <a:bodyPr wrap="square" rtlCol="0" anchor="t">
            <a:spAutoFit/>
          </a:bodyPr>
          <a:p>
            <a:r>
              <a:rPr smtClean="0">
                <a:solidFill>
                  <a:schemeClr val="tx1">
                    <a:lumMod val="75000"/>
                    <a:lumOff val="25000"/>
                  </a:schemeClr>
                </a:solidFill>
                <a:latin typeface="黑体" panose="02010609060101010101" charset="-122"/>
                <a:ea typeface="黑体" panose="02010609060101010101" charset="-122"/>
                <a:cs typeface="黑体-简" panose="02000000000000000000" charset="-122"/>
                <a:sym typeface="黑体-简" panose="02000000000000000000" charset="-122"/>
              </a:rPr>
              <a:t>基于动态权重低秩分解的高效参数微调</a:t>
            </a:r>
            <a:r>
              <a:rPr lang="zh-CN" smtClean="0">
                <a:solidFill>
                  <a:schemeClr val="tx1">
                    <a:lumMod val="75000"/>
                    <a:lumOff val="25000"/>
                  </a:schemeClr>
                </a:solidFill>
                <a:latin typeface="黑体" panose="02010609060101010101" charset="-122"/>
                <a:ea typeface="黑体" panose="02010609060101010101" charset="-122"/>
                <a:cs typeface="黑体-简" panose="02000000000000000000" charset="-122"/>
                <a:sym typeface="黑体-简" panose="02000000000000000000" charset="-122"/>
              </a:rPr>
              <a:t>技术</a:t>
            </a:r>
            <a:endParaRPr lang="en-US" altLang="zh-CN" smtClean="0">
              <a:solidFill>
                <a:schemeClr val="tx1">
                  <a:lumMod val="75000"/>
                  <a:lumOff val="25000"/>
                </a:schemeClr>
              </a:solidFill>
              <a:latin typeface="黑体" panose="02010609060101010101" charset="-122"/>
              <a:ea typeface="黑体" panose="02010609060101010101" charset="-122"/>
              <a:cs typeface="黑体-简" panose="02000000000000000000" charset="-122"/>
              <a:sym typeface="黑体-简" panose="02000000000000000000" charset="-122"/>
            </a:endParaRPr>
          </a:p>
        </p:txBody>
      </p:sp>
    </p:spTree>
    <p:custDataLst>
      <p:tags r:id="rId4"/>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5" name="图片 4"/>
          <p:cNvPicPr>
            <a:picLocks noChangeAspect="1"/>
          </p:cNvPicPr>
          <p:nvPr/>
        </p:nvPicPr>
        <p:blipFill>
          <a:blip r:embed="rId1"/>
          <a:stretch>
            <a:fillRect/>
          </a:stretch>
        </p:blipFill>
        <p:spPr>
          <a:xfrm>
            <a:off x="467360" y="1462405"/>
            <a:ext cx="6085840" cy="3394075"/>
          </a:xfrm>
          <a:prstGeom prst="rect">
            <a:avLst/>
          </a:prstGeom>
        </p:spPr>
      </p:pic>
      <p:sp>
        <p:nvSpPr>
          <p:cNvPr id="6" name="文本框 5" descr="7b0a202020202262756c6c6574223a20227b5c2263617465676f727949645c223a5c225c222c5c2274656d706c61746549645c223a32303233313731337d220a7d0a"/>
          <p:cNvSpPr txBox="1"/>
          <p:nvPr/>
        </p:nvSpPr>
        <p:spPr>
          <a:xfrm>
            <a:off x="6768465" y="1290320"/>
            <a:ext cx="5159375" cy="4039235"/>
          </a:xfrm>
          <a:prstGeom prst="rect">
            <a:avLst/>
          </a:prstGeom>
          <a:noFill/>
        </p:spPr>
        <p:txBody>
          <a:bodyPr wrap="square" rtlCol="0">
            <a:noAutofit/>
          </a:bodyPr>
          <a:p>
            <a:pPr>
              <a:buBlip>
                <a:blip r:embed="rId2">
                  <a:extLst>
                    <a:ext uri="{96DAC541-7B7A-43D3-8B79-37D633B846F1}">
                      <asvg:svgBlip xmlns:asvg="http://schemas.microsoft.com/office/drawing/2016/SVG/main" r:embed="rId3"/>
                    </a:ext>
                  </a:extLst>
                </a:blip>
              </a:buBlip>
            </a:pPr>
            <a:r>
              <a:rPr lang="en-US" altLang="zh-CN" b="1">
                <a:solidFill>
                  <a:schemeClr val="tx1"/>
                </a:solidFill>
                <a:uFillTx/>
                <a:latin typeface="Times New Roman" panose="02020503050405090304" charset="0"/>
                <a:ea typeface="黑体-简 中等" panose="02000000000000000000" charset="-122"/>
                <a:cs typeface="黑体-简" panose="02000000000000000000" charset="-122"/>
              </a:rPr>
              <a:t>SFT </a:t>
            </a:r>
            <a:r>
              <a:rPr lang="zh-CN" altLang="en-US" b="1">
                <a:solidFill>
                  <a:schemeClr val="tx1"/>
                </a:solidFill>
                <a:uFillTx/>
                <a:latin typeface="Times New Roman" panose="02020503050405090304" charset="0"/>
                <a:ea typeface="黑体-简 中等" panose="02000000000000000000" charset="-122"/>
                <a:cs typeface="黑体-简" panose="02000000000000000000" charset="-122"/>
              </a:rPr>
              <a:t>擅长记忆，不擅长泛化，监督微调只会死记训练数据里的答案、格式、样本模式，在分布外的新规则、新视觉环境下性能急剧下降。</a:t>
            </a:r>
            <a:endParaRPr lang="zh-CN" altLang="en-US" b="1">
              <a:solidFill>
                <a:schemeClr val="tx1"/>
              </a:solidFill>
              <a:uFillTx/>
              <a:latin typeface="Times New Roman" panose="02020503050405090304" charset="0"/>
              <a:ea typeface="黑体-简 中等" panose="02000000000000000000" charset="-122"/>
              <a:cs typeface="黑体-简" panose="02000000000000000000" charset="-122"/>
            </a:endParaRPr>
          </a:p>
          <a:p>
            <a:pPr indent="0">
              <a:buFont typeface="黑体-简" panose="02000000000000000000" charset="-122"/>
              <a:buBlip>
                <a:blip r:embed="rId2">
                  <a:extLst>
                    <a:ext uri="{96DAC541-7B7A-43D3-8B79-37D633B846F1}">
                      <asvg:svgBlip xmlns:asvg="http://schemas.microsoft.com/office/drawing/2016/SVG/main" r:embed="rId3"/>
                    </a:ext>
                  </a:extLst>
                </a:blip>
              </a:buBlip>
            </a:pPr>
            <a:r>
              <a:rPr lang="en-US" altLang="zh-CN" b="1">
                <a:solidFill>
                  <a:schemeClr val="tx1"/>
                </a:solidFill>
                <a:uFillTx/>
                <a:latin typeface="Times New Roman" panose="02020503050405090304" charset="0"/>
                <a:ea typeface="黑体-简 中等" panose="02000000000000000000" charset="-122"/>
                <a:cs typeface="黑体-简" panose="02000000000000000000" charset="-122"/>
              </a:rPr>
              <a:t>RL </a:t>
            </a:r>
            <a:r>
              <a:rPr lang="zh-CN" altLang="en-US" b="1">
                <a:solidFill>
                  <a:schemeClr val="tx1"/>
                </a:solidFill>
                <a:uFillTx/>
                <a:latin typeface="Times New Roman" panose="02020503050405090304" charset="0"/>
                <a:ea typeface="黑体-简 中等" panose="02000000000000000000" charset="-122"/>
                <a:cs typeface="黑体-简" panose="02000000000000000000" charset="-122"/>
              </a:rPr>
              <a:t>擅长学习通用规则，泛化能力极强，强化学习能学到可迁移、可泛化的推理规则，在没见过的新规则、新视觉场景下依然保持高性能。</a:t>
            </a:r>
            <a:endParaRPr lang="zh-CN" altLang="en-US" b="1">
              <a:solidFill>
                <a:schemeClr val="tx1"/>
              </a:solidFill>
              <a:uFillTx/>
              <a:latin typeface="Times New Roman" panose="02020503050405090304" charset="0"/>
              <a:ea typeface="黑体-简 中等" panose="02000000000000000000" charset="-122"/>
              <a:cs typeface="黑体-简" panose="02000000000000000000" charset="-122"/>
            </a:endParaRPr>
          </a:p>
          <a:p>
            <a:pPr indent="0">
              <a:buFont typeface="黑体-简" panose="02000000000000000000" charset="-122"/>
              <a:buNone/>
            </a:pPr>
            <a:endParaRPr lang="zh-CN" altLang="en-US" b="1">
              <a:solidFill>
                <a:schemeClr val="tx1"/>
              </a:solidFill>
              <a:uFillTx/>
              <a:latin typeface="Times New Roman" panose="02020503050405090304" charset="0"/>
              <a:ea typeface="黑体-简 中等" panose="02000000000000000000" charset="-122"/>
              <a:cs typeface="黑体-简" panose="02000000000000000000" charset="-122"/>
            </a:endParaRPr>
          </a:p>
          <a:p>
            <a:pPr indent="0">
              <a:buFont typeface="黑体-简" panose="02000000000000000000" charset="-122"/>
              <a:buNone/>
            </a:pPr>
            <a:endParaRPr lang="zh-CN" altLang="en-US" b="1">
              <a:solidFill>
                <a:schemeClr val="tx1"/>
              </a:solidFill>
              <a:uFillTx/>
              <a:latin typeface="Times New Roman" panose="02020503050405090304" charset="0"/>
              <a:ea typeface="黑体-简 中等" panose="02000000000000000000" charset="-122"/>
              <a:cs typeface="黑体-简" panose="02000000000000000000" charset="-122"/>
            </a:endParaRPr>
          </a:p>
          <a:p>
            <a:pPr marL="285750" indent="-285750">
              <a:buFont typeface="Wingdings" panose="05000000000000000000" charset="0"/>
              <a:buChar char=""/>
            </a:pPr>
            <a:r>
              <a:rPr lang="en-US" altLang="zh-CN" b="1">
                <a:solidFill>
                  <a:schemeClr val="tx1"/>
                </a:solidFill>
                <a:uFillTx/>
                <a:latin typeface="Times New Roman" panose="02020503050405090304" charset="0"/>
                <a:ea typeface="黑体-简 中等" panose="02000000000000000000" charset="-122"/>
                <a:cs typeface="黑体-简" panose="02000000000000000000" charset="-122"/>
              </a:rPr>
              <a:t>RL </a:t>
            </a:r>
            <a:r>
              <a:rPr lang="zh-CN" altLang="en-US" b="1">
                <a:solidFill>
                  <a:schemeClr val="tx1"/>
                </a:solidFill>
                <a:uFillTx/>
                <a:latin typeface="Times New Roman" panose="02020503050405090304" charset="0"/>
                <a:ea typeface="黑体-简 中等" panose="02000000000000000000" charset="-122"/>
                <a:cs typeface="黑体-简" panose="02000000000000000000" charset="-122"/>
              </a:rPr>
              <a:t>能显著提升底层视觉感知能力</a:t>
            </a:r>
            <a:endParaRPr lang="zh-CN" altLang="en-US" b="1">
              <a:solidFill>
                <a:schemeClr val="tx1"/>
              </a:solidFill>
              <a:uFillTx/>
              <a:latin typeface="Times New Roman" panose="02020503050405090304" charset="0"/>
              <a:ea typeface="黑体-简 中等" panose="02000000000000000000" charset="-122"/>
              <a:cs typeface="黑体-简" panose="02000000000000000000" charset="-122"/>
            </a:endParaRPr>
          </a:p>
          <a:p>
            <a:pPr marL="285750" indent="-285750">
              <a:buFont typeface="Wingdings" panose="05000000000000000000" charset="0"/>
              <a:buChar char=""/>
            </a:pPr>
            <a:r>
              <a:rPr lang="en-US" altLang="zh-CN" b="1">
                <a:solidFill>
                  <a:schemeClr val="tx1"/>
                </a:solidFill>
                <a:uFillTx/>
                <a:latin typeface="Times New Roman" panose="02020503050405090304" charset="0"/>
                <a:ea typeface="黑体-简 中等" panose="02000000000000000000" charset="-122"/>
                <a:cs typeface="黑体-简" panose="02000000000000000000" charset="-122"/>
              </a:rPr>
              <a:t>RL </a:t>
            </a:r>
            <a:r>
              <a:rPr lang="zh-CN" altLang="en-US" b="1">
                <a:solidFill>
                  <a:schemeClr val="tx1"/>
                </a:solidFill>
                <a:uFillTx/>
                <a:latin typeface="Times New Roman" panose="02020503050405090304" charset="0"/>
                <a:ea typeface="黑体-简 中等" panose="02000000000000000000" charset="-122"/>
                <a:cs typeface="黑体-简" panose="02000000000000000000" charset="-122"/>
              </a:rPr>
              <a:t>会让模型真正</a:t>
            </a:r>
            <a:r>
              <a:rPr lang="en-US" altLang="zh-CN" b="1">
                <a:solidFill>
                  <a:schemeClr val="tx1"/>
                </a:solidFill>
                <a:uFillTx/>
                <a:latin typeface="Times New Roman" panose="02020503050405090304" charset="0"/>
                <a:ea typeface="黑体-简 中等" panose="02000000000000000000" charset="-122"/>
                <a:cs typeface="黑体-简" panose="02000000000000000000" charset="-122"/>
              </a:rPr>
              <a:t> “</a:t>
            </a:r>
            <a:r>
              <a:rPr lang="zh-CN" altLang="en-US" b="1">
                <a:solidFill>
                  <a:schemeClr val="tx1"/>
                </a:solidFill>
                <a:uFillTx/>
                <a:latin typeface="Times New Roman" panose="02020503050405090304" charset="0"/>
                <a:ea typeface="黑体-简 中等" panose="02000000000000000000" charset="-122"/>
                <a:cs typeface="黑体-简" panose="02000000000000000000" charset="-122"/>
              </a:rPr>
              <a:t>看懂图像</a:t>
            </a:r>
            <a:r>
              <a:rPr lang="en-US" altLang="zh-CN" b="1">
                <a:solidFill>
                  <a:schemeClr val="tx1"/>
                </a:solidFill>
                <a:uFillTx/>
                <a:latin typeface="Times New Roman" panose="02020503050405090304" charset="0"/>
                <a:ea typeface="黑体-简 中等" panose="02000000000000000000" charset="-122"/>
                <a:cs typeface="黑体-简" panose="02000000000000000000" charset="-122"/>
              </a:rPr>
              <a:t>”</a:t>
            </a:r>
            <a:r>
              <a:rPr lang="zh-CN" altLang="en-US" b="1">
                <a:solidFill>
                  <a:schemeClr val="tx1"/>
                </a:solidFill>
                <a:uFillTx/>
                <a:latin typeface="Times New Roman" panose="02020503050405090304" charset="0"/>
                <a:ea typeface="黑体-简 中等" panose="02000000000000000000" charset="-122"/>
                <a:cs typeface="黑体-简" panose="02000000000000000000" charset="-122"/>
              </a:rPr>
              <a:t>，而不是套模板；</a:t>
            </a:r>
            <a:r>
              <a:rPr lang="en-US" altLang="zh-CN" b="1">
                <a:solidFill>
                  <a:schemeClr val="tx1"/>
                </a:solidFill>
                <a:uFillTx/>
                <a:latin typeface="Times New Roman" panose="02020503050405090304" charset="0"/>
                <a:ea typeface="黑体-简 中等" panose="02000000000000000000" charset="-122"/>
                <a:cs typeface="黑体-简" panose="02000000000000000000" charset="-122"/>
              </a:rPr>
              <a:t>SFT </a:t>
            </a:r>
            <a:r>
              <a:rPr lang="zh-CN" altLang="en-US" b="1">
                <a:solidFill>
                  <a:schemeClr val="tx1"/>
                </a:solidFill>
                <a:uFillTx/>
                <a:latin typeface="Times New Roman" panose="02020503050405090304" charset="0"/>
                <a:ea typeface="黑体-简 中等" panose="02000000000000000000" charset="-122"/>
                <a:cs typeface="黑体-简" panose="02000000000000000000" charset="-122"/>
              </a:rPr>
              <a:t>反而会降低视觉识别准确率。</a:t>
            </a:r>
            <a:endParaRPr lang="zh-CN" altLang="en-US" b="1">
              <a:solidFill>
                <a:schemeClr val="tx1"/>
              </a:solidFill>
              <a:uFillTx/>
              <a:latin typeface="Times New Roman" panose="02020503050405090304" charset="0"/>
              <a:ea typeface="黑体-简 中等" panose="02000000000000000000" charset="-122"/>
              <a:cs typeface="黑体-简" panose="02000000000000000000" charset="-122"/>
            </a:endParaRPr>
          </a:p>
          <a:p>
            <a:pPr marL="285750" indent="-285750">
              <a:buFont typeface="Wingdings" panose="05000000000000000000" charset="0"/>
              <a:buChar char=""/>
            </a:pPr>
            <a:r>
              <a:rPr lang="en-US" altLang="zh-CN" b="1">
                <a:solidFill>
                  <a:schemeClr val="tx1"/>
                </a:solidFill>
                <a:uFillTx/>
                <a:latin typeface="Times New Roman" panose="02020503050405090304" charset="0"/>
                <a:ea typeface="黑体-简 中等" panose="02000000000000000000" charset="-122"/>
                <a:cs typeface="黑体-简" panose="02000000000000000000" charset="-122"/>
              </a:rPr>
              <a:t>SFT </a:t>
            </a:r>
            <a:r>
              <a:rPr lang="zh-CN" altLang="en-US" b="1">
                <a:solidFill>
                  <a:schemeClr val="tx1"/>
                </a:solidFill>
                <a:uFillTx/>
                <a:latin typeface="Times New Roman" panose="02020503050405090304" charset="0"/>
                <a:ea typeface="黑体-简 中等" panose="02000000000000000000" charset="-122"/>
                <a:cs typeface="黑体-简" panose="02000000000000000000" charset="-122"/>
              </a:rPr>
              <a:t>是</a:t>
            </a:r>
            <a:r>
              <a:rPr lang="en-US" altLang="zh-CN" b="1">
                <a:solidFill>
                  <a:schemeClr val="tx1"/>
                </a:solidFill>
                <a:uFillTx/>
                <a:latin typeface="Times New Roman" panose="02020503050405090304" charset="0"/>
                <a:ea typeface="黑体-简 中等" panose="02000000000000000000" charset="-122"/>
                <a:cs typeface="黑体-简" panose="02000000000000000000" charset="-122"/>
              </a:rPr>
              <a:t> RL </a:t>
            </a:r>
            <a:r>
              <a:rPr lang="zh-CN" altLang="en-US" b="1">
                <a:solidFill>
                  <a:schemeClr val="tx1"/>
                </a:solidFill>
                <a:uFillTx/>
                <a:latin typeface="Times New Roman" panose="02020503050405090304" charset="0"/>
                <a:ea typeface="黑体-简 中等" panose="02000000000000000000" charset="-122"/>
                <a:cs typeface="黑体-简" panose="02000000000000000000" charset="-122"/>
              </a:rPr>
              <a:t>的必要前提</a:t>
            </a:r>
            <a:endParaRPr lang="zh-CN" altLang="en-US" b="1">
              <a:solidFill>
                <a:schemeClr val="tx1"/>
              </a:solidFill>
              <a:uFillTx/>
              <a:latin typeface="Times New Roman" panose="02020503050405090304" charset="0"/>
              <a:ea typeface="黑体-简 中等" panose="02000000000000000000" charset="-122"/>
              <a:cs typeface="黑体-简" panose="02000000000000000000" charset="-122"/>
            </a:endParaRPr>
          </a:p>
          <a:p>
            <a:pPr marL="285750" indent="-285750">
              <a:buFont typeface="Wingdings" panose="05000000000000000000" charset="0"/>
              <a:buChar char=""/>
            </a:pPr>
            <a:r>
              <a:rPr lang="zh-CN" altLang="en-US" b="1">
                <a:solidFill>
                  <a:schemeClr val="tx1"/>
                </a:solidFill>
                <a:uFillTx/>
                <a:latin typeface="Times New Roman" panose="02020503050405090304" charset="0"/>
                <a:ea typeface="黑体-简 中等" panose="02000000000000000000" charset="-122"/>
                <a:cs typeface="黑体-简" panose="02000000000000000000" charset="-122"/>
              </a:rPr>
              <a:t>没有</a:t>
            </a:r>
            <a:r>
              <a:rPr lang="en-US" altLang="zh-CN" b="1">
                <a:solidFill>
                  <a:schemeClr val="tx1"/>
                </a:solidFill>
                <a:uFillTx/>
                <a:latin typeface="Times New Roman" panose="02020503050405090304" charset="0"/>
                <a:ea typeface="黑体-简 中等" panose="02000000000000000000" charset="-122"/>
                <a:cs typeface="黑体-简" panose="02000000000000000000" charset="-122"/>
              </a:rPr>
              <a:t> SFT </a:t>
            </a:r>
            <a:r>
              <a:rPr lang="zh-CN" altLang="en-US" b="1">
                <a:solidFill>
                  <a:schemeClr val="tx1"/>
                </a:solidFill>
                <a:uFillTx/>
                <a:latin typeface="Times New Roman" panose="02020503050405090304" charset="0"/>
                <a:ea typeface="黑体-简 中等" panose="02000000000000000000" charset="-122"/>
                <a:cs typeface="黑体-简" panose="02000000000000000000" charset="-122"/>
              </a:rPr>
              <a:t>先对齐输出格式、让模型听懂指令，</a:t>
            </a:r>
            <a:r>
              <a:rPr lang="en-US" altLang="zh-CN" b="1">
                <a:solidFill>
                  <a:schemeClr val="tx1"/>
                </a:solidFill>
                <a:uFillTx/>
                <a:latin typeface="Times New Roman" panose="02020503050405090304" charset="0"/>
                <a:ea typeface="黑体-简 中等" panose="02000000000000000000" charset="-122"/>
                <a:cs typeface="黑体-简" panose="02000000000000000000" charset="-122"/>
              </a:rPr>
              <a:t>RL </a:t>
            </a:r>
            <a:r>
              <a:rPr lang="zh-CN" altLang="en-US" b="1">
                <a:solidFill>
                  <a:schemeClr val="tx1"/>
                </a:solidFill>
                <a:uFillTx/>
                <a:latin typeface="Times New Roman" panose="02020503050405090304" charset="0"/>
                <a:ea typeface="黑体-简 中等" panose="02000000000000000000" charset="-122"/>
                <a:cs typeface="黑体-简" panose="02000000000000000000" charset="-122"/>
              </a:rPr>
              <a:t>直接训练会完全失效</a:t>
            </a:r>
            <a:r>
              <a:rPr lang="zh-CN" altLang="en-US">
                <a:cs typeface="黑体-简" panose="02000000000000000000" charset="-122"/>
              </a:rPr>
              <a:t>。</a:t>
            </a:r>
            <a:endParaRPr lang="zh-CN" altLang="en-US">
              <a:cs typeface="黑体-简" panose="02000000000000000000" charset="-122"/>
            </a:endParaRPr>
          </a:p>
          <a:p>
            <a:endParaRPr lang="zh-CN" altLang="en-US">
              <a:cs typeface="黑体-简" panose="02000000000000000000" charset="-122"/>
            </a:endParaRPr>
          </a:p>
        </p:txBody>
      </p:sp>
      <p:sp>
        <p:nvSpPr>
          <p:cNvPr id="7" name="文本框 6"/>
          <p:cNvSpPr txBox="1"/>
          <p:nvPr/>
        </p:nvSpPr>
        <p:spPr>
          <a:xfrm>
            <a:off x="2079625" y="4992688"/>
            <a:ext cx="5080000" cy="337185"/>
          </a:xfrm>
          <a:prstGeom prst="rect">
            <a:avLst/>
          </a:prstGeom>
        </p:spPr>
        <p:txBody>
          <a:bodyPr>
            <a:spAutoFit/>
          </a:bodyPr>
          <a:p>
            <a:r>
              <a:rPr lang="en-US" altLang="zh-CN" sz="1600">
                <a:cs typeface="黑体-简" panose="02000000000000000000" charset="-122"/>
              </a:rPr>
              <a:t>《SFT Memorizes, RL Generalizes》</a:t>
            </a:r>
            <a:endParaRPr lang="en-US" altLang="zh-CN" sz="1600">
              <a:cs typeface="黑体-简" panose="02000000000000000000" charset="-122"/>
            </a:endParaRPr>
          </a:p>
        </p:txBody>
      </p:sp>
      <p:sp>
        <p:nvSpPr>
          <p:cNvPr id="10" name="标题 1"/>
          <p:cNvSpPr>
            <a:spLocks noGrp="1"/>
          </p:cNvSpPr>
          <p:nvPr/>
        </p:nvSpPr>
        <p:spPr>
          <a:xfrm>
            <a:off x="0" y="0"/>
            <a:ext cx="11577320" cy="1158875"/>
          </a:xfrm>
          <a:prstGeom prst="rect">
            <a:avLst/>
          </a:prstGeom>
        </p:spPr>
        <p:txBody>
          <a:bodyPr vert="horz" lIns="396240" tIns="46800" rIns="90000" bIns="46800" rtlCol="0" anchor="ctr" anchorCtr="0">
            <a:normAutofit/>
          </a:bodyPr>
          <a:lstStyle>
            <a:lvl1pPr marL="342900" marR="0" lvl="0" indent="-342900" algn="l" defTabSz="914400" rtl="0" eaLnBrk="1" fontAlgn="auto" latinLnBrk="0" hangingPunct="1">
              <a:lnSpc>
                <a:spcPct val="100000"/>
              </a:lnSpc>
              <a:spcBef>
                <a:spcPct val="0"/>
              </a:spcBef>
              <a:buClr>
                <a:srgbClr val="00A0E9"/>
              </a:buClr>
              <a:buSzTx/>
              <a:buFont typeface="Wingdings" panose="05000000000000000000" charset="0"/>
              <a:buChar char=""/>
              <a:defRPr kumimoji="0" lang="zh-CN" altLang="en-US" sz="2400" b="1" i="0" u="none" strike="noStrike" kern="1200" cap="none" spc="600" normalizeH="0" baseline="0" noProof="1" dirty="0">
                <a:solidFill>
                  <a:schemeClr val="tx1">
                    <a:lumMod val="65000"/>
                    <a:lumOff val="35000"/>
                  </a:schemeClr>
                </a:solidFill>
                <a:uFillTx/>
                <a:latin typeface="Heiti SC Medium" panose="02000000000000000000" charset="-122"/>
                <a:ea typeface="Heiti SC Medium" panose="02000000000000000000" charset="-122"/>
                <a:cs typeface="黑体-简" panose="02000000000000000000" charset="-122"/>
              </a:defRPr>
            </a:lvl1pPr>
          </a:lstStyle>
          <a:p>
            <a:r>
              <a:rPr b="0">
                <a:latin typeface="+mj-ea"/>
                <a:ea typeface="+mj-ea"/>
                <a:cs typeface="+mj-ea"/>
              </a:rPr>
              <a:t>行业适配技术方案</a:t>
            </a:r>
            <a:r>
              <a:rPr lang="en-US" altLang="zh-CN" b="0">
                <a:latin typeface="+mj-ea"/>
                <a:ea typeface="+mj-ea"/>
                <a:cs typeface="+mj-ea"/>
              </a:rPr>
              <a:t>-Part.3</a:t>
            </a:r>
            <a:endParaRPr lang="en-US" altLang="zh-CN" b="0">
              <a:latin typeface="+mj-ea"/>
              <a:ea typeface="+mj-ea"/>
              <a:cs typeface="+mj-ea"/>
            </a:endParaRPr>
          </a:p>
        </p:txBody>
      </p:sp>
      <p:sp>
        <p:nvSpPr>
          <p:cNvPr id="11" name="文本框 10"/>
          <p:cNvSpPr txBox="1"/>
          <p:nvPr/>
        </p:nvSpPr>
        <p:spPr>
          <a:xfrm>
            <a:off x="1998980" y="5633085"/>
            <a:ext cx="8454390" cy="368300"/>
          </a:xfrm>
          <a:prstGeom prst="rect">
            <a:avLst/>
          </a:prstGeom>
          <a:noFill/>
        </p:spPr>
        <p:txBody>
          <a:bodyPr wrap="square" rtlCol="0">
            <a:spAutoFit/>
          </a:bodyPr>
          <a:p>
            <a:r>
              <a:rPr lang="en-US" altLang="zh-CN" b="1">
                <a:solidFill>
                  <a:srgbClr val="FF0000"/>
                </a:solidFill>
                <a:uFillTx/>
                <a:latin typeface="Times New Roman" panose="02020503050405090304" charset="0"/>
                <a:ea typeface="黑体-简 中等" panose="02000000000000000000" charset="-122"/>
                <a:cs typeface="+mj-ea"/>
              </a:rPr>
              <a:t>Base</a:t>
            </a:r>
            <a:r>
              <a:rPr lang="zh-CN" altLang="en-US" b="1">
                <a:solidFill>
                  <a:srgbClr val="FF0000"/>
                </a:solidFill>
                <a:uFillTx/>
                <a:latin typeface="Times New Roman" panose="02020503050405090304" charset="0"/>
                <a:ea typeface="黑体-简 中等" panose="02000000000000000000" charset="-122"/>
                <a:cs typeface="+mj-ea"/>
              </a:rPr>
              <a:t>模型</a:t>
            </a:r>
            <a:r>
              <a:rPr lang="en-US" altLang="zh-CN" b="1">
                <a:solidFill>
                  <a:srgbClr val="FF0000"/>
                </a:solidFill>
                <a:uFillTx/>
                <a:latin typeface="Times New Roman" panose="02020503050405090304" charset="0"/>
                <a:ea typeface="黑体-简 中等" panose="02000000000000000000" charset="-122"/>
                <a:cs typeface="+mj-ea"/>
              </a:rPr>
              <a:t>-</a:t>
            </a:r>
            <a:r>
              <a:rPr lang="zh-CN" altLang="en-US" b="1">
                <a:solidFill>
                  <a:srgbClr val="FF0000"/>
                </a:solidFill>
                <a:uFillTx/>
                <a:latin typeface="Times New Roman" panose="02020503050405090304" charset="0"/>
                <a:ea typeface="黑体-简 中等" panose="02000000000000000000" charset="-122"/>
                <a:cs typeface="+mj-ea"/>
              </a:rPr>
              <a:t>》构建高价值数据集</a:t>
            </a:r>
            <a:r>
              <a:rPr lang="en-US" altLang="zh-CN" b="1">
                <a:solidFill>
                  <a:srgbClr val="FF0000"/>
                </a:solidFill>
                <a:uFillTx/>
                <a:latin typeface="Times New Roman" panose="02020503050405090304" charset="0"/>
                <a:ea typeface="黑体-简 中等" panose="02000000000000000000" charset="-122"/>
                <a:cs typeface="+mj-ea"/>
              </a:rPr>
              <a:t>-</a:t>
            </a:r>
            <a:r>
              <a:rPr lang="zh-CN" altLang="en-US" b="1">
                <a:solidFill>
                  <a:srgbClr val="FF0000"/>
                </a:solidFill>
                <a:uFillTx/>
                <a:latin typeface="Times New Roman" panose="02020503050405090304" charset="0"/>
                <a:ea typeface="黑体-简 中等" panose="02000000000000000000" charset="-122"/>
                <a:cs typeface="+mj-ea"/>
              </a:rPr>
              <a:t>》</a:t>
            </a:r>
            <a:r>
              <a:rPr lang="en-US" altLang="zh-CN" b="1">
                <a:solidFill>
                  <a:srgbClr val="FF0000"/>
                </a:solidFill>
                <a:uFillTx/>
                <a:latin typeface="Times New Roman" panose="02020503050405090304" charset="0"/>
                <a:ea typeface="黑体-简 中等" panose="02000000000000000000" charset="-122"/>
                <a:cs typeface="+mj-ea"/>
              </a:rPr>
              <a:t>SFT-</a:t>
            </a:r>
            <a:r>
              <a:rPr lang="zh-CN" altLang="en-US" b="1">
                <a:solidFill>
                  <a:srgbClr val="FF0000"/>
                </a:solidFill>
                <a:uFillTx/>
                <a:latin typeface="Times New Roman" panose="02020503050405090304" charset="0"/>
                <a:ea typeface="黑体-简 中等" panose="02000000000000000000" charset="-122"/>
                <a:cs typeface="+mj-ea"/>
              </a:rPr>
              <a:t>》</a:t>
            </a:r>
            <a:r>
              <a:rPr lang="en-US" altLang="zh-CN" b="1">
                <a:solidFill>
                  <a:srgbClr val="FF0000"/>
                </a:solidFill>
                <a:uFillTx/>
                <a:latin typeface="Times New Roman" panose="02020503050405090304" charset="0"/>
                <a:ea typeface="黑体-简 中等" panose="02000000000000000000" charset="-122"/>
                <a:cs typeface="+mj-ea"/>
              </a:rPr>
              <a:t>RL(FeedBack</a:t>
            </a:r>
            <a:r>
              <a:rPr lang="zh-CN" altLang="en-US" b="1">
                <a:solidFill>
                  <a:srgbClr val="FF0000"/>
                </a:solidFill>
                <a:uFillTx/>
                <a:latin typeface="Times New Roman" panose="02020503050405090304" charset="0"/>
                <a:ea typeface="黑体-简 中等" panose="02000000000000000000" charset="-122"/>
                <a:cs typeface="+mj-ea"/>
              </a:rPr>
              <a:t>，增加推理时验证步骤</a:t>
            </a:r>
            <a:r>
              <a:rPr lang="en-US" altLang="zh-CN" b="1">
                <a:solidFill>
                  <a:srgbClr val="FF0000"/>
                </a:solidFill>
                <a:uFillTx/>
                <a:latin typeface="Times New Roman" panose="02020503050405090304" charset="0"/>
                <a:ea typeface="黑体-简 中等" panose="02000000000000000000" charset="-122"/>
                <a:cs typeface="+mj-ea"/>
              </a:rPr>
              <a:t>)</a:t>
            </a:r>
            <a:endParaRPr lang="en-US" altLang="zh-CN" b="1">
              <a:solidFill>
                <a:srgbClr val="FF0000"/>
              </a:solidFill>
              <a:uFillTx/>
              <a:latin typeface="Times New Roman" panose="02020503050405090304" charset="0"/>
              <a:ea typeface="黑体-简 中等" panose="02000000000000000000" charset="-122"/>
              <a:cs typeface="+mj-ea"/>
            </a:endParaRPr>
          </a:p>
        </p:txBody>
      </p:sp>
    </p:spTree>
    <p:custDataLst>
      <p:tags r:id="rId4"/>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b="0">
                <a:latin typeface="黑体-简" panose="02000000000000000000" charset="-122"/>
                <a:ea typeface="黑体" panose="02010609060101010101" charset="-122"/>
              </a:rPr>
              <a:t>总结与展望</a:t>
            </a:r>
            <a:endParaRPr lang="zh-CN" altLang="en-US" b="0">
              <a:latin typeface="黑体-简" panose="02000000000000000000" charset="-122"/>
              <a:ea typeface="黑体" panose="02010609060101010101" charset="-122"/>
            </a:endParaRPr>
          </a:p>
        </p:txBody>
      </p:sp>
      <p:sp>
        <p:nvSpPr>
          <p:cNvPr id="4" name="AutoShape 2" descr="https://img-blog.csdnimg.cn/20201212120837670.gif#pic_cente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cs typeface="黑体-简" panose="02000000000000000000" charset="-122"/>
            </a:endParaRPr>
          </a:p>
        </p:txBody>
      </p:sp>
      <p:pic>
        <p:nvPicPr>
          <p:cNvPr id="12" name="图片 11"/>
          <p:cNvPicPr>
            <a:picLocks noChangeAspect="1"/>
          </p:cNvPicPr>
          <p:nvPr/>
        </p:nvPicPr>
        <p:blipFill>
          <a:blip r:embed="rId1"/>
          <a:stretch>
            <a:fillRect/>
          </a:stretch>
        </p:blipFill>
        <p:spPr>
          <a:xfrm>
            <a:off x="370205" y="1137285"/>
            <a:ext cx="8289290" cy="4545965"/>
          </a:xfrm>
          <a:prstGeom prst="rect">
            <a:avLst/>
          </a:prstGeom>
        </p:spPr>
      </p:pic>
      <p:sp>
        <p:nvSpPr>
          <p:cNvPr id="5" name="文本框 4"/>
          <p:cNvSpPr txBox="1"/>
          <p:nvPr/>
        </p:nvSpPr>
        <p:spPr>
          <a:xfrm>
            <a:off x="8850671" y="1639099"/>
            <a:ext cx="3341395" cy="3692525"/>
          </a:xfrm>
          <a:prstGeom prst="rect">
            <a:avLst/>
          </a:prstGeom>
          <a:noFill/>
        </p:spPr>
        <p:txBody>
          <a:bodyPr wrap="square" rtlCol="0">
            <a:spAutoFit/>
          </a:bodyPr>
          <a:lstStyle/>
          <a:p>
            <a:r>
              <a:rPr lang="en-US" altLang="zh-CN" dirty="0" smtClean="0">
                <a:ea typeface="黑体" panose="02010609060101010101" charset="-122"/>
                <a:cs typeface="+mn-lt"/>
              </a:rPr>
              <a:t>AI 1.0</a:t>
            </a:r>
            <a:endParaRPr lang="en-US" altLang="zh-CN" dirty="0" smtClean="0">
              <a:ea typeface="黑体" panose="02010609060101010101" charset="-122"/>
              <a:cs typeface="+mn-lt"/>
            </a:endParaRPr>
          </a:p>
          <a:p>
            <a:r>
              <a:rPr lang="en-US" altLang="zh-CN" dirty="0" smtClean="0">
                <a:solidFill>
                  <a:srgbClr val="FF0000"/>
                </a:solidFill>
                <a:latin typeface="黑体" panose="02010609060101010101" charset="-122"/>
                <a:ea typeface="黑体" panose="02010609060101010101" charset="-122"/>
                <a:cs typeface="黑体-简" panose="02000000000000000000" charset="-122"/>
              </a:rPr>
              <a:t>- </a:t>
            </a:r>
            <a:r>
              <a:rPr lang="zh-CN" altLang="en-US" dirty="0" smtClean="0">
                <a:solidFill>
                  <a:srgbClr val="FF0000"/>
                </a:solidFill>
                <a:latin typeface="黑体" panose="02010609060101010101" charset="-122"/>
                <a:ea typeface="黑体" panose="02010609060101010101" charset="-122"/>
                <a:cs typeface="黑体-简" panose="02000000000000000000" charset="-122"/>
              </a:rPr>
              <a:t>数据驱动</a:t>
            </a:r>
            <a:endParaRPr lang="en-US" altLang="zh-CN" dirty="0">
              <a:latin typeface="黑体" panose="02010609060101010101" charset="-122"/>
              <a:ea typeface="黑体" panose="02010609060101010101" charset="-122"/>
              <a:cs typeface="黑体-简" panose="02000000000000000000" charset="-122"/>
            </a:endParaRPr>
          </a:p>
          <a:p>
            <a:pPr marL="285750" indent="-285750">
              <a:buFontTx/>
              <a:buChar char="-"/>
            </a:pPr>
            <a:r>
              <a:rPr lang="zh-CN" altLang="en-US" dirty="0" smtClean="0">
                <a:latin typeface="黑体" panose="02010609060101010101" charset="-122"/>
                <a:ea typeface="黑体" panose="02010609060101010101" charset="-122"/>
                <a:cs typeface="黑体-简" panose="02000000000000000000" charset="-122"/>
              </a:rPr>
              <a:t>关注特征表示和识别</a:t>
            </a:r>
            <a:endParaRPr lang="en-US" altLang="zh-CN" dirty="0">
              <a:latin typeface="黑体" panose="02010609060101010101" charset="-122"/>
              <a:ea typeface="黑体" panose="02010609060101010101" charset="-122"/>
              <a:cs typeface="黑体-简" panose="02000000000000000000" charset="-122"/>
            </a:endParaRPr>
          </a:p>
          <a:p>
            <a:pPr marL="285750" indent="-285750">
              <a:buFontTx/>
              <a:buChar char="-"/>
            </a:pPr>
            <a:r>
              <a:rPr lang="zh-CN" altLang="en-US" dirty="0" smtClean="0">
                <a:latin typeface="黑体" panose="02010609060101010101" charset="-122"/>
                <a:ea typeface="黑体" panose="02010609060101010101" charset="-122"/>
                <a:cs typeface="黑体-简" panose="02000000000000000000" charset="-122"/>
              </a:rPr>
              <a:t>专注</a:t>
            </a:r>
            <a:r>
              <a:rPr lang="zh-CN" altLang="en-US" dirty="0">
                <a:latin typeface="黑体" panose="02010609060101010101" charset="-122"/>
                <a:ea typeface="黑体" panose="02010609060101010101" charset="-122"/>
                <a:cs typeface="黑体-简" panose="02000000000000000000" charset="-122"/>
              </a:rPr>
              <a:t>于特定</a:t>
            </a:r>
            <a:r>
              <a:rPr lang="zh-CN" altLang="en-US" dirty="0" smtClean="0">
                <a:latin typeface="黑体" panose="02010609060101010101" charset="-122"/>
                <a:ea typeface="黑体" panose="02010609060101010101" charset="-122"/>
                <a:cs typeface="黑体-简" panose="02000000000000000000" charset="-122"/>
              </a:rPr>
              <a:t>场景</a:t>
            </a:r>
            <a:endParaRPr lang="en-US" altLang="zh-CN" dirty="0">
              <a:latin typeface="黑体" panose="02010609060101010101" charset="-122"/>
              <a:ea typeface="黑体" panose="02010609060101010101" charset="-122"/>
              <a:cs typeface="黑体-简" panose="02000000000000000000" charset="-122"/>
            </a:endParaRPr>
          </a:p>
          <a:p>
            <a:pPr marL="285750" indent="-285750">
              <a:buFontTx/>
              <a:buChar char="-"/>
            </a:pPr>
            <a:r>
              <a:rPr lang="zh-CN" altLang="en-US" dirty="0" smtClean="0">
                <a:latin typeface="黑体" panose="02010609060101010101" charset="-122"/>
                <a:ea typeface="黑体" panose="02010609060101010101" charset="-122"/>
                <a:cs typeface="黑体-简" panose="02000000000000000000" charset="-122"/>
              </a:rPr>
              <a:t>应用范围窄</a:t>
            </a:r>
            <a:endParaRPr lang="en-US" altLang="zh-CN" dirty="0" smtClean="0">
              <a:latin typeface="黑体" panose="02010609060101010101" charset="-122"/>
              <a:ea typeface="黑体" panose="02010609060101010101" charset="-122"/>
              <a:cs typeface="黑体-简" panose="02000000000000000000" charset="-122"/>
            </a:endParaRPr>
          </a:p>
          <a:p>
            <a:endParaRPr lang="en-US" altLang="zh-CN" dirty="0" smtClean="0">
              <a:latin typeface="黑体" panose="02010609060101010101" charset="-122"/>
              <a:ea typeface="黑体" panose="02010609060101010101" charset="-122"/>
              <a:cs typeface="黑体-简" panose="02000000000000000000" charset="-122"/>
            </a:endParaRPr>
          </a:p>
          <a:p>
            <a:endParaRPr lang="en-US" altLang="zh-CN" dirty="0">
              <a:latin typeface="黑体" panose="02010609060101010101" charset="-122"/>
              <a:ea typeface="黑体" panose="02010609060101010101" charset="-122"/>
              <a:cs typeface="黑体-简" panose="02000000000000000000" charset="-122"/>
            </a:endParaRPr>
          </a:p>
          <a:p>
            <a:r>
              <a:rPr lang="en-US" altLang="zh-CN" dirty="0" smtClean="0">
                <a:ea typeface="黑体" panose="02010609060101010101" charset="-122"/>
                <a:cs typeface="+mn-lt"/>
              </a:rPr>
              <a:t>AI 2.0</a:t>
            </a:r>
            <a:endParaRPr lang="en-US" altLang="zh-CN" dirty="0" smtClean="0">
              <a:ea typeface="黑体" panose="02010609060101010101" charset="-122"/>
              <a:cs typeface="+mn-lt"/>
            </a:endParaRPr>
          </a:p>
          <a:p>
            <a:pPr marL="285750" indent="-285750">
              <a:buFontTx/>
              <a:buChar char="-"/>
            </a:pPr>
            <a:r>
              <a:rPr lang="zh-CN" altLang="en-US" dirty="0" smtClean="0">
                <a:solidFill>
                  <a:srgbClr val="FF0000"/>
                </a:solidFill>
                <a:latin typeface="黑体" panose="02010609060101010101" charset="-122"/>
                <a:ea typeface="黑体" panose="02010609060101010101" charset="-122"/>
                <a:cs typeface="黑体-简" panose="02000000000000000000" charset="-122"/>
              </a:rPr>
              <a:t>知识驱动</a:t>
            </a:r>
            <a:endParaRPr lang="en-US" altLang="zh-CN" dirty="0" smtClean="0">
              <a:solidFill>
                <a:srgbClr val="FF0000"/>
              </a:solidFill>
              <a:latin typeface="黑体" panose="02010609060101010101" charset="-122"/>
              <a:ea typeface="黑体" panose="02010609060101010101" charset="-122"/>
              <a:cs typeface="黑体-简" panose="02000000000000000000" charset="-122"/>
            </a:endParaRPr>
          </a:p>
          <a:p>
            <a:pPr marL="285750" indent="-285750">
              <a:buFontTx/>
              <a:buChar char="-"/>
            </a:pPr>
            <a:r>
              <a:rPr lang="zh-CN" altLang="en-US" dirty="0" smtClean="0">
                <a:latin typeface="黑体" panose="02010609060101010101" charset="-122"/>
                <a:ea typeface="黑体" panose="02010609060101010101" charset="-122"/>
                <a:cs typeface="黑体-简" panose="02000000000000000000" charset="-122"/>
              </a:rPr>
              <a:t>多模态的具身智能</a:t>
            </a:r>
            <a:endParaRPr lang="en-US" altLang="zh-CN" dirty="0" smtClean="0">
              <a:latin typeface="黑体" panose="02010609060101010101" charset="-122"/>
              <a:ea typeface="黑体" panose="02010609060101010101" charset="-122"/>
              <a:cs typeface="黑体-简" panose="02000000000000000000" charset="-122"/>
            </a:endParaRPr>
          </a:p>
          <a:p>
            <a:r>
              <a:rPr lang="zh-CN" altLang="en-US" dirty="0" smtClean="0">
                <a:latin typeface="黑体" panose="02010609060101010101" charset="-122"/>
                <a:ea typeface="黑体" panose="02010609060101010101" charset="-122"/>
                <a:cs typeface="黑体-简" panose="02000000000000000000" charset="-122"/>
              </a:rPr>
              <a:t> （模型具备世界知识）</a:t>
            </a:r>
            <a:endParaRPr lang="en-US" altLang="zh-CN" dirty="0">
              <a:latin typeface="黑体" panose="02010609060101010101" charset="-122"/>
              <a:ea typeface="黑体" panose="02010609060101010101" charset="-122"/>
              <a:cs typeface="黑体-简" panose="02000000000000000000" charset="-122"/>
            </a:endParaRPr>
          </a:p>
          <a:p>
            <a:pPr marL="285750" indent="-285750">
              <a:buFontTx/>
              <a:buChar char="-"/>
            </a:pPr>
            <a:r>
              <a:rPr lang="zh-CN" altLang="en-US" dirty="0" smtClean="0">
                <a:latin typeface="黑体" panose="02010609060101010101" charset="-122"/>
                <a:ea typeface="黑体" panose="02010609060101010101" charset="-122"/>
                <a:cs typeface="黑体-简" panose="02000000000000000000" charset="-122"/>
              </a:rPr>
              <a:t>统一不同任务和应用</a:t>
            </a:r>
            <a:endParaRPr lang="en-US" altLang="zh-CN" dirty="0">
              <a:latin typeface="黑体" panose="02010609060101010101" charset="-122"/>
              <a:ea typeface="黑体" panose="02010609060101010101" charset="-122"/>
              <a:cs typeface="黑体-简" panose="02000000000000000000" charset="-122"/>
            </a:endParaRPr>
          </a:p>
          <a:p>
            <a:pPr marL="285750" indent="-285750">
              <a:buFontTx/>
              <a:buChar char="-"/>
            </a:pPr>
            <a:r>
              <a:rPr lang="zh-CN" altLang="en-US" dirty="0" smtClean="0">
                <a:latin typeface="黑体" panose="02010609060101010101" charset="-122"/>
                <a:ea typeface="黑体" panose="02010609060101010101" charset="-122"/>
                <a:cs typeface="黑体-简" panose="02000000000000000000" charset="-122"/>
              </a:rPr>
              <a:t>泛化能力强</a:t>
            </a:r>
            <a:endParaRPr lang="en-US" altLang="zh-CN" dirty="0" smtClean="0">
              <a:latin typeface="黑体" panose="02010609060101010101" charset="-122"/>
              <a:ea typeface="黑体" panose="02010609060101010101" charset="-122"/>
              <a:cs typeface="黑体-简" panose="02000000000000000000" charset="-122"/>
            </a:endParaRPr>
          </a:p>
        </p:txBody>
      </p:sp>
      <p:sp>
        <p:nvSpPr>
          <p:cNvPr id="8" name="文本框 7"/>
          <p:cNvSpPr txBox="1"/>
          <p:nvPr/>
        </p:nvSpPr>
        <p:spPr>
          <a:xfrm>
            <a:off x="155575" y="6392143"/>
            <a:ext cx="7073361" cy="306705"/>
          </a:xfrm>
          <a:prstGeom prst="rect">
            <a:avLst/>
          </a:prstGeom>
          <a:noFill/>
        </p:spPr>
        <p:txBody>
          <a:bodyPr wrap="square" rtlCol="0">
            <a:spAutoFit/>
          </a:bodyPr>
          <a:lstStyle/>
          <a:p>
            <a:r>
              <a:rPr lang="zh-CN" altLang="en-US" sz="1400" dirty="0" smtClean="0">
                <a:solidFill>
                  <a:schemeClr val="bg2">
                    <a:lumMod val="75000"/>
                  </a:schemeClr>
                </a:solidFill>
                <a:cs typeface="黑体-简" panose="02000000000000000000" charset="-122"/>
              </a:rPr>
              <a:t>来源：</a:t>
            </a:r>
            <a:r>
              <a:rPr lang="en-US" altLang="zh-CN" sz="1400" dirty="0" smtClean="0">
                <a:solidFill>
                  <a:schemeClr val="bg2">
                    <a:lumMod val="75000"/>
                  </a:schemeClr>
                </a:solidFill>
                <a:cs typeface="黑体-简" panose="02000000000000000000" charset="-122"/>
              </a:rPr>
              <a:t>《AI </a:t>
            </a:r>
            <a:r>
              <a:rPr lang="zh-CN" altLang="en-US" sz="1400" dirty="0">
                <a:solidFill>
                  <a:schemeClr val="bg2">
                    <a:lumMod val="75000"/>
                  </a:schemeClr>
                </a:solidFill>
                <a:cs typeface="黑体-简" panose="02000000000000000000" charset="-122"/>
              </a:rPr>
              <a:t>大模型市场研究</a:t>
            </a:r>
            <a:r>
              <a:rPr lang="zh-CN" altLang="en-US" sz="1400" dirty="0" smtClean="0">
                <a:solidFill>
                  <a:schemeClr val="bg2">
                    <a:lumMod val="75000"/>
                  </a:schemeClr>
                </a:solidFill>
                <a:cs typeface="黑体-简" panose="02000000000000000000" charset="-122"/>
              </a:rPr>
              <a:t>报告</a:t>
            </a:r>
            <a:r>
              <a:rPr lang="en-US" altLang="zh-CN" sz="1400" dirty="0" smtClean="0">
                <a:solidFill>
                  <a:schemeClr val="bg2">
                    <a:lumMod val="75000"/>
                  </a:schemeClr>
                </a:solidFill>
                <a:cs typeface="黑体-简" panose="02000000000000000000" charset="-122"/>
              </a:rPr>
              <a:t>(2025</a:t>
            </a:r>
            <a:r>
              <a:rPr lang="en-US" altLang="zh-CN" sz="1400" dirty="0">
                <a:solidFill>
                  <a:schemeClr val="bg2">
                    <a:lumMod val="75000"/>
                  </a:schemeClr>
                </a:solidFill>
                <a:cs typeface="黑体-简" panose="02000000000000000000" charset="-122"/>
              </a:rPr>
              <a:t>)</a:t>
            </a:r>
            <a:r>
              <a:rPr lang="en-US" altLang="zh-CN" sz="1400" dirty="0" smtClean="0">
                <a:solidFill>
                  <a:schemeClr val="bg2">
                    <a:lumMod val="75000"/>
                  </a:schemeClr>
                </a:solidFill>
                <a:cs typeface="黑体-简" panose="02000000000000000000" charset="-122"/>
              </a:rPr>
              <a:t>》</a:t>
            </a:r>
            <a:endParaRPr lang="zh-CN" altLang="en-US" sz="1400" dirty="0">
              <a:solidFill>
                <a:schemeClr val="bg2">
                  <a:lumMod val="75000"/>
                </a:schemeClr>
              </a:solidFill>
              <a:cs typeface="黑体-简" panose="02000000000000000000" charset="-122"/>
            </a:endParaRPr>
          </a:p>
        </p:txBody>
      </p:sp>
      <p:sp>
        <p:nvSpPr>
          <p:cNvPr id="11" name="标题 43"/>
          <p:cNvSpPr>
            <a:spLocks noGrp="1"/>
          </p:cNvSpPr>
          <p:nvPr/>
        </p:nvSpPr>
        <p:spPr>
          <a:xfrm>
            <a:off x="660400" y="128587"/>
            <a:ext cx="10858500" cy="900112"/>
          </a:xfrm>
          <a:prstGeom prst="rect">
            <a:avLst/>
          </a:prstGeom>
        </p:spPr>
        <p:txBody>
          <a:bodyPr vert="horz" lIns="91440" tIns="45720" rIns="91440" bIns="45720" rtlCol="0" anchor="b">
            <a:normAutofit/>
          </a:bodyPr>
          <a:lstStyle>
            <a:lvl1pPr algn="l" defTabSz="914400" rtl="0" eaLnBrk="1" latinLnBrk="0" hangingPunct="1">
              <a:lnSpc>
                <a:spcPct val="100000"/>
              </a:lnSpc>
              <a:spcBef>
                <a:spcPct val="0"/>
              </a:spcBef>
              <a:buNone/>
              <a:defRPr sz="2800" b="1" kern="1200">
                <a:solidFill>
                  <a:schemeClr val="tx1"/>
                </a:solidFill>
                <a:latin typeface="+mj-lt"/>
                <a:ea typeface="+mj-ea"/>
                <a:cs typeface="+mj-cs"/>
              </a:defRPr>
            </a:lvl1pPr>
          </a:lstStyle>
          <a:p>
            <a:endParaRPr lang="zh-CN" altLang="en-US" dirty="0">
              <a:solidFill>
                <a:schemeClr val="tx1">
                  <a:lumMod val="75000"/>
                  <a:lumOff val="25000"/>
                </a:schemeClr>
              </a:solidFill>
              <a:latin typeface="黑体-简" panose="02000000000000000000" charset="-122"/>
              <a:ea typeface="黑体-简" panose="02000000000000000000" charset="-122"/>
              <a:cs typeface="黑体-简" panose="02000000000000000000" charset="-122"/>
              <a:sym typeface="黑体-简" panose="02000000000000000000" charset="-122"/>
            </a:endParaRPr>
          </a:p>
        </p:txBody>
      </p:sp>
    </p:spTree>
    <p:custDataLst>
      <p:tags r:id="rId2"/>
    </p:custDataLst>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a*1"/>
  <p:tag name="KSO_WM_UNIT_LAYERLEVEL" val="1"/>
  <p:tag name="KSO_WM_TAG_VERSION" val="3.0"/>
  <p:tag name="KSO_WM_BEAUTIFY_FLAG" val="#wm#"/>
  <p:tag name="KSO_WM_UNIT_ISCONTENTSTITLE" val="0"/>
  <p:tag name="KSO_WM_UNIT_ISNUMDGMTITLE" val="0"/>
  <p:tag name="KSO_WM_UNIT_PRESET_TEXT" val="单击此处编辑母版标题样式"/>
  <p:tag name="KSO_WM_UNIT_NOCLEAR" val="0"/>
  <p:tag name="KSO_WM_UNIT_VALUE" val="20"/>
  <p:tag name="KSO_WM_UNIT_TYPE" val="a"/>
  <p:tag name="KSO_WM_UNIT_INDEX" val="1"/>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59.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9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10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1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10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0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1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1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14.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115.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16.xml><?xml version="1.0" encoding="utf-8"?>
<p:tagLst xmlns:p="http://schemas.openxmlformats.org/presentationml/2006/main">
  <p:tag name="KSO_WM_BEAUTIFY_FLAG" val="#wm#"/>
  <p:tag name="KSO_WM_TEMPLATE_CATEGORY" val="custom"/>
  <p:tag name="KSO_WM_TEMPLATE_INDEX" val="20205081"/>
</p:tagLst>
</file>

<file path=ppt/tags/tag117.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31872_2*a*1"/>
  <p:tag name="KSO_WM_TEMPLATE_CATEGORY" val="diagram"/>
  <p:tag name="KSO_WM_TEMPLATE_INDEX" val="20231872"/>
  <p:tag name="KSO_WM_UNIT_LAYERLEVEL" val="1"/>
  <p:tag name="KSO_WM_TAG_VERSION" val="3.0"/>
  <p:tag name="KSO_WM_BEAUTIFY_FLAG" val="#wm#"/>
  <p:tag name="KSO_WM_UNIT_VALUE" val="30"/>
  <p:tag name="KSO_WM_UNIT_TEXT_TYPE" val="1"/>
  <p:tag name="KSO_WM_UNIT_PRESET_TEXT" val="单击此处添加标题"/>
  <p:tag name="KSO_WM_DIAGRAM_GROUP_CODE" val="l1-1"/>
  <p:tag name="KSO_WM_UNIT_TEXT_FILL_FORE_SCHEMECOLOR_INDEX" val="13"/>
  <p:tag name="KSO_WM_UNIT_TEXT_FILL_TYPE" val="1"/>
  <p:tag name="KSO_WM_UNIT_USESOURCEFORMAT_APPLY" val="1"/>
</p:tagLst>
</file>

<file path=ppt/tags/tag118.xml><?xml version="1.0" encoding="utf-8"?>
<p:tagLst xmlns:p="http://schemas.openxmlformats.org/presentationml/2006/main">
  <p:tag name="KSO_WM_DIAGRAM_VIRTUALLY_FRAME" val="{&quot;height&quot;:292.2,&quot;left&quot;:23.650000000000013,&quot;top&quot;:228.95,&quot;width&quot;:883}"/>
</p:tagLst>
</file>

<file path=ppt/tags/tag11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1872_3*l_h_f*1_4_1"/>
  <p:tag name="KSO_WM_TEMPLATE_CATEGORY" val="diagram"/>
  <p:tag name="KSO_WM_TEMPLATE_INDEX" val="20231872"/>
  <p:tag name="KSO_WM_UNIT_LAYERLEVEL" val="1_1_1"/>
  <p:tag name="KSO_WM_TAG_VERSION" val="3.0"/>
  <p:tag name="KSO_WM_UNIT_SUBTYPE" val="a"/>
  <p:tag name="KSO_WM_UNIT_TEXT_LAYER_COUNT" val="1"/>
  <p:tag name="KSO_WM_UNIT_NOCLEAR" val="0"/>
  <p:tag name="KSO_WM_UNIT_TYPE" val="l_h_f"/>
  <p:tag name="KSO_WM_UNIT_INDEX" val="1_4_1"/>
  <p:tag name="KSO_WM_DIAGRAM_VERSION" val="3"/>
  <p:tag name="KSO_WM_DIAGRAM_COLOR_TRICK" val="1"/>
  <p:tag name="KSO_WM_DIAGRAM_COLOR_TEXT_CAN_REMOVE" val="n"/>
  <p:tag name="KSO_WM_UNIT_TEXT_TYPE" val="1"/>
  <p:tag name="KSO_WM_DIAGRAM_MAX_ITEMCNT" val="4"/>
  <p:tag name="KSO_WM_DIAGRAM_MIN_ITEMCNT" val="2"/>
  <p:tag name="KSO_WM_DIAGRAM_VIRTUALLY_FRAME" val="{&quot;height&quot;:292.2,&quot;left&quot;:23.650000000000013,&quot;top&quot;:228.95,&quot;width&quot;:883}"/>
  <p:tag name="KSO_WM_DIAGRAM_COLOR_MATCH_VALUE" val="{&quot;shape&quot;:{&quot;fill&quot;:{&quot;gradient&quot;:[{&quot;brightness&quot;:0,&quot;colorType&quot;:2,&quot;pos&quot;:0,&quot;rgb&quot;:&quot;#ffffff&quot;,&quot;transparency&quot;:0.949999988079071},{&quot;brightness&quot;:0,&quot;colorType&quot;:1,&quot;foreColorIndex&quot;:5,&quot;pos&quot;:1,&quot;transparency&quot;:0.75}],&quot;type&quot;:3},&quot;glow&quot;:{&quot;colorType&quot;:0},&quot;line&quot;:{&quot;solidLine&quot;:{&quot;brightness&quot;:0.4000000059604645,&quot;colorType&quot;:1,&quot;foreColorIndex&quot;:5,&quot;transparency&quot;:0.550000011920929},&quot;type&quot;:1},&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添加正文，文字是您思想的提炼，为了最终演示发布的良好效果，请言简的阐述观点。单击此处输入智能图形项正文，文字是您思想的提炼，请尽量言简意赅的阐述观点。单击此处输入智能图形项正文，文字是您思想的提炼，请尽量言简意赅的阐述观点。单击添加正文，文字是您思想的提炼。"/>
  <p:tag name="KSO_WM_UNIT_FILL_TYPE" val="3"/>
  <p:tag name="KSO_WM_UNIT_LINE_FORE_SCHEMECOLOR_INDEX" val="8"/>
  <p:tag name="KSO_WM_UNIT_TEXT_FILL_FORE_SCHEMECOLOR_INDEX" val="1"/>
  <p:tag name="KSO_WM_UNIT_TEXT_FILL_TYPE" val="1"/>
  <p:tag name="KSO_WM_BEAUTIFY_FLAG" val="#wm#"/>
  <p:tag name="KSO_WM_UNIT_LINE_FILL_TYPE" val="2"/>
  <p:tag name="KSO_WM_UNIT_USESOURCEFORMAT_APPLY" val="1"/>
</p:tagLst>
</file>

<file path=ppt/tags/tag12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1872_3*l_h_f*1_3_1"/>
  <p:tag name="KSO_WM_TEMPLATE_CATEGORY" val="diagram"/>
  <p:tag name="KSO_WM_TEMPLATE_INDEX" val="20231872"/>
  <p:tag name="KSO_WM_UNIT_LAYERLEVEL" val="1_1_1"/>
  <p:tag name="KSO_WM_TAG_VERSION" val="3.0"/>
  <p:tag name="KSO_WM_UNIT_SUBTYPE" val="a"/>
  <p:tag name="KSO_WM_UNIT_TEXT_LAYER_COUNT" val="1"/>
  <p:tag name="KSO_WM_UNIT_NOCLEAR" val="0"/>
  <p:tag name="KSO_WM_UNIT_TYPE" val="l_h_f"/>
  <p:tag name="KSO_WM_UNIT_INDEX" val="1_3_1"/>
  <p:tag name="KSO_WM_DIAGRAM_VERSION" val="3"/>
  <p:tag name="KSO_WM_DIAGRAM_COLOR_TRICK" val="1"/>
  <p:tag name="KSO_WM_DIAGRAM_COLOR_TEXT_CAN_REMOVE" val="n"/>
  <p:tag name="KSO_WM_UNIT_TEXT_TYPE" val="1"/>
  <p:tag name="KSO_WM_DIAGRAM_MAX_ITEMCNT" val="4"/>
  <p:tag name="KSO_WM_DIAGRAM_MIN_ITEMCNT" val="2"/>
  <p:tag name="KSO_WM_DIAGRAM_VIRTUALLY_FRAME" val="{&quot;height&quot;:292.2,&quot;left&quot;:23.650000000000013,&quot;top&quot;:228.95,&quot;width&quot;:883}"/>
  <p:tag name="KSO_WM_DIAGRAM_COLOR_MATCH_VALUE" val="{&quot;shape&quot;:{&quot;fill&quot;:{&quot;gradient&quot;:[{&quot;brightness&quot;:0,&quot;colorType&quot;:2,&quot;pos&quot;:0,&quot;rgb&quot;:&quot;#ffffff&quot;,&quot;transparency&quot;:0.949999988079071},{&quot;brightness&quot;:0,&quot;colorType&quot;:1,&quot;foreColorIndex&quot;:5,&quot;pos&quot;:1,&quot;transparency&quot;:0.75}],&quot;type&quot;:3},&quot;glow&quot;:{&quot;colorType&quot;:0},&quot;line&quot;:{&quot;solidLine&quot;:{&quot;brightness&quot;:0.4000000059604645,&quot;colorType&quot;:1,&quot;foreColorIndex&quot;:5,&quot;transparency&quot;:0.550000011920929},&quot;type&quot;:1},&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此处输入智能图形项正文，文字是您思想的提炼，请尽量言简意赅的阐述观点。单击此处输入智能图形项正文，文字是您思想的提炼，请尽量言简意赅的阐述观点。单击此处输入智能图形项正文，文字是您思想的提炼，请尽量言简意赅的阐述观点。单击此处输入智能图形项正文，请尽量言简意赅的阐述观点。"/>
  <p:tag name="KSO_WM_UNIT_FILL_TYPE" val="3"/>
  <p:tag name="KSO_WM_UNIT_LINE_FORE_SCHEMECOLOR_INDEX" val="7"/>
  <p:tag name="KSO_WM_UNIT_TEXT_FILL_FORE_SCHEMECOLOR_INDEX" val="1"/>
  <p:tag name="KSO_WM_UNIT_TEXT_FILL_TYPE" val="1"/>
  <p:tag name="KSO_WM_BEAUTIFY_FLAG" val="#wm#"/>
  <p:tag name="KSO_WM_UNIT_LINE_FILL_TYPE" val="2"/>
  <p:tag name="KSO_WM_UNIT_USESOURCEFORMAT_APPLY" val="1"/>
</p:tagLst>
</file>

<file path=ppt/tags/tag12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1872_3*l_h_f*1_1_1"/>
  <p:tag name="KSO_WM_TEMPLATE_CATEGORY" val="diagram"/>
  <p:tag name="KSO_WM_TEMPLATE_INDEX" val="20231872"/>
  <p:tag name="KSO_WM_UNIT_LAYERLEVEL" val="1_1_1"/>
  <p:tag name="KSO_WM_TAG_VERSION" val="3.0"/>
  <p:tag name="KSO_WM_UNIT_SUBTYPE" val="a"/>
  <p:tag name="KSO_WM_UNIT_TEXT_LAYER_COUNT" val="1"/>
  <p:tag name="KSO_WM_UNIT_NOCLEAR" val="0"/>
  <p:tag name="KSO_WM_UNIT_TYPE" val="l_h_f"/>
  <p:tag name="KSO_WM_UNIT_INDEX" val="1_1_1"/>
  <p:tag name="KSO_WM_DIAGRAM_VERSION" val="3"/>
  <p:tag name="KSO_WM_DIAGRAM_COLOR_TRICK" val="1"/>
  <p:tag name="KSO_WM_DIAGRAM_COLOR_TEXT_CAN_REMOVE" val="n"/>
  <p:tag name="KSO_WM_UNIT_TEXT_TYPE" val="1"/>
  <p:tag name="KSO_WM_DIAGRAM_MAX_ITEMCNT" val="4"/>
  <p:tag name="KSO_WM_DIAGRAM_MIN_ITEMCNT" val="2"/>
  <p:tag name="KSO_WM_DIAGRAM_VIRTUALLY_FRAME" val="{&quot;height&quot;:292.2,&quot;left&quot;:23.650000000000013,&quot;top&quot;:228.95,&quot;width&quot;:883}"/>
  <p:tag name="KSO_WM_DIAGRAM_COLOR_MATCH_VALUE" val="{&quot;shape&quot;:{&quot;fill&quot;:{&quot;gradient&quot;:[{&quot;brightness&quot;:0,&quot;colorType&quot;:2,&quot;pos&quot;:0,&quot;rgb&quot;:&quot;#ffffff&quot;,&quot;transparency&quot;:0.949999988079071},{&quot;brightness&quot;:0,&quot;colorType&quot;:1,&quot;foreColorIndex&quot;:5,&quot;pos&quot;:1,&quot;transparency&quot;:0.75}],&quot;type&quot;:3},&quot;glow&quot;:{&quot;colorType&quot;:0},&quot;line&quot;:{&quot;solidLine&quot;:{&quot;brightness&quot;:0.4000000059604645,&quot;colorType&quot;:1,&quot;foreColorIndex&quot;:5,&quot;transparency&quot;:0.550000011920929},&quot;type&quot;:1},&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224"/>
  <p:tag name="KSO_WM_UNIT_PRESET_TEXT" val="单击此处输入智能图形项正文，文字是您思想的提炼，请尽量言简意赅的阐述观点。单击此处输入智能图形项正文，文字是您思想的提炼，请尽量言简意赅的阐述观点。单击此处输入智能图形项正文，文字是您思想的提炼，请尽量言简意赅的阐述观点。单击此处输入智能图形项正文，请尽量言简意赅的阐述观点。"/>
  <p:tag name="KSO_WM_UNIT_FILL_TYPE" val="3"/>
  <p:tag name="KSO_WM_UNIT_LINE_FORE_SCHEMECOLOR_INDEX" val="5"/>
  <p:tag name="KSO_WM_UNIT_TEXT_FILL_FORE_SCHEMECOLOR_INDEX" val="1"/>
  <p:tag name="KSO_WM_UNIT_TEXT_FILL_TYPE" val="1"/>
  <p:tag name="KSO_WM_BEAUTIFY_FLAG" val="#wm#"/>
  <p:tag name="KSO_WM_UNIT_LINE_FILL_TYPE" val="2"/>
  <p:tag name="KSO_WM_UNIT_USESOURCEFORMAT_APPLY" val="1"/>
</p:tagLst>
</file>

<file path=ppt/tags/tag122.xml><?xml version="1.0" encoding="utf-8"?>
<p:tagLst xmlns:p="http://schemas.openxmlformats.org/presentationml/2006/main">
  <p:tag name="KSO_WM_UNIT_SUBTYPE" val="d"/>
  <p:tag name="KSO_WM_UNIT_NOCLEAR" val="0"/>
  <p:tag name="KSO_WM_UNIT_VALUE" val="40"/>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diagram20231872_3*l_h_i*1_1_1"/>
  <p:tag name="KSO_WM_TEMPLATE_CATEGORY" val="diagram"/>
  <p:tag name="KSO_WM_TEMPLATE_INDEX" val="20231872"/>
  <p:tag name="KSO_WM_UNIT_LAYERLEVEL" val="1_1_1"/>
  <p:tag name="KSO_WM_TAG_VERSION" val="3.0"/>
  <p:tag name="KSO_WM_DIAGRAM_MAX_ITEMCNT" val="4"/>
  <p:tag name="KSO_WM_DIAGRAM_MIN_ITEMCNT" val="2"/>
  <p:tag name="KSO_WM_DIAGRAM_VIRTUALLY_FRAME" val="{&quot;height&quot;:292.2,&quot;left&quot;:23.650000000000013,&quot;top&quot;:228.95,&quot;width&quot;:88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8500000238418579},&quot;type&quot;:1},&quot;glow&quot;:{&quot;colorType&quot;:0},&quot;line&quot;:{&quot;type&quot;:0},&quot;shadow&quot;:{&quot;colorType&quot;:0},&quot;threeD&quot;:{&quot;curvedSurface&quot;:{&quot;brightness&quot;:0,&quot;colorType&quot;:2,&quot;rgb&quot;:&quot;#000000&quot;},&quot;depth&quot;:{&quot;colorType&quot;:0}}}}"/>
  <p:tag name="KSO_WM_UNIT_TEXT_LAYER_COUNT" val="1"/>
  <p:tag name="KSO_WM_DIAGRAM_VERSION" val="3"/>
  <p:tag name="KSO_WM_DIAGRAM_COLOR_TRICK" val="1"/>
  <p:tag name="KSO_WM_DIAGRAM_COLOR_TEXT_CAN_REMOVE" val="n"/>
  <p:tag name="KSO_WM_UNIT_TEXT_FILL_FORE_SCHEMECOLOR_INDEX" val="1"/>
  <p:tag name="KSO_WM_UNIT_TEXT_FILL_TYPE" val="1"/>
  <p:tag name="KSO_WM_BEAUTIFY_FLAG" val="#wm#"/>
  <p:tag name="KSO_WM_UNIT_USESOURCEFORMAT_APPLY" val="1"/>
</p:tagLst>
</file>

<file path=ppt/tags/tag12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1872_3*l_h_i*1_1_3"/>
  <p:tag name="KSO_WM_TEMPLATE_CATEGORY" val="diagram"/>
  <p:tag name="KSO_WM_TEMPLATE_INDEX" val="20231872"/>
  <p:tag name="KSO_WM_UNIT_LAYERLEVEL" val="1_1_1"/>
  <p:tag name="KSO_WM_TAG_VERSION" val="3.0"/>
  <p:tag name="KSO_WM_UNIT_TYPE" val="l_h_i"/>
  <p:tag name="KSO_WM_UNIT_INDEX" val="1_1_3"/>
  <p:tag name="KSO_WM_DIAGRAM_VERSION" val="3"/>
  <p:tag name="KSO_WM_DIAGRAM_COLOR_TRICK" val="1"/>
  <p:tag name="KSO_WM_DIAGRAM_COLOR_TEXT_CAN_REMOVE" val="n"/>
  <p:tag name="KSO_WM_DIAGRAM_MAX_ITEMCNT" val="4"/>
  <p:tag name="KSO_WM_DIAGRAM_MIN_ITEMCNT" val="2"/>
  <p:tag name="KSO_WM_DIAGRAM_VIRTUALLY_FRAME" val="{&quot;height&quot;:292.2,&quot;left&quot;:23.650000000000013,&quot;top&quot;:228.95,&quot;width&quot;:883}"/>
  <p:tag name="KSO_WM_DIAGRAM_COLOR_MATCH_VALUE" val="{&quot;shape&quot;:{&quot;fill&quot;:{&quot;gradient&quot;:[{&quot;brightness&quot;:0.4000000059604645,&quot;colorType&quot;:1,&quot;foreColorIndex&quot;:5,&quot;pos&quot;:0,&quot;transparency&quot;:0},{&quot;brightness&quot;:0,&quot;colorType&quot;:1,&quot;foreColorIndex&quot;:5,&quot;pos&quot;:1,&quot;transparency&quot;:0}],&quot;type&quot;:3},&quot;glow&quot;:{&quot;colorType&quot;:0},&quot;line&quot;:{&quot;type&quot;:0},&quot;shadow&quot;:{&quot;brightness&quot;:-0.25,&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BEAUTIFY_FLAG" val="#wm#"/>
  <p:tag name="KSO_WM_UNIT_SHADOW_SCHEMECOLOR_INDEX" val="5"/>
  <p:tag name="KSO_WM_UNIT_TEXT_FILL_FORE_SCHEMECOLOR_INDEX" val="2"/>
  <p:tag name="KSO_WM_UNIT_TEXT_FILL_TYPE" val="1"/>
  <p:tag name="KSO_WM_UNIT_USESOURCEFORMAT_APPLY" val="1"/>
</p:tagLst>
</file>

<file path=ppt/tags/tag12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1872_3*l_h_x*1_1_1"/>
  <p:tag name="KSO_WM_TEMPLATE_CATEGORY" val="diagram"/>
  <p:tag name="KSO_WM_TEMPLATE_INDEX" val="20231872"/>
  <p:tag name="KSO_WM_UNIT_LAYERLEVEL" val="1_1_1"/>
  <p:tag name="KSO_WM_TAG_VERSION" val="3.0"/>
  <p:tag name="KSO_WM_UNIT_VALUE" val="57*57"/>
  <p:tag name="KSO_WM_UNIT_TYPE" val="l_h_x"/>
  <p:tag name="KSO_WM_UNIT_INDEX" val="1_1_1"/>
  <p:tag name="KSO_WM_DIAGRAM_VERSION" val="3"/>
  <p:tag name="KSO_WM_DIAGRAM_COLOR_TRICK" val="1"/>
  <p:tag name="KSO_WM_DIAGRAM_COLOR_TEXT_CAN_REMOVE" val="n"/>
  <p:tag name="KSO_WM_DIAGRAM_MAX_ITEMCNT" val="4"/>
  <p:tag name="KSO_WM_DIAGRAM_MIN_ITEMCNT" val="2"/>
  <p:tag name="KSO_WM_DIAGRAM_VIRTUALLY_FRAME" val="{&quot;height&quot;:292.2,&quot;left&quot;:23.650000000000013,&quot;top&quot;:228.95,&quot;width&quot;:883}"/>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UNIT_USESOURCEFORMAT_APPLY" val="1"/>
</p:tagLst>
</file>

<file path=ppt/tags/tag12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1872_3*l_h_f*1_2_1"/>
  <p:tag name="KSO_WM_TEMPLATE_CATEGORY" val="diagram"/>
  <p:tag name="KSO_WM_TEMPLATE_INDEX" val="20231872"/>
  <p:tag name="KSO_WM_UNIT_LAYERLEVEL" val="1_1_1"/>
  <p:tag name="KSO_WM_TAG_VERSION" val="3.0"/>
  <p:tag name="KSO_WM_UNIT_SUBTYPE" val="a"/>
  <p:tag name="KSO_WM_UNIT_TEXT_LAYER_COUNT" val="1"/>
  <p:tag name="KSO_WM_UNIT_NOCLEAR" val="0"/>
  <p:tag name="KSO_WM_UNIT_TYPE" val="l_h_f"/>
  <p:tag name="KSO_WM_UNIT_INDEX" val="1_2_1"/>
  <p:tag name="KSO_WM_DIAGRAM_VERSION" val="3"/>
  <p:tag name="KSO_WM_DIAGRAM_COLOR_TRICK" val="1"/>
  <p:tag name="KSO_WM_DIAGRAM_COLOR_TEXT_CAN_REMOVE" val="n"/>
  <p:tag name="KSO_WM_UNIT_TEXT_TYPE" val="1"/>
  <p:tag name="KSO_WM_DIAGRAM_MAX_ITEMCNT" val="4"/>
  <p:tag name="KSO_WM_DIAGRAM_MIN_ITEMCNT" val="2"/>
  <p:tag name="KSO_WM_DIAGRAM_VIRTUALLY_FRAME" val="{&quot;height&quot;:292.2,&quot;left&quot;:23.650000000000013,&quot;top&quot;:228.95,&quot;width&quot;:883}"/>
  <p:tag name="KSO_WM_DIAGRAM_COLOR_MATCH_VALUE" val="{&quot;shape&quot;:{&quot;fill&quot;:{&quot;gradient&quot;:[{&quot;brightness&quot;:0,&quot;colorType&quot;:2,&quot;pos&quot;:0,&quot;rgb&quot;:&quot;#ffffff&quot;,&quot;transparency&quot;:0.949999988079071},{&quot;brightness&quot;:0,&quot;colorType&quot;:1,&quot;foreColorIndex&quot;:5,&quot;pos&quot;:1,&quot;transparency&quot;:0.75}],&quot;type&quot;:3},&quot;glow&quot;:{&quot;colorType&quot;:0},&quot;line&quot;:{&quot;solidLine&quot;:{&quot;brightness&quot;:0.4000000059604645,&quot;colorType&quot;:1,&quot;foreColorIndex&quot;:5,&quot;transparency&quot;:0.550000011920929},&quot;type&quot;:1},&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224"/>
  <p:tag name="KSO_WM_UNIT_PRESET_TEXT" val="单击添加正文，文字是您思想的提炼，为了最终演示发布的良好效果，请言简的阐述观点。单击此处输入智能图形项正文，文字是您思想的提炼，请尽量言简意赅的阐述观点。单击此处输入智能图形项正文，文字是您思想的提炼，请尽量言简意赅的阐述观点。单击添加正文，文字是您思想的提炼。"/>
  <p:tag name="KSO_WM_UNIT_FILL_TYPE" val="3"/>
  <p:tag name="KSO_WM_UNIT_LINE_FORE_SCHEMECOLOR_INDEX" val="6"/>
  <p:tag name="KSO_WM_UNIT_TEXT_FILL_FORE_SCHEMECOLOR_INDEX" val="1"/>
  <p:tag name="KSO_WM_UNIT_TEXT_FILL_TYPE" val="1"/>
  <p:tag name="KSO_WM_BEAUTIFY_FLAG" val="#wm#"/>
  <p:tag name="KSO_WM_UNIT_LINE_FILL_TYPE" val="2"/>
  <p:tag name="KSO_WM_UNIT_USESOURCEFORMAT_APPLY" val="1"/>
</p:tagLst>
</file>

<file path=ppt/tags/tag126.xml><?xml version="1.0" encoding="utf-8"?>
<p:tagLst xmlns:p="http://schemas.openxmlformats.org/presentationml/2006/main">
  <p:tag name="KSO_WM_UNIT_SUBTYPE" val="d"/>
  <p:tag name="KSO_WM_UNIT_NOCLEAR" val="0"/>
  <p:tag name="KSO_WM_UNIT_VALUE" val="40"/>
  <p:tag name="KSO_WM_UNIT_HIGHLIGHT" val="0"/>
  <p:tag name="KSO_WM_UNIT_COMPATIBLE" val="0"/>
  <p:tag name="KSO_WM_UNIT_DIAGRAM_ISNUMVISUAL" val="0"/>
  <p:tag name="KSO_WM_UNIT_DIAGRAM_ISREFERUNIT" val="0"/>
  <p:tag name="KSO_WM_DIAGRAM_GROUP_CODE" val="l1-1"/>
  <p:tag name="KSO_WM_UNIT_TYPE" val="l_h_i"/>
  <p:tag name="KSO_WM_UNIT_INDEX" val="1_2_1"/>
  <p:tag name="KSO_WM_UNIT_ID" val="diagram20231872_3*l_h_i*1_2_1"/>
  <p:tag name="KSO_WM_TEMPLATE_CATEGORY" val="diagram"/>
  <p:tag name="KSO_WM_TEMPLATE_INDEX" val="20231872"/>
  <p:tag name="KSO_WM_UNIT_LAYERLEVEL" val="1_1_1"/>
  <p:tag name="KSO_WM_TAG_VERSION" val="3.0"/>
  <p:tag name="KSO_WM_DIAGRAM_MAX_ITEMCNT" val="4"/>
  <p:tag name="KSO_WM_DIAGRAM_MIN_ITEMCNT" val="2"/>
  <p:tag name="KSO_WM_DIAGRAM_VIRTUALLY_FRAME" val="{&quot;height&quot;:292.2,&quot;left&quot;:23.650000000000013,&quot;top&quot;:228.95,&quot;width&quot;:88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8500000238418579},&quot;type&quot;:1},&quot;glow&quot;:{&quot;colorType&quot;:0},&quot;line&quot;:{&quot;type&quot;:0},&quot;shadow&quot;:{&quot;colorType&quot;:0},&quot;threeD&quot;:{&quot;curvedSurface&quot;:{&quot;brightness&quot;:0,&quot;colorType&quot;:2,&quot;rgb&quot;:&quot;#000000&quot;},&quot;depth&quot;:{&quot;colorType&quot;:0}}}}"/>
  <p:tag name="KSO_WM_UNIT_TEXT_LAYER_COUNT" val="1"/>
  <p:tag name="KSO_WM_DIAGRAM_VERSION" val="3"/>
  <p:tag name="KSO_WM_DIAGRAM_COLOR_TRICK" val="1"/>
  <p:tag name="KSO_WM_DIAGRAM_COLOR_TEXT_CAN_REMOVE" val="n"/>
  <p:tag name="KSO_WM_UNIT_TEXT_FILL_FORE_SCHEMECOLOR_INDEX" val="1"/>
  <p:tag name="KSO_WM_UNIT_TEXT_FILL_TYPE" val="1"/>
  <p:tag name="KSO_WM_BEAUTIFY_FLAG" val="#wm#"/>
  <p:tag name="KSO_WM_UNIT_USESOURCEFORMAT_APPLY" val="1"/>
</p:tagLst>
</file>

<file path=ppt/tags/tag12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1872_3*l_h_i*1_2_3"/>
  <p:tag name="KSO_WM_TEMPLATE_CATEGORY" val="diagram"/>
  <p:tag name="KSO_WM_TEMPLATE_INDEX" val="20231872"/>
  <p:tag name="KSO_WM_UNIT_LAYERLEVEL" val="1_1_1"/>
  <p:tag name="KSO_WM_TAG_VERSION" val="3.0"/>
  <p:tag name="KSO_WM_UNIT_TYPE" val="l_h_i"/>
  <p:tag name="KSO_WM_UNIT_INDEX" val="1_2_3"/>
  <p:tag name="KSO_WM_DIAGRAM_VERSION" val="3"/>
  <p:tag name="KSO_WM_DIAGRAM_COLOR_TRICK" val="1"/>
  <p:tag name="KSO_WM_DIAGRAM_COLOR_TEXT_CAN_REMOVE" val="n"/>
  <p:tag name="KSO_WM_DIAGRAM_MAX_ITEMCNT" val="4"/>
  <p:tag name="KSO_WM_DIAGRAM_MIN_ITEMCNT" val="2"/>
  <p:tag name="KSO_WM_DIAGRAM_VIRTUALLY_FRAME" val="{&quot;height&quot;:292.2,&quot;left&quot;:23.650000000000013,&quot;top&quot;:228.95,&quot;width&quot;:883}"/>
  <p:tag name="KSO_WM_DIAGRAM_COLOR_MATCH_VALUE" val="{&quot;shape&quot;:{&quot;fill&quot;:{&quot;gradient&quot;:[{&quot;brightness&quot;:0.4000000059604645,&quot;colorType&quot;:1,&quot;foreColorIndex&quot;:5,&quot;pos&quot;:0,&quot;transparency&quot;:0},{&quot;brightness&quot;:0,&quot;colorType&quot;:1,&quot;foreColorIndex&quot;:5,&quot;pos&quot;:1,&quot;transparency&quot;:0}],&quot;type&quot;:3},&quot;glow&quot;:{&quot;colorType&quot;:0},&quot;line&quot;:{&quot;type&quot;:0},&quot;shadow&quot;:{&quot;brightness&quot;:-0.25,&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BEAUTIFY_FLAG" val="#wm#"/>
  <p:tag name="KSO_WM_UNIT_SHADOW_SCHEMECOLOR_INDEX" val="6"/>
  <p:tag name="KSO_WM_UNIT_TEXT_FILL_FORE_SCHEMECOLOR_INDEX" val="2"/>
  <p:tag name="KSO_WM_UNIT_TEXT_FILL_TYPE" val="1"/>
  <p:tag name="KSO_WM_UNIT_USESOURCEFORMAT_APPLY" val="1"/>
</p:tagLst>
</file>

<file path=ppt/tags/tag12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1872_3*l_h_x*1_2_1"/>
  <p:tag name="KSO_WM_TEMPLATE_CATEGORY" val="diagram"/>
  <p:tag name="KSO_WM_TEMPLATE_INDEX" val="20231872"/>
  <p:tag name="KSO_WM_UNIT_LAYERLEVEL" val="1_1_1"/>
  <p:tag name="KSO_WM_TAG_VERSION" val="3.0"/>
  <p:tag name="KSO_WM_UNIT_VALUE" val="64*64"/>
  <p:tag name="KSO_WM_UNIT_TYPE" val="l_h_x"/>
  <p:tag name="KSO_WM_UNIT_INDEX" val="1_2_1"/>
  <p:tag name="KSO_WM_DIAGRAM_VERSION" val="3"/>
  <p:tag name="KSO_WM_DIAGRAM_COLOR_TRICK" val="1"/>
  <p:tag name="KSO_WM_DIAGRAM_COLOR_TEXT_CAN_REMOVE" val="n"/>
  <p:tag name="KSO_WM_DIAGRAM_MAX_ITEMCNT" val="4"/>
  <p:tag name="KSO_WM_DIAGRAM_MIN_ITEMCNT" val="2"/>
  <p:tag name="KSO_WM_DIAGRAM_VIRTUALLY_FRAME" val="{&quot;height&quot;:292.2,&quot;left&quot;:23.650000000000013,&quot;top&quot;:228.95,&quot;width&quot;:883}"/>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UNIT_USESOURCEFORMAT_APPLY" val="1"/>
</p:tagLst>
</file>

<file path=ppt/tags/tag129.xml><?xml version="1.0" encoding="utf-8"?>
<p:tagLst xmlns:p="http://schemas.openxmlformats.org/presentationml/2006/main">
  <p:tag name="KSO_WM_UNIT_SUBTYPE" val="d"/>
  <p:tag name="KSO_WM_UNIT_NOCLEAR" val="0"/>
  <p:tag name="KSO_WM_UNIT_VALUE" val="40"/>
  <p:tag name="KSO_WM_UNIT_HIGHLIGHT" val="0"/>
  <p:tag name="KSO_WM_UNIT_COMPATIBLE" val="0"/>
  <p:tag name="KSO_WM_UNIT_DIAGRAM_ISNUMVISUAL" val="0"/>
  <p:tag name="KSO_WM_UNIT_DIAGRAM_ISREFERUNIT" val="0"/>
  <p:tag name="KSO_WM_DIAGRAM_GROUP_CODE" val="l1-1"/>
  <p:tag name="KSO_WM_UNIT_TYPE" val="l_h_i"/>
  <p:tag name="KSO_WM_UNIT_INDEX" val="1_4_1"/>
  <p:tag name="KSO_WM_UNIT_ID" val="diagram20231872_3*l_h_i*1_4_1"/>
  <p:tag name="KSO_WM_TEMPLATE_CATEGORY" val="diagram"/>
  <p:tag name="KSO_WM_TEMPLATE_INDEX" val="20231872"/>
  <p:tag name="KSO_WM_UNIT_LAYERLEVEL" val="1_1_1"/>
  <p:tag name="KSO_WM_TAG_VERSION" val="3.0"/>
  <p:tag name="KSO_WM_DIAGRAM_MAX_ITEMCNT" val="4"/>
  <p:tag name="KSO_WM_DIAGRAM_MIN_ITEMCNT" val="2"/>
  <p:tag name="KSO_WM_DIAGRAM_VIRTUALLY_FRAME" val="{&quot;height&quot;:292.2,&quot;left&quot;:23.650000000000013,&quot;top&quot;:228.95,&quot;width&quot;:88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8500000238418579},&quot;type&quot;:1},&quot;glow&quot;:{&quot;colorType&quot;:0},&quot;line&quot;:{&quot;type&quot;:0},&quot;shadow&quot;:{&quot;colorType&quot;:0},&quot;threeD&quot;:{&quot;curvedSurface&quot;:{&quot;brightness&quot;:0,&quot;colorType&quot;:2,&quot;rgb&quot;:&quot;#000000&quot;},&quot;depth&quot;:{&quot;colorType&quot;:0}}}}"/>
  <p:tag name="KSO_WM_UNIT_TEXT_LAYER_COUNT" val="1"/>
  <p:tag name="KSO_WM_DIAGRAM_VERSION" val="3"/>
  <p:tag name="KSO_WM_DIAGRAM_COLOR_TRICK" val="1"/>
  <p:tag name="KSO_WM_DIAGRAM_COLOR_TEXT_CAN_REMOVE" val="n"/>
  <p:tag name="KSO_WM_UNIT_TEXT_FILL_FORE_SCHEMECOLOR_INDEX" val="1"/>
  <p:tag name="KSO_WM_UNIT_TEXT_FILL_TYPE" val="1"/>
  <p:tag name="KSO_WM_BEAUTIFY_FLAG" val="#wm#"/>
  <p:tag name="KSO_WM_UNIT_USESOURCEFORMAT_APPLY" val="1"/>
</p:tagLst>
</file>

<file path=ppt/tags/tag13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1872_3*l_h_i*1_3_3"/>
  <p:tag name="KSO_WM_TEMPLATE_CATEGORY" val="diagram"/>
  <p:tag name="KSO_WM_TEMPLATE_INDEX" val="20231872"/>
  <p:tag name="KSO_WM_UNIT_LAYERLEVEL" val="1_1_1"/>
  <p:tag name="KSO_WM_TAG_VERSION" val="3.0"/>
  <p:tag name="KSO_WM_UNIT_TYPE" val="l_h_i"/>
  <p:tag name="KSO_WM_UNIT_INDEX" val="1_3_3"/>
  <p:tag name="KSO_WM_DIAGRAM_VERSION" val="3"/>
  <p:tag name="KSO_WM_DIAGRAM_COLOR_TRICK" val="1"/>
  <p:tag name="KSO_WM_DIAGRAM_COLOR_TEXT_CAN_REMOVE" val="n"/>
  <p:tag name="KSO_WM_DIAGRAM_MAX_ITEMCNT" val="4"/>
  <p:tag name="KSO_WM_DIAGRAM_MIN_ITEMCNT" val="2"/>
  <p:tag name="KSO_WM_DIAGRAM_VIRTUALLY_FRAME" val="{&quot;height&quot;:292.2,&quot;left&quot;:23.650000000000013,&quot;top&quot;:228.95,&quot;width&quot;:883}"/>
  <p:tag name="KSO_WM_DIAGRAM_COLOR_MATCH_VALUE" val="{&quot;shape&quot;:{&quot;fill&quot;:{&quot;gradient&quot;:[{&quot;brightness&quot;:0.4000000059604645,&quot;colorType&quot;:1,&quot;foreColorIndex&quot;:5,&quot;pos&quot;:0,&quot;transparency&quot;:0},{&quot;brightness&quot;:0,&quot;colorType&quot;:1,&quot;foreColorIndex&quot;:5,&quot;pos&quot;:1,&quot;transparency&quot;:0}],&quot;type&quot;:3},&quot;glow&quot;:{&quot;colorType&quot;:0},&quot;line&quot;:{&quot;type&quot;:0},&quot;shadow&quot;:{&quot;brightness&quot;:-0.25,&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BEAUTIFY_FLAG" val="#wm#"/>
  <p:tag name="KSO_WM_UNIT_SHADOW_SCHEMECOLOR_INDEX" val="7"/>
  <p:tag name="KSO_WM_UNIT_TEXT_FILL_FORE_SCHEMECOLOR_INDEX" val="2"/>
  <p:tag name="KSO_WM_UNIT_TEXT_FILL_TYPE" val="1"/>
  <p:tag name="KSO_WM_UNIT_USESOURCEFORMAT_APPLY" val="1"/>
</p:tagLst>
</file>

<file path=ppt/tags/tag13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1872_3*l_h_x*1_3_1"/>
  <p:tag name="KSO_WM_TEMPLATE_CATEGORY" val="diagram"/>
  <p:tag name="KSO_WM_TEMPLATE_INDEX" val="20231872"/>
  <p:tag name="KSO_WM_UNIT_LAYERLEVEL" val="1_1_1"/>
  <p:tag name="KSO_WM_TAG_VERSION" val="3.0"/>
  <p:tag name="KSO_WM_UNIT_VALUE" val="64*64"/>
  <p:tag name="KSO_WM_UNIT_TYPE" val="l_h_x"/>
  <p:tag name="KSO_WM_UNIT_INDEX" val="1_3_1"/>
  <p:tag name="KSO_WM_DIAGRAM_VERSION" val="3"/>
  <p:tag name="KSO_WM_DIAGRAM_COLOR_TRICK" val="1"/>
  <p:tag name="KSO_WM_DIAGRAM_COLOR_TEXT_CAN_REMOVE" val="n"/>
  <p:tag name="KSO_WM_DIAGRAM_MAX_ITEMCNT" val="4"/>
  <p:tag name="KSO_WM_DIAGRAM_MIN_ITEMCNT" val="2"/>
  <p:tag name="KSO_WM_DIAGRAM_VIRTUALLY_FRAME" val="{&quot;height&quot;:292.2,&quot;left&quot;:23.650000000000013,&quot;top&quot;:228.95,&quot;width&quot;:883}"/>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UNIT_USESOURCEFORMAT_APPLY" val="1"/>
</p:tagLst>
</file>

<file path=ppt/tags/tag132.xml><?xml version="1.0" encoding="utf-8"?>
<p:tagLst xmlns:p="http://schemas.openxmlformats.org/presentationml/2006/main">
  <p:tag name="KSO_WM_UNIT_SUBTYPE" val="d"/>
  <p:tag name="KSO_WM_UNIT_NOCLEAR" val="0"/>
  <p:tag name="KSO_WM_UNIT_VALUE" val="40"/>
  <p:tag name="KSO_WM_UNIT_HIGHLIGHT" val="0"/>
  <p:tag name="KSO_WM_UNIT_COMPATIBLE" val="0"/>
  <p:tag name="KSO_WM_UNIT_DIAGRAM_ISNUMVISUAL" val="0"/>
  <p:tag name="KSO_WM_UNIT_DIAGRAM_ISREFERUNIT" val="0"/>
  <p:tag name="KSO_WM_DIAGRAM_GROUP_CODE" val="l1-1"/>
  <p:tag name="KSO_WM_UNIT_TYPE" val="l_h_i"/>
  <p:tag name="KSO_WM_UNIT_INDEX" val="1_3_1"/>
  <p:tag name="KSO_WM_UNIT_ID" val="diagram20231872_3*l_h_i*1_3_1"/>
  <p:tag name="KSO_WM_TEMPLATE_CATEGORY" val="diagram"/>
  <p:tag name="KSO_WM_TEMPLATE_INDEX" val="20231872"/>
  <p:tag name="KSO_WM_UNIT_LAYERLEVEL" val="1_1_1"/>
  <p:tag name="KSO_WM_TAG_VERSION" val="3.0"/>
  <p:tag name="KSO_WM_DIAGRAM_MAX_ITEMCNT" val="4"/>
  <p:tag name="KSO_WM_DIAGRAM_MIN_ITEMCNT" val="2"/>
  <p:tag name="KSO_WM_DIAGRAM_VIRTUALLY_FRAME" val="{&quot;height&quot;:292.2,&quot;left&quot;:23.650000000000013,&quot;top&quot;:228.95,&quot;width&quot;:88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8500000238418579},&quot;type&quot;:1},&quot;glow&quot;:{&quot;colorType&quot;:0},&quot;line&quot;:{&quot;type&quot;:0},&quot;shadow&quot;:{&quot;colorType&quot;:0},&quot;threeD&quot;:{&quot;curvedSurface&quot;:{&quot;brightness&quot;:0,&quot;colorType&quot;:2,&quot;rgb&quot;:&quot;#000000&quot;},&quot;depth&quot;:{&quot;colorType&quot;:0}}}}"/>
  <p:tag name="KSO_WM_UNIT_TEXT_LAYER_COUNT" val="1"/>
  <p:tag name="KSO_WM_DIAGRAM_VERSION" val="3"/>
  <p:tag name="KSO_WM_DIAGRAM_COLOR_TRICK" val="1"/>
  <p:tag name="KSO_WM_DIAGRAM_COLOR_TEXT_CAN_REMOVE" val="n"/>
  <p:tag name="KSO_WM_UNIT_TEXT_FILL_FORE_SCHEMECOLOR_INDEX" val="1"/>
  <p:tag name="KSO_WM_UNIT_TEXT_FILL_TYPE" val="1"/>
  <p:tag name="KSO_WM_BEAUTIFY_FLAG" val="#wm#"/>
  <p:tag name="KSO_WM_UNIT_USESOURCEFORMAT_APPLY" val="1"/>
</p:tagLst>
</file>

<file path=ppt/tags/tag13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1872_3*l_h_i*1_4_3"/>
  <p:tag name="KSO_WM_TEMPLATE_CATEGORY" val="diagram"/>
  <p:tag name="KSO_WM_TEMPLATE_INDEX" val="20231872"/>
  <p:tag name="KSO_WM_UNIT_LAYERLEVEL" val="1_1_1"/>
  <p:tag name="KSO_WM_TAG_VERSION" val="3.0"/>
  <p:tag name="KSO_WM_UNIT_TYPE" val="l_h_i"/>
  <p:tag name="KSO_WM_UNIT_INDEX" val="1_4_3"/>
  <p:tag name="KSO_WM_DIAGRAM_VERSION" val="3"/>
  <p:tag name="KSO_WM_DIAGRAM_COLOR_TRICK" val="1"/>
  <p:tag name="KSO_WM_DIAGRAM_COLOR_TEXT_CAN_REMOVE" val="n"/>
  <p:tag name="KSO_WM_DIAGRAM_MAX_ITEMCNT" val="4"/>
  <p:tag name="KSO_WM_DIAGRAM_MIN_ITEMCNT" val="2"/>
  <p:tag name="KSO_WM_DIAGRAM_VIRTUALLY_FRAME" val="{&quot;height&quot;:292.2,&quot;left&quot;:23.650000000000013,&quot;top&quot;:228.95,&quot;width&quot;:883}"/>
  <p:tag name="KSO_WM_DIAGRAM_COLOR_MATCH_VALUE" val="{&quot;shape&quot;:{&quot;fill&quot;:{&quot;gradient&quot;:[{&quot;brightness&quot;:0.4000000059604645,&quot;colorType&quot;:1,&quot;foreColorIndex&quot;:5,&quot;pos&quot;:0,&quot;transparency&quot;:0},{&quot;brightness&quot;:0,&quot;colorType&quot;:1,&quot;foreColorIndex&quot;:5,&quot;pos&quot;:1,&quot;transparency&quot;:0}],&quot;type&quot;:3},&quot;glow&quot;:{&quot;colorType&quot;:0},&quot;line&quot;:{&quot;type&quot;:0},&quot;shadow&quot;:{&quot;brightness&quot;:-0.25,&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BEAUTIFY_FLAG" val="#wm#"/>
  <p:tag name="KSO_WM_UNIT_SHADOW_SCHEMECOLOR_INDEX" val="8"/>
  <p:tag name="KSO_WM_UNIT_TEXT_FILL_FORE_SCHEMECOLOR_INDEX" val="2"/>
  <p:tag name="KSO_WM_UNIT_TEXT_FILL_TYPE" val="1"/>
  <p:tag name="KSO_WM_UNIT_USESOURCEFORMAT_APPLY" val="1"/>
</p:tagLst>
</file>

<file path=ppt/tags/tag13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1872_3*l_h_x*1_4_1"/>
  <p:tag name="KSO_WM_TEMPLATE_CATEGORY" val="diagram"/>
  <p:tag name="KSO_WM_TEMPLATE_INDEX" val="20231872"/>
  <p:tag name="KSO_WM_UNIT_LAYERLEVEL" val="1_1_1"/>
  <p:tag name="KSO_WM_TAG_VERSION" val="3.0"/>
  <p:tag name="KSO_WM_UNIT_VALUE" val="65*65"/>
  <p:tag name="KSO_WM_UNIT_TYPE" val="l_h_x"/>
  <p:tag name="KSO_WM_UNIT_INDEX" val="1_4_1"/>
  <p:tag name="KSO_WM_DIAGRAM_VERSION" val="3"/>
  <p:tag name="KSO_WM_DIAGRAM_COLOR_TRICK" val="1"/>
  <p:tag name="KSO_WM_DIAGRAM_COLOR_TEXT_CAN_REMOVE" val="n"/>
  <p:tag name="KSO_WM_DIAGRAM_MAX_ITEMCNT" val="4"/>
  <p:tag name="KSO_WM_DIAGRAM_MIN_ITEMCNT" val="2"/>
  <p:tag name="KSO_WM_DIAGRAM_VIRTUALLY_FRAME" val="{&quot;height&quot;:292.2,&quot;left&quot;:23.650000000000013,&quot;top&quot;:228.95,&quot;width&quot;:883}"/>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UNIT_USESOURCEFORMAT_APPLY" val="1"/>
</p:tagLst>
</file>

<file path=ppt/tags/tag135.xml><?xml version="1.0" encoding="utf-8"?>
<p:tagLst xmlns:p="http://schemas.openxmlformats.org/presentationml/2006/main">
  <p:tag name="KSO_WM_SLIDE_ID" val="diagram20231872_2"/>
  <p:tag name="KSO_WM_TEMPLATE_SUBCATEGORY" val="0"/>
  <p:tag name="KSO_WM_TEMPLATE_MASTER_TYPE" val="0"/>
  <p:tag name="KSO_WM_TEMPLATE_COLOR_TYPE" val="0"/>
  <p:tag name="KSO_WM_SLIDE_ITEM_CNT" val="3"/>
  <p:tag name="KSO_WM_SLIDE_INDEX" val="2"/>
  <p:tag name="KSO_WM_TAG_VERSION" val="3.0"/>
  <p:tag name="KSO_WM_BEAUTIFY_FLAG" val="#wm#"/>
  <p:tag name="KSO_WM_TEMPLATE_CATEGORY" val="diagram"/>
  <p:tag name="KSO_WM_TEMPLATE_INDEX" val="20231872"/>
  <p:tag name="KSO_WM_SLIDE_TYPE" val="text"/>
  <p:tag name="KSO_WM_SLIDE_SUBTYPE" val="diag"/>
  <p:tag name="KSO_WM_SLIDE_SIZE" val="850.4*388.55"/>
  <p:tag name="KSO_WM_SLIDE_POSITION" val="54.8*113.3"/>
  <p:tag name="KSO_WM_SLIDE_LAYOUT" val="a_l"/>
  <p:tag name="KSO_WM_SLIDE_LAYOUT_CNT" val="1_1"/>
  <p:tag name="KSO_WM_SPECIAL_SOURCE" val="bdnull"/>
  <p:tag name="KSO_WM_DIAGRAM_GROUP_CODE" val="l1-1"/>
  <p:tag name="KSO_WM_SLIDE_DIAGTYPE" val="l"/>
</p:tagLst>
</file>

<file path=ppt/tags/tag136.xml><?xml version="1.0" encoding="utf-8"?>
<p:tagLst xmlns:p="http://schemas.openxmlformats.org/presentationml/2006/main">
  <p:tag name="TABLE_ENDDRAG_ORIGIN_RECT" val="788*202"/>
  <p:tag name="TABLE_ENDDRAG_RECT" val="69*67*788*202"/>
  <p:tag name="TABLE_SKINIDX" val="3"/>
  <p:tag name="TABLE_COLORIDX" val="d"/>
</p:tagLst>
</file>

<file path=ppt/tags/tag137.xml><?xml version="1.0" encoding="utf-8"?>
<p:tagLst xmlns:p="http://schemas.openxmlformats.org/presentationml/2006/main">
  <p:tag name="KSO_WM_BEAUTIFY_FLAG" val="#wm#"/>
  <p:tag name="KSO_WM_TEMPLATE_CATEGORY" val="custom"/>
  <p:tag name="KSO_WM_TEMPLATE_INDEX" val="20205081"/>
</p:tagLst>
</file>

<file path=ppt/tags/tag138.xml><?xml version="1.0" encoding="utf-8"?>
<p:tagLst xmlns:p="http://schemas.openxmlformats.org/presentationml/2006/main">
  <p:tag name="KSO_WM_BEAUTIFY_FLAG" val="#wm#"/>
  <p:tag name="KSO_WM_TEMPLATE_CATEGORY" val="custom"/>
  <p:tag name="KSO_WM_TEMPLATE_INDEX" val="20205081"/>
</p:tagLst>
</file>

<file path=ppt/tags/tag1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l_h_i"/>
  <p:tag name="KSO_WM_UNIT_INDEX" val="1_1_1"/>
  <p:tag name="KSO_WM_UNIT_ID" val="diagram20231057_1*l_h_i*1_1_1"/>
  <p:tag name="KSO_WM_TEMPLATE_CATEGORY" val="diagram"/>
  <p:tag name="KSO_WM_TEMPLATE_INDEX" val="20231057"/>
  <p:tag name="KSO_WM_UNIT_LAYERLEVEL" val="1_1_1"/>
  <p:tag name="KSO_WM_TAG_VERSION" val="3.0"/>
  <p:tag name="KSO_WM_DIAGRAM_MAX_ITEMCNT" val="6"/>
  <p:tag name="KSO_WM_DIAGRAM_MIN_ITEMCNT" val="3"/>
  <p:tag name="KSO_WM_DIAGRAM_VIRTUALLY_FRAME" val="{&quot;height&quot;:268.6,&quot;left&quot;:56.75,&quot;top&quot;:168.85,&quot;width&quot;:853.6}"/>
  <p:tag name="KSO_WM_DIAGRAM_COLOR_MATCH_VALUE" val="{&quot;shape&quot;:{&quot;fill&quot;:{&quot;gradient&quot;:[{&quot;brightness&quot;:-0.15000000596046448,&quot;colorType&quot;:1,&quot;foreColorIndex&quot;:5,&quot;pos&quot;:0,&quot;transparency&quot;:0},{&quot;brightness&quot;:0,&quot;colorType&quot;:1,&quot;foreColorIndex&quot;:5,&quot;pos&quot;:1,&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GROUP_CODE" val="l1-1"/>
  <p:tag name="KSO_WM_DIAGRAM_VERSION" val="3"/>
  <p:tag name="KSO_WM_DIAGRAM_COLOR_TRICK" val="4"/>
  <p:tag name="KSO_WM_DIAGRAM_COLOR_TEXT_CAN_REMOVE" val="n"/>
  <p:tag name="KSO_WM_UNIT_FILL_TYPE" val="3"/>
</p:tagLst>
</file>

<file path=ppt/tags/tag1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l_h_i"/>
  <p:tag name="KSO_WM_UNIT_INDEX" val="1_1_3"/>
  <p:tag name="KSO_WM_UNIT_ID" val="diagram20231057_1*l_h_i*1_1_3"/>
  <p:tag name="KSO_WM_TEMPLATE_CATEGORY" val="diagram"/>
  <p:tag name="KSO_WM_TEMPLATE_INDEX" val="20231057"/>
  <p:tag name="KSO_WM_UNIT_LAYERLEVEL" val="1_1_1"/>
  <p:tag name="KSO_WM_TAG_VERSION" val="3.0"/>
  <p:tag name="KSO_WM_DIAGRAM_MAX_ITEMCNT" val="6"/>
  <p:tag name="KSO_WM_DIAGRAM_MIN_ITEMCNT" val="3"/>
  <p:tag name="KSO_WM_DIAGRAM_VIRTUALLY_FRAME" val="{&quot;height&quot;:268.6,&quot;left&quot;:56.75,&quot;top&quot;:168.85,&quot;width&quot;:853.6}"/>
  <p:tag name="KSO_WM_DIAGRAM_COLOR_MATCH_VALUE" val="{&quot;shape&quot;:{&quot;fill&quot;:{&quot;type&quot;:0},&quot;glow&quot;:{&quot;colorType&quot;:0},&quot;line&quot;:{&quot;solidLine&quot;:{&quot;brightness&quot;:0.4000000059604645,&quot;colorType&quot;:1,&quot;foreColorIndex&quot;:5,&quot;transparency&quot;:0},&quot;type&quot;:1},&quot;shadow&quot;:{&quot;colorType&quot;:0},&quot;threeD&quot;:{&quot;curvedSurface&quot;:{&quot;brightness&quot;:0,&quot;colorType&quot;:2,&quot;rgb&quot;:&quot;#000000&quot;},&quot;depth&quot;:{&quot;colorType&quot;:0}}},&quot;text&quot;:{&quot;fill&quot;:{},&quot;glow&quot;:{},&quot;line&quot;:{},&quot;shadow&quot;:{},&quot;threeD&quot;:{}}}"/>
  <p:tag name="KSO_WM_DIAGRAM_GROUP_CODE" val="l1-1"/>
  <p:tag name="KSO_WM_DIAGRAM_VERSION" val="3"/>
  <p:tag name="KSO_WM_DIAGRAM_COLOR_TRICK" val="4"/>
  <p:tag name="KSO_WM_DIAGRAM_COLOR_TEXT_CAN_REMOVE" val="n"/>
  <p:tag name="KSO_WM_UNIT_LINE_FORE_SCHEMECOLOR_INDEX" val="5"/>
</p:tagLst>
</file>

<file path=ppt/tags/tag141.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UNIT_TYPE" val="l_h_f"/>
  <p:tag name="KSO_WM_UNIT_INDEX" val="1_1_1"/>
  <p:tag name="KSO_WM_UNIT_ID" val="diagram20231057_1*l_h_f*1_1_1"/>
  <p:tag name="KSO_WM_TEMPLATE_CATEGORY" val="diagram"/>
  <p:tag name="KSO_WM_TEMPLATE_INDEX" val="20231057"/>
  <p:tag name="KSO_WM_UNIT_LAYERLEVEL" val="1_1_1"/>
  <p:tag name="KSO_WM_TAG_VERSION" val="3.0"/>
  <p:tag name="KSO_WM_DIAGRAM_MAX_ITEMCNT" val="6"/>
  <p:tag name="KSO_WM_DIAGRAM_MIN_ITEMCNT" val="3"/>
  <p:tag name="KSO_WM_DIAGRAM_VIRTUALLY_FRAME" val="{&quot;height&quot;:268.6,&quot;left&quot;:56.75,&quot;top&quot;:168.85,&quot;width&quot;:853.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52"/>
  <p:tag name="KSO_WM_UNIT_TEXT_TYPE" val="1"/>
  <p:tag name="KSO_WM_UNIT_TEXT_LAYER_COUNT" val="1"/>
  <p:tag name="KSO_WM_DIAGRAM_GROUP_CODE" val="l1-1"/>
  <p:tag name="KSO_WM_DIAGRAM_VERSION" val="3"/>
  <p:tag name="KSO_WM_DIAGRAM_COLOR_TRICK" val="4"/>
  <p:tag name="KSO_WM_DIAGRAM_COLOR_TEXT_CAN_REMOVE" val="n"/>
  <p:tag name="KSO_WM_UNIT_PRESET_TEXT" val="单击此处添加文本，简明扼要地阐述您的观点"/>
  <p:tag name="KSO_WM_UNIT_TEXT_FILL_FORE_SCHEMECOLOR_INDEX" val="1"/>
  <p:tag name="KSO_WM_UNIT_TEXT_FILL_TYPE" val="1"/>
</p:tagLst>
</file>

<file path=ppt/tags/tag1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l_h_i"/>
  <p:tag name="KSO_WM_UNIT_INDEX" val="1_1_2"/>
  <p:tag name="KSO_WM_UNIT_ID" val="diagram20231057_1*l_h_i*1_1_2"/>
  <p:tag name="KSO_WM_TEMPLATE_CATEGORY" val="diagram"/>
  <p:tag name="KSO_WM_TEMPLATE_INDEX" val="20231057"/>
  <p:tag name="KSO_WM_UNIT_LAYERLEVEL" val="1_1_1"/>
  <p:tag name="KSO_WM_TAG_VERSION" val="3.0"/>
  <p:tag name="KSO_WM_DIAGRAM_MAX_ITEMCNT" val="6"/>
  <p:tag name="KSO_WM_DIAGRAM_MIN_ITEMCNT" val="3"/>
  <p:tag name="KSO_WM_DIAGRAM_VIRTUALLY_FRAME" val="{&quot;height&quot;:268.6,&quot;left&quot;:56.75,&quot;top&quot;:168.85,&quot;width&quot;:853.6}"/>
  <p:tag name="KSO_WM_DIAGRAM_COLOR_MATCH_VALUE" val="{&quot;shape&quot;:{&quot;fill&quot;:{&quot;gradient&quot;:[{&quot;brightness&quot;:0.25,&quot;colorType&quot;:1,&quot;foreColorIndex&quot;:5,&quot;pos&quot;:0,&quot;transparency&quot;:0},{&quot;brightness&quot;:0.15000000596046448,&quot;colorType&quot;:1,&quot;foreColorIndex&quot;:5,&quot;pos&quot;:1,&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GROUP_CODE" val="l1-1"/>
  <p:tag name="KSO_WM_DIAGRAM_VERSION" val="3"/>
  <p:tag name="KSO_WM_DIAGRAM_COLOR_TRICK" val="4"/>
  <p:tag name="KSO_WM_DIAGRAM_COLOR_TEXT_CAN_REMOVE" val="n"/>
  <p:tag name="KSO_WM_UNIT_FILL_TYPE" val="3"/>
</p:tagLst>
</file>

<file path=ppt/tags/tag143.xml><?xml version="1.0" encoding="utf-8"?>
<p:tagLst xmlns:p="http://schemas.openxmlformats.org/presentationml/2006/main">
  <p:tag name="KSO_WM_UNIT_VALUE" val="56*58"/>
  <p:tag name="KSO_WM_UNIT_HIGHLIGHT" val="0"/>
  <p:tag name="KSO_WM_UNIT_COMPATIBLE" val="0"/>
  <p:tag name="KSO_WM_UNIT_DIAGRAM_ISNUMVISUAL" val="0"/>
  <p:tag name="KSO_WM_UNIT_DIAGRAM_ISREFERUNIT" val="0"/>
  <p:tag name="KSO_WM_UNIT_TYPE" val="l_h_x"/>
  <p:tag name="KSO_WM_UNIT_INDEX" val="1_1_1"/>
  <p:tag name="KSO_WM_UNIT_ID" val="diagram20231057_1*l_h_x*1_1_1"/>
  <p:tag name="KSO_WM_TEMPLATE_CATEGORY" val="diagram"/>
  <p:tag name="KSO_WM_TEMPLATE_INDEX" val="20231057"/>
  <p:tag name="KSO_WM_UNIT_LAYERLEVEL" val="1_1_1"/>
  <p:tag name="KSO_WM_TAG_VERSION" val="3.0"/>
  <p:tag name="KSO_WM_DIAGRAM_MAX_ITEMCNT" val="6"/>
  <p:tag name="KSO_WM_DIAGRAM_MIN_ITEMCNT" val="3"/>
  <p:tag name="KSO_WM_DIAGRAM_VIRTUALLY_FRAME" val="{&quot;height&quot;:268.6,&quot;left&quot;:56.75,&quot;top&quot;:168.85,&quot;width&quot;:853.6}"/>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DIAGRAM_GROUP_CODE" val="l1-1"/>
  <p:tag name="KSO_WM_DIAGRAM_VERSION" val="3"/>
  <p:tag name="KSO_WM_DIAGRAM_COLOR_TRICK" val="4"/>
  <p:tag name="KSO_WM_DIAGRAM_COLOR_TEXT_CAN_REMOVE" val="n"/>
  <p:tag name="KSO_WM_UNIT_FILL_TYPE" val="1"/>
  <p:tag name="KSO_WM_UNIT_FILL_FORE_SCHEMECOLOR_INDEX" val="14"/>
  <p:tag name="KSO_WM_UNIT_FILL_FORE_SCHEMECOLOR_INDEX_BRIGHTNESS" val="0"/>
  <p:tag name="MH_SHAPE_GUID" val="24"/>
</p:tagLst>
</file>

<file path=ppt/tags/tag144.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TYPE" val="l_h_a"/>
  <p:tag name="KSO_WM_UNIT_INDEX" val="1_1_1"/>
  <p:tag name="KSO_WM_UNIT_ID" val="diagram20231057_1*l_h_a*1_1_1"/>
  <p:tag name="KSO_WM_TEMPLATE_CATEGORY" val="diagram"/>
  <p:tag name="KSO_WM_TEMPLATE_INDEX" val="20231057"/>
  <p:tag name="KSO_WM_UNIT_LAYERLEVEL" val="1_1_1"/>
  <p:tag name="KSO_WM_TAG_VERSION" val="3.0"/>
  <p:tag name="KSO_WM_UNIT_VALUE" val="26"/>
  <p:tag name="KSO_WM_DIAGRAM_MAX_ITEMCNT" val="6"/>
  <p:tag name="KSO_WM_DIAGRAM_MIN_ITEMCNT" val="3"/>
  <p:tag name="KSO_WM_DIAGRAM_VIRTUALLY_FRAME" val="{&quot;height&quot;:268.6,&quot;left&quot;:56.75,&quot;top&quot;:168.85,&quot;width&quot;:853.6}"/>
  <p:tag name="KSO_WM_DIAGRAM_COLOR_MATCH_VALUE" val="{&quot;shape&quot;:{&quot;fill&quot;:{&quot;gradient&quot;:[{&quot;brightness&quot;:0.30000001192092896,&quot;colorType&quot;:1,&quot;foreColorIndex&quot;:5,&quot;pos&quot;:0.800000011920929,&quot;transparency&quot;:0},{&quot;brightness&quot;:0,&quot;colorType&quot;:1,&quot;foreColorIndex&quot;:5,&quot;pos&quot;:0.20000000298023224,&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TYPE" val="1"/>
  <p:tag name="KSO_WM_UNIT_TEXT_TYPE" val="1"/>
  <p:tag name="KSO_WM_DIAGRAM_GROUP_CODE" val="l1-1"/>
  <p:tag name="KSO_WM_DIAGRAM_VERSION" val="3"/>
  <p:tag name="KSO_WM_DIAGRAM_COLOR_TRICK" val="4"/>
  <p:tag name="KSO_WM_DIAGRAM_COLOR_TEXT_CAN_REMOVE" val="n"/>
  <p:tag name="KSO_WM_UNIT_PRESET_TEXT" val="单击此处添加标题"/>
  <p:tag name="KSO_WM_UNIT_FILL_TYPE" val="3"/>
</p:tagLst>
</file>

<file path=ppt/tags/tag1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l_h_i"/>
  <p:tag name="KSO_WM_UNIT_INDEX" val="1_2_1"/>
  <p:tag name="KSO_WM_UNIT_ID" val="diagram20231057_1*l_h_i*1_2_1"/>
  <p:tag name="KSO_WM_TEMPLATE_CATEGORY" val="diagram"/>
  <p:tag name="KSO_WM_TEMPLATE_INDEX" val="20231057"/>
  <p:tag name="KSO_WM_UNIT_LAYERLEVEL" val="1_1_1"/>
  <p:tag name="KSO_WM_TAG_VERSION" val="3.0"/>
  <p:tag name="KSO_WM_DIAGRAM_MAX_ITEMCNT" val="6"/>
  <p:tag name="KSO_WM_DIAGRAM_MIN_ITEMCNT" val="3"/>
  <p:tag name="KSO_WM_DIAGRAM_VIRTUALLY_FRAME" val="{&quot;height&quot;:268.6,&quot;left&quot;:56.75,&quot;top&quot;:168.85,&quot;width&quot;:853.6}"/>
  <p:tag name="KSO_WM_DIAGRAM_COLOR_MATCH_VALUE" val="{&quot;shape&quot;:{&quot;fill&quot;:{&quot;gradient&quot;:[{&quot;brightness&quot;:-0.25,&quot;colorType&quot;:1,&quot;foreColorIndex&quot;:6,&quot;pos&quot;:0,&quot;transparency&quot;:0},{&quot;brightness&quot;:-0.10000000149011612,&quot;colorType&quot;:1,&quot;foreColorIndex&quot;:6,&quot;pos&quot;:1,&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GROUP_CODE" val="l1-1"/>
  <p:tag name="KSO_WM_DIAGRAM_VERSION" val="3"/>
  <p:tag name="KSO_WM_DIAGRAM_COLOR_TRICK" val="4"/>
  <p:tag name="KSO_WM_DIAGRAM_COLOR_TEXT_CAN_REMOVE" val="n"/>
  <p:tag name="KSO_WM_UNIT_FILL_TYPE" val="3"/>
</p:tagLst>
</file>

<file path=ppt/tags/tag1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l_h_i"/>
  <p:tag name="KSO_WM_UNIT_INDEX" val="1_2_3"/>
  <p:tag name="KSO_WM_UNIT_ID" val="diagram20231057_1*l_h_i*1_2_3"/>
  <p:tag name="KSO_WM_TEMPLATE_CATEGORY" val="diagram"/>
  <p:tag name="KSO_WM_TEMPLATE_INDEX" val="20231057"/>
  <p:tag name="KSO_WM_UNIT_LAYERLEVEL" val="1_1_1"/>
  <p:tag name="KSO_WM_TAG_VERSION" val="3.0"/>
  <p:tag name="KSO_WM_DIAGRAM_MAX_ITEMCNT" val="6"/>
  <p:tag name="KSO_WM_DIAGRAM_MIN_ITEMCNT" val="3"/>
  <p:tag name="KSO_WM_DIAGRAM_VIRTUALLY_FRAME" val="{&quot;height&quot;:268.6,&quot;left&quot;:56.75,&quot;top&quot;:168.85,&quot;width&quot;:853.6}"/>
  <p:tag name="KSO_WM_DIAGRAM_COLOR_MATCH_VALUE" val="{&quot;shape&quot;:{&quot;fill&quot;:{&quot;type&quot;:0},&quot;glow&quot;:{&quot;colorType&quot;:0},&quot;line&quot;:{&quot;solidLine&quot;:{&quot;brightness&quot;:0.4000000059604645,&quot;colorType&quot;:1,&quot;foreColorIndex&quot;:6,&quot;transparency&quot;:0},&quot;type&quot;:1},&quot;shadow&quot;:{&quot;colorType&quot;:0},&quot;threeD&quot;:{&quot;curvedSurface&quot;:{&quot;brightness&quot;:0,&quot;colorType&quot;:2,&quot;rgb&quot;:&quot;#000000&quot;},&quot;depth&quot;:{&quot;colorType&quot;:0}}},&quot;text&quot;:{&quot;fill&quot;:{},&quot;glow&quot;:{},&quot;line&quot;:{},&quot;shadow&quot;:{},&quot;threeD&quot;:{}}}"/>
  <p:tag name="KSO_WM_DIAGRAM_GROUP_CODE" val="l1-1"/>
  <p:tag name="KSO_WM_DIAGRAM_VERSION" val="3"/>
  <p:tag name="KSO_WM_DIAGRAM_COLOR_TRICK" val="4"/>
  <p:tag name="KSO_WM_DIAGRAM_COLOR_TEXT_CAN_REMOVE" val="n"/>
  <p:tag name="KSO_WM_UNIT_LINE_FORE_SCHEMECOLOR_INDEX" val="6"/>
</p:tagLst>
</file>

<file path=ppt/tags/tag147.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UNIT_TYPE" val="l_h_f"/>
  <p:tag name="KSO_WM_UNIT_INDEX" val="1_2_1"/>
  <p:tag name="KSO_WM_UNIT_ID" val="diagram20231057_1*l_h_f*1_2_1"/>
  <p:tag name="KSO_WM_TEMPLATE_CATEGORY" val="diagram"/>
  <p:tag name="KSO_WM_TEMPLATE_INDEX" val="20231057"/>
  <p:tag name="KSO_WM_UNIT_LAYERLEVEL" val="1_1_1"/>
  <p:tag name="KSO_WM_TAG_VERSION" val="3.0"/>
  <p:tag name="KSO_WM_DIAGRAM_MAX_ITEMCNT" val="6"/>
  <p:tag name="KSO_WM_DIAGRAM_MIN_ITEMCNT" val="3"/>
  <p:tag name="KSO_WM_DIAGRAM_VIRTUALLY_FRAME" val="{&quot;height&quot;:268.6,&quot;left&quot;:56.75,&quot;top&quot;:168.85,&quot;width&quot;:853.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52"/>
  <p:tag name="KSO_WM_UNIT_TEXT_TYPE" val="1"/>
  <p:tag name="KSO_WM_UNIT_TEXT_LAYER_COUNT" val="1"/>
  <p:tag name="KSO_WM_DIAGRAM_GROUP_CODE" val="l1-1"/>
  <p:tag name="KSO_WM_DIAGRAM_VERSION" val="3"/>
  <p:tag name="KSO_WM_DIAGRAM_COLOR_TRICK" val="4"/>
  <p:tag name="KSO_WM_DIAGRAM_COLOR_TEXT_CAN_REMOVE" val="n"/>
  <p:tag name="KSO_WM_UNIT_PRESET_TEXT" val="单击此处添加文本，简明扼要地阐述您的观点"/>
  <p:tag name="KSO_WM_UNIT_TEXT_FILL_FORE_SCHEMECOLOR_INDEX" val="1"/>
  <p:tag name="KSO_WM_UNIT_TEXT_FILL_TYPE" val="1"/>
</p:tagLst>
</file>

<file path=ppt/tags/tag148.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TYPE" val="l_h_a"/>
  <p:tag name="KSO_WM_UNIT_INDEX" val="1_2_1"/>
  <p:tag name="KSO_WM_UNIT_ID" val="diagram20231057_1*l_h_a*1_2_1"/>
  <p:tag name="KSO_WM_TEMPLATE_CATEGORY" val="diagram"/>
  <p:tag name="KSO_WM_TEMPLATE_INDEX" val="20231057"/>
  <p:tag name="KSO_WM_UNIT_LAYERLEVEL" val="1_1_1"/>
  <p:tag name="KSO_WM_TAG_VERSION" val="3.0"/>
  <p:tag name="KSO_WM_UNIT_VALUE" val="26"/>
  <p:tag name="KSO_WM_DIAGRAM_MAX_ITEMCNT" val="6"/>
  <p:tag name="KSO_WM_DIAGRAM_MIN_ITEMCNT" val="3"/>
  <p:tag name="KSO_WM_DIAGRAM_VIRTUALLY_FRAME" val="{&quot;height&quot;:268.6,&quot;left&quot;:56.75,&quot;top&quot;:168.85,&quot;width&quot;:853.6}"/>
  <p:tag name="KSO_WM_DIAGRAM_COLOR_MATCH_VALUE" val="{&quot;shape&quot;:{&quot;fill&quot;:{&quot;gradient&quot;:[{&quot;brightness&quot;:0.30000001192092896,&quot;colorType&quot;:1,&quot;foreColorIndex&quot;:6,&quot;pos&quot;:0.800000011920929,&quot;transparency&quot;:0},{&quot;brightness&quot;:0,&quot;colorType&quot;:1,&quot;foreColorIndex&quot;:6,&quot;pos&quot;:0.20000000298023224,&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TYPE" val="1"/>
  <p:tag name="KSO_WM_UNIT_TEXT_TYPE" val="1"/>
  <p:tag name="KSO_WM_DIAGRAM_GROUP_CODE" val="l1-1"/>
  <p:tag name="KSO_WM_DIAGRAM_VERSION" val="3"/>
  <p:tag name="KSO_WM_DIAGRAM_COLOR_TRICK" val="4"/>
  <p:tag name="KSO_WM_DIAGRAM_COLOR_TEXT_CAN_REMOVE" val="n"/>
  <p:tag name="KSO_WM_UNIT_PRESET_TEXT" val="单击此处添加标题"/>
  <p:tag name="KSO_WM_UNIT_FILL_TYPE" val="3"/>
</p:tagLst>
</file>

<file path=ppt/tags/tag1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l_h_i"/>
  <p:tag name="KSO_WM_UNIT_INDEX" val="1_2_2"/>
  <p:tag name="KSO_WM_UNIT_ID" val="diagram20231057_1*l_h_i*1_2_2"/>
  <p:tag name="KSO_WM_TEMPLATE_CATEGORY" val="diagram"/>
  <p:tag name="KSO_WM_TEMPLATE_INDEX" val="20231057"/>
  <p:tag name="KSO_WM_UNIT_LAYERLEVEL" val="1_1_1"/>
  <p:tag name="KSO_WM_TAG_VERSION" val="3.0"/>
  <p:tag name="KSO_WM_DIAGRAM_MAX_ITEMCNT" val="6"/>
  <p:tag name="KSO_WM_DIAGRAM_MIN_ITEMCNT" val="3"/>
  <p:tag name="KSO_WM_DIAGRAM_VIRTUALLY_FRAME" val="{&quot;height&quot;:268.6,&quot;left&quot;:56.75,&quot;top&quot;:168.85,&quot;width&quot;:853.6}"/>
  <p:tag name="KSO_WM_DIAGRAM_COLOR_MATCH_VALUE" val="{&quot;shape&quot;:{&quot;fill&quot;:{&quot;gradient&quot;:[{&quot;brightness&quot;:0.25,&quot;colorType&quot;:1,&quot;foreColorIndex&quot;:6,&quot;pos&quot;:0,&quot;transparency&quot;:0},{&quot;brightness&quot;:0.15000000596046448,&quot;colorType&quot;:1,&quot;foreColorIndex&quot;:6,&quot;pos&quot;:1,&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GROUP_CODE" val="l1-1"/>
  <p:tag name="KSO_WM_DIAGRAM_VERSION" val="3"/>
  <p:tag name="KSO_WM_DIAGRAM_COLOR_TRICK" val="4"/>
  <p:tag name="KSO_WM_DIAGRAM_COLOR_TEXT_CAN_REMOVE" val="n"/>
  <p:tag name="KSO_WM_UNIT_FILL_TYPE" val="3"/>
</p:tagLst>
</file>

<file path=ppt/tags/tag150.xml><?xml version="1.0" encoding="utf-8"?>
<p:tagLst xmlns:p="http://schemas.openxmlformats.org/presentationml/2006/main">
  <p:tag name="KSO_WM_UNIT_VALUE" val="53*48"/>
  <p:tag name="KSO_WM_UNIT_HIGHLIGHT" val="0"/>
  <p:tag name="KSO_WM_UNIT_COMPATIBLE" val="0"/>
  <p:tag name="KSO_WM_UNIT_DIAGRAM_ISNUMVISUAL" val="0"/>
  <p:tag name="KSO_WM_UNIT_DIAGRAM_ISREFERUNIT" val="0"/>
  <p:tag name="KSO_WM_UNIT_TYPE" val="l_h_x"/>
  <p:tag name="KSO_WM_UNIT_INDEX" val="1_2_1"/>
  <p:tag name="KSO_WM_UNIT_ID" val="diagram20231057_1*l_h_x*1_2_1"/>
  <p:tag name="KSO_WM_TEMPLATE_CATEGORY" val="diagram"/>
  <p:tag name="KSO_WM_TEMPLATE_INDEX" val="20231057"/>
  <p:tag name="KSO_WM_UNIT_LAYERLEVEL" val="1_1_1"/>
  <p:tag name="KSO_WM_TAG_VERSION" val="3.0"/>
  <p:tag name="KSO_WM_DIAGRAM_MAX_ITEMCNT" val="6"/>
  <p:tag name="KSO_WM_DIAGRAM_MIN_ITEMCNT" val="3"/>
  <p:tag name="KSO_WM_DIAGRAM_VIRTUALLY_FRAME" val="{&quot;height&quot;:268.6,&quot;left&quot;:56.75,&quot;top&quot;:168.85,&quot;width&quot;:853.6}"/>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DIAGRAM_GROUP_CODE" val="l1-1"/>
  <p:tag name="KSO_WM_DIAGRAM_VERSION" val="3"/>
  <p:tag name="KSO_WM_DIAGRAM_COLOR_TRICK" val="4"/>
  <p:tag name="KSO_WM_DIAGRAM_COLOR_TEXT_CAN_REMOVE" val="n"/>
  <p:tag name="KSO_WM_UNIT_FILL_TYPE" val="1"/>
  <p:tag name="KSO_WM_UNIT_FILL_FORE_SCHEMECOLOR_INDEX" val="14"/>
  <p:tag name="KSO_WM_UNIT_FILL_FORE_SCHEMECOLOR_INDEX_BRIGHTNESS" val="0"/>
  <p:tag name="MH_SHAPE_GUID" val="26"/>
</p:tagLst>
</file>

<file path=ppt/tags/tag1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l_h_i"/>
  <p:tag name="KSO_WM_UNIT_INDEX" val="1_3_1"/>
  <p:tag name="KSO_WM_UNIT_ID" val="diagram20231057_1*l_h_i*1_3_1"/>
  <p:tag name="KSO_WM_TEMPLATE_CATEGORY" val="diagram"/>
  <p:tag name="KSO_WM_TEMPLATE_INDEX" val="20231057"/>
  <p:tag name="KSO_WM_UNIT_LAYERLEVEL" val="1_1_1"/>
  <p:tag name="KSO_WM_TAG_VERSION" val="3.0"/>
  <p:tag name="KSO_WM_DIAGRAM_MAX_ITEMCNT" val="6"/>
  <p:tag name="KSO_WM_DIAGRAM_MIN_ITEMCNT" val="3"/>
  <p:tag name="KSO_WM_DIAGRAM_VIRTUALLY_FRAME" val="{&quot;height&quot;:268.6,&quot;left&quot;:56.75,&quot;top&quot;:168.85,&quot;width&quot;:853.6}"/>
  <p:tag name="KSO_WM_DIAGRAM_COLOR_MATCH_VALUE" val="{&quot;shape&quot;:{&quot;fill&quot;:{&quot;gradient&quot;:[{&quot;brightness&quot;:-0.15000000596046448,&quot;colorType&quot;:1,&quot;foreColorIndex&quot;:7,&quot;pos&quot;:0,&quot;transparency&quot;:0},{&quot;brightness&quot;:0,&quot;colorType&quot;:1,&quot;foreColorIndex&quot;:7,&quot;pos&quot;:1,&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GROUP_CODE" val="l1-1"/>
  <p:tag name="KSO_WM_DIAGRAM_VERSION" val="3"/>
  <p:tag name="KSO_WM_DIAGRAM_COLOR_TRICK" val="4"/>
  <p:tag name="KSO_WM_DIAGRAM_COLOR_TEXT_CAN_REMOVE" val="n"/>
  <p:tag name="KSO_WM_UNIT_FILL_TYPE" val="3"/>
</p:tagLst>
</file>

<file path=ppt/tags/tag1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l_h_i"/>
  <p:tag name="KSO_WM_UNIT_INDEX" val="1_3_3"/>
  <p:tag name="KSO_WM_UNIT_ID" val="diagram20231057_1*l_h_i*1_3_3"/>
  <p:tag name="KSO_WM_TEMPLATE_CATEGORY" val="diagram"/>
  <p:tag name="KSO_WM_TEMPLATE_INDEX" val="20231057"/>
  <p:tag name="KSO_WM_UNIT_LAYERLEVEL" val="1_1_1"/>
  <p:tag name="KSO_WM_TAG_VERSION" val="3.0"/>
  <p:tag name="KSO_WM_DIAGRAM_MAX_ITEMCNT" val="6"/>
  <p:tag name="KSO_WM_DIAGRAM_MIN_ITEMCNT" val="3"/>
  <p:tag name="KSO_WM_DIAGRAM_VIRTUALLY_FRAME" val="{&quot;height&quot;:268.6,&quot;left&quot;:56.75,&quot;top&quot;:168.85,&quot;width&quot;:853.6}"/>
  <p:tag name="KSO_WM_DIAGRAM_COLOR_MATCH_VALUE" val="{&quot;shape&quot;:{&quot;fill&quot;:{&quot;type&quot;:0},&quot;glow&quot;:{&quot;colorType&quot;:0},&quot;line&quot;:{&quot;solidLine&quot;:{&quot;brightness&quot;:0.4000000059604645,&quot;colorType&quot;:1,&quot;foreColorIndex&quot;:7,&quot;transparency&quot;:0},&quot;type&quot;:1},&quot;shadow&quot;:{&quot;colorType&quot;:0},&quot;threeD&quot;:{&quot;curvedSurface&quot;:{&quot;brightness&quot;:0,&quot;colorType&quot;:2,&quot;rgb&quot;:&quot;#000000&quot;},&quot;depth&quot;:{&quot;colorType&quot;:0}}},&quot;text&quot;:{&quot;fill&quot;:{},&quot;glow&quot;:{},&quot;line&quot;:{},&quot;shadow&quot;:{},&quot;threeD&quot;:{}}}"/>
  <p:tag name="KSO_WM_DIAGRAM_GROUP_CODE" val="l1-1"/>
  <p:tag name="KSO_WM_DIAGRAM_VERSION" val="3"/>
  <p:tag name="KSO_WM_DIAGRAM_COLOR_TRICK" val="4"/>
  <p:tag name="KSO_WM_DIAGRAM_COLOR_TEXT_CAN_REMOVE" val="n"/>
  <p:tag name="KSO_WM_UNIT_LINE_FORE_SCHEMECOLOR_INDEX" val="7"/>
</p:tagLst>
</file>

<file path=ppt/tags/tag153.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UNIT_TYPE" val="l_h_f"/>
  <p:tag name="KSO_WM_UNIT_INDEX" val="1_3_1"/>
  <p:tag name="KSO_WM_UNIT_ID" val="diagram20231057_1*l_h_f*1_3_1"/>
  <p:tag name="KSO_WM_TEMPLATE_CATEGORY" val="diagram"/>
  <p:tag name="KSO_WM_TEMPLATE_INDEX" val="20231057"/>
  <p:tag name="KSO_WM_UNIT_LAYERLEVEL" val="1_1_1"/>
  <p:tag name="KSO_WM_TAG_VERSION" val="3.0"/>
  <p:tag name="KSO_WM_DIAGRAM_MAX_ITEMCNT" val="6"/>
  <p:tag name="KSO_WM_DIAGRAM_MIN_ITEMCNT" val="3"/>
  <p:tag name="KSO_WM_DIAGRAM_VIRTUALLY_FRAME" val="{&quot;height&quot;:268.6,&quot;left&quot;:56.75,&quot;top&quot;:168.85,&quot;width&quot;:853.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52"/>
  <p:tag name="KSO_WM_UNIT_TEXT_TYPE" val="1"/>
  <p:tag name="KSO_WM_UNIT_TEXT_LAYER_COUNT" val="1"/>
  <p:tag name="KSO_WM_DIAGRAM_GROUP_CODE" val="l1-1"/>
  <p:tag name="KSO_WM_DIAGRAM_VERSION" val="3"/>
  <p:tag name="KSO_WM_DIAGRAM_COLOR_TRICK" val="4"/>
  <p:tag name="KSO_WM_DIAGRAM_COLOR_TEXT_CAN_REMOVE" val="n"/>
  <p:tag name="KSO_WM_UNIT_PRESET_TEXT" val="单击此处添加文本内容，简明扼要地阐述您的观点"/>
  <p:tag name="KSO_WM_UNIT_TEXT_FILL_FORE_SCHEMECOLOR_INDEX" val="1"/>
  <p:tag name="KSO_WM_UNIT_TEXT_FILL_TYPE" val="1"/>
</p:tagLst>
</file>

<file path=ppt/tags/tag1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l_h_i"/>
  <p:tag name="KSO_WM_UNIT_INDEX" val="1_3_2"/>
  <p:tag name="KSO_WM_UNIT_ID" val="diagram20231057_1*l_h_i*1_3_2"/>
  <p:tag name="KSO_WM_TEMPLATE_CATEGORY" val="diagram"/>
  <p:tag name="KSO_WM_TEMPLATE_INDEX" val="20231057"/>
  <p:tag name="KSO_WM_UNIT_LAYERLEVEL" val="1_1_1"/>
  <p:tag name="KSO_WM_TAG_VERSION" val="3.0"/>
  <p:tag name="KSO_WM_DIAGRAM_MAX_ITEMCNT" val="6"/>
  <p:tag name="KSO_WM_DIAGRAM_MIN_ITEMCNT" val="3"/>
  <p:tag name="KSO_WM_DIAGRAM_VIRTUALLY_FRAME" val="{&quot;height&quot;:268.6,&quot;left&quot;:56.75,&quot;top&quot;:168.85,&quot;width&quot;:853.6}"/>
  <p:tag name="KSO_WM_DIAGRAM_COLOR_MATCH_VALUE" val="{&quot;shape&quot;:{&quot;fill&quot;:{&quot;solid&quot;:{&quot;brightness&quot;:0,&quot;colorType&quot;:1,&quot;foreColorIndex&quot;:7,&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GROUP_CODE" val="l1-1"/>
  <p:tag name="KSO_WM_DIAGRAM_VERSION" val="3"/>
  <p:tag name="KSO_WM_DIAGRAM_COLOR_TRICK" val="4"/>
  <p:tag name="KSO_WM_DIAGRAM_COLOR_TEXT_CAN_REMOVE" val="n"/>
  <p:tag name="KSO_WM_UNIT_FILL_TYPE" val="1"/>
  <p:tag name="KSO_WM_UNIT_FILL_FORE_SCHEMECOLOR_INDEX" val="7"/>
  <p:tag name="KSO_WM_UNIT_FILL_FORE_SCHEMECOLOR_INDEX_BRIGHTNESS" val="0"/>
</p:tagLst>
</file>

<file path=ppt/tags/tag155.xml><?xml version="1.0" encoding="utf-8"?>
<p:tagLst xmlns:p="http://schemas.openxmlformats.org/presentationml/2006/main">
  <p:tag name="KSO_WM_UNIT_VALUE" val="56*58"/>
  <p:tag name="KSO_WM_UNIT_HIGHLIGHT" val="0"/>
  <p:tag name="KSO_WM_UNIT_COMPATIBLE" val="0"/>
  <p:tag name="KSO_WM_UNIT_DIAGRAM_ISNUMVISUAL" val="0"/>
  <p:tag name="KSO_WM_UNIT_DIAGRAM_ISREFERUNIT" val="0"/>
  <p:tag name="KSO_WM_UNIT_TYPE" val="l_h_x"/>
  <p:tag name="KSO_WM_UNIT_INDEX" val="1_3_1"/>
  <p:tag name="KSO_WM_UNIT_ID" val="diagram20231057_1*l_h_x*1_3_1"/>
  <p:tag name="KSO_WM_TEMPLATE_CATEGORY" val="diagram"/>
  <p:tag name="KSO_WM_TEMPLATE_INDEX" val="20231057"/>
  <p:tag name="KSO_WM_UNIT_LAYERLEVEL" val="1_1_1"/>
  <p:tag name="KSO_WM_TAG_VERSION" val="3.0"/>
  <p:tag name="KSO_WM_DIAGRAM_MAX_ITEMCNT" val="6"/>
  <p:tag name="KSO_WM_DIAGRAM_MIN_ITEMCNT" val="3"/>
  <p:tag name="KSO_WM_DIAGRAM_VIRTUALLY_FRAME" val="{&quot;height&quot;:268.6,&quot;left&quot;:56.75,&quot;top&quot;:168.85,&quot;width&quot;:853.6}"/>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DIAGRAM_GROUP_CODE" val="l1-1"/>
  <p:tag name="KSO_WM_DIAGRAM_VERSION" val="3"/>
  <p:tag name="KSO_WM_DIAGRAM_COLOR_TRICK" val="4"/>
  <p:tag name="KSO_WM_DIAGRAM_COLOR_TEXT_CAN_REMOVE" val="n"/>
  <p:tag name="KSO_WM_UNIT_FILL_TYPE" val="1"/>
  <p:tag name="KSO_WM_UNIT_FILL_FORE_SCHEMECOLOR_INDEX" val="14"/>
  <p:tag name="KSO_WM_UNIT_FILL_FORE_SCHEMECOLOR_INDEX_BRIGHTNESS" val="0"/>
  <p:tag name="MH_SHAPE_GUID" val="27"/>
</p:tagLst>
</file>

<file path=ppt/tags/tag156.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TYPE" val="l_h_a"/>
  <p:tag name="KSO_WM_UNIT_INDEX" val="1_3_1"/>
  <p:tag name="KSO_WM_UNIT_ID" val="diagram20231057_1*l_h_a*1_3_1"/>
  <p:tag name="KSO_WM_TEMPLATE_CATEGORY" val="diagram"/>
  <p:tag name="KSO_WM_TEMPLATE_INDEX" val="20231057"/>
  <p:tag name="KSO_WM_UNIT_LAYERLEVEL" val="1_1_1"/>
  <p:tag name="KSO_WM_TAG_VERSION" val="3.0"/>
  <p:tag name="KSO_WM_UNIT_VALUE" val="26"/>
  <p:tag name="KSO_WM_DIAGRAM_MAX_ITEMCNT" val="6"/>
  <p:tag name="KSO_WM_DIAGRAM_MIN_ITEMCNT" val="3"/>
  <p:tag name="KSO_WM_DIAGRAM_VIRTUALLY_FRAME" val="{&quot;height&quot;:268.6,&quot;left&quot;:56.75,&quot;top&quot;:168.85,&quot;width&quot;:853.6}"/>
  <p:tag name="KSO_WM_DIAGRAM_COLOR_MATCH_VALUE" val="{&quot;shape&quot;:{&quot;fill&quot;:{&quot;gradient&quot;:[{&quot;brightness&quot;:0.30000001192092896,&quot;colorType&quot;:1,&quot;foreColorIndex&quot;:7,&quot;pos&quot;:0.800000011920929,&quot;transparency&quot;:0},{&quot;brightness&quot;:0,&quot;colorType&quot;:1,&quot;foreColorIndex&quot;:7,&quot;pos&quot;:0.20000000298023224,&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TYPE" val="1"/>
  <p:tag name="KSO_WM_UNIT_TEXT_TYPE" val="1"/>
  <p:tag name="KSO_WM_DIAGRAM_GROUP_CODE" val="l1-1"/>
  <p:tag name="KSO_WM_DIAGRAM_VERSION" val="3"/>
  <p:tag name="KSO_WM_DIAGRAM_COLOR_TRICK" val="4"/>
  <p:tag name="KSO_WM_DIAGRAM_COLOR_TEXT_CAN_REMOVE" val="n"/>
  <p:tag name="KSO_WM_UNIT_PRESET_TEXT" val="单击此处添加标题"/>
  <p:tag name="KSO_WM_UNIT_FILL_TYPE" val="3"/>
</p:tagLst>
</file>

<file path=ppt/tags/tag157.xml><?xml version="1.0" encoding="utf-8"?>
<p:tagLst xmlns:p="http://schemas.openxmlformats.org/presentationml/2006/main">
  <p:tag name="KSO_WM_BEAUTIFY_FLAG" val="#wm#"/>
  <p:tag name="KSO_WM_TEMPLATE_CATEGORY" val="custom"/>
  <p:tag name="KSO_WM_TEMPLATE_INDEX" val="20205081"/>
</p:tagLst>
</file>

<file path=ppt/tags/tag1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0924_2*l_h_i*1_1_2"/>
  <p:tag name="KSO_WM_TEMPLATE_CATEGORY" val="diagram"/>
  <p:tag name="KSO_WM_TEMPLATE_INDEX" val="20230924"/>
  <p:tag name="KSO_WM_UNIT_LAYERLEVEL" val="1_1_1"/>
  <p:tag name="KSO_WM_TAG_VERSION" val="3.0"/>
  <p:tag name="KSO_WM_DIAGRAM_VERSION" val="3"/>
  <p:tag name="KSO_WM_DIAGRAM_COLOR_TRICK" val="2"/>
  <p:tag name="KSO_WM_DIAGRAM_COLOR_TEXT_CAN_REMOVE" val="n"/>
  <p:tag name="KSO_WM_DIAGRAM_GROUP_CODE" val="l1-1"/>
  <p:tag name="KSO_WM_UNIT_TYPE" val="l_h_i"/>
  <p:tag name="KSO_WM_UNIT_INDEX" val="1_1_2"/>
  <p:tag name="KSO_WM_DIAGRAM_MAX_ITEMCNT" val="6"/>
  <p:tag name="KSO_WM_DIAGRAM_MIN_ITEMCNT" val="2"/>
  <p:tag name="KSO_WM_DIAGRAM_VIRTUALLY_FRAME" val="{&quot;height&quot;:321.95,&quot;left&quot;:42.7,&quot;top&quot;:128.1,&quot;width&quot;:884.0130708661418}"/>
  <p:tag name="KSO_WM_DIAGRAM_COLOR_MATCH_VALUE" val="{&quot;shape&quot;:{&quot;fill&quot;:{&quot;gradient&quot;:[{&quot;brightness&quot;:0.20000000298023224,&quot;colorType&quot;:1,&quot;foreColorIndex&quot;:5,&quot;pos&quot;:0,&quot;transparency&quot;:0},{&quot;brightness&quot;:0,&quot;colorType&quot;:1,&quot;foreColorIndex&quot;:5,&quot;pos&quot;:1,&quot;transparency&quot;:0}],&quot;type&quot;:3},&quot;glow&quot;:{&quot;colorType&quot;:0},&quot;line&quot;:{&quot;type&quot;:0},&quot;shadow&quot;:{&quot;brightness&quot;:0.800000011920929,&quot;colorType&quot;:1,&quot;foreColorIndex&quot;:5,&quot;transparency&quot;:0.699999988079071},&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DIAGRAM_USE_COLOR_VALUE" val="{&quot;color_scheme&quot;:1,&quot;color_type&quot;:1,&quot;theme_color_indexes&quot;:[]}"/>
</p:tagLst>
</file>

<file path=ppt/tags/tag1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0924_2*l_h_i*1_3_2"/>
  <p:tag name="KSO_WM_TEMPLATE_CATEGORY" val="diagram"/>
  <p:tag name="KSO_WM_TEMPLATE_INDEX" val="20230924"/>
  <p:tag name="KSO_WM_UNIT_LAYERLEVEL" val="1_1_1"/>
  <p:tag name="KSO_WM_TAG_VERSION" val="3.0"/>
  <p:tag name="KSO_WM_DIAGRAM_VERSION" val="3"/>
  <p:tag name="KSO_WM_DIAGRAM_COLOR_TRICK" val="2"/>
  <p:tag name="KSO_WM_DIAGRAM_COLOR_TEXT_CAN_REMOVE" val="n"/>
  <p:tag name="KSO_WM_DIAGRAM_GROUP_CODE" val="l1-1"/>
  <p:tag name="KSO_WM_UNIT_TYPE" val="l_h_i"/>
  <p:tag name="KSO_WM_UNIT_INDEX" val="1_3_2"/>
  <p:tag name="KSO_WM_DIAGRAM_MAX_ITEMCNT" val="6"/>
  <p:tag name="KSO_WM_DIAGRAM_MIN_ITEMCNT" val="2"/>
  <p:tag name="KSO_WM_DIAGRAM_VIRTUALLY_FRAME" val="{&quot;height&quot;:321.95,&quot;left&quot;:42.7,&quot;top&quot;:128.1,&quot;width&quot;:884.0130708661418}"/>
  <p:tag name="KSO_WM_DIAGRAM_COLOR_MATCH_VALUE" val="{&quot;shape&quot;:{&quot;fill&quot;:{&quot;gradient&quot;:[{&quot;brightness&quot;:0.20000000298023224,&quot;colorType&quot;:1,&quot;foreColorIndex&quot;:5,&quot;pos&quot;:0,&quot;transparency&quot;:0},{&quot;brightness&quot;:0,&quot;colorType&quot;:1,&quot;foreColorIndex&quot;:5,&quot;pos&quot;:1,&quot;transparency&quot;:0}],&quot;type&quot;:3},&quot;glow&quot;:{&quot;colorType&quot;:0},&quot;line&quot;:{&quot;type&quot;:0},&quot;shadow&quot;:{&quot;brightness&quot;:0.800000011920929,&quot;colorType&quot;:1,&quot;foreColorIndex&quot;:5,&quot;transparency&quot;:0.699999988079071},&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DIAGRAM_USE_COLOR_VALUE" val="{&quot;color_scheme&quot;:1,&quot;color_type&quot;:1,&quot;theme_color_indexes&quot;:[]}"/>
</p:tagLst>
</file>

<file path=ppt/tags/tag1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0924_2*l_h_i*1_2_2"/>
  <p:tag name="KSO_WM_TEMPLATE_CATEGORY" val="diagram"/>
  <p:tag name="KSO_WM_TEMPLATE_INDEX" val="20230924"/>
  <p:tag name="KSO_WM_UNIT_LAYERLEVEL" val="1_1_1"/>
  <p:tag name="KSO_WM_TAG_VERSION" val="3.0"/>
  <p:tag name="KSO_WM_DIAGRAM_VERSION" val="3"/>
  <p:tag name="KSO_WM_DIAGRAM_COLOR_TRICK" val="2"/>
  <p:tag name="KSO_WM_DIAGRAM_COLOR_TEXT_CAN_REMOVE" val="n"/>
  <p:tag name="KSO_WM_DIAGRAM_GROUP_CODE" val="l1-1"/>
  <p:tag name="KSO_WM_UNIT_TYPE" val="l_h_i"/>
  <p:tag name="KSO_WM_UNIT_INDEX" val="1_2_2"/>
  <p:tag name="KSO_WM_DIAGRAM_MAX_ITEMCNT" val="6"/>
  <p:tag name="KSO_WM_DIAGRAM_MIN_ITEMCNT" val="2"/>
  <p:tag name="KSO_WM_DIAGRAM_VIRTUALLY_FRAME" val="{&quot;height&quot;:321.95,&quot;left&quot;:42.7,&quot;top&quot;:128.1,&quot;width&quot;:884.0130708661418}"/>
  <p:tag name="KSO_WM_DIAGRAM_COLOR_MATCH_VALUE" val="{&quot;shape&quot;:{&quot;fill&quot;:{&quot;gradient&quot;:[{&quot;brightness&quot;:0.10000000149011612,&quot;colorType&quot;:1,&quot;foreColorIndex&quot;:6,&quot;pos&quot;:0,&quot;transparency&quot;:0},{&quot;brightness&quot;:0,&quot;colorType&quot;:1,&quot;foreColorIndex&quot;:6,&quot;pos&quot;:1,&quot;transparency&quot;:0}],&quot;type&quot;:3},&quot;glow&quot;:{&quot;colorType&quot;:0},&quot;line&quot;:{&quot;type&quot;:0},&quot;shadow&quot;:{&quot;brightness&quot;:0.800000011920929,&quot;colorType&quot;:1,&quot;foreColorIndex&quot;:8,&quot;transparency&quot;:0.699999988079071},&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DIAGRAM_USE_COLOR_VALUE" val="{&quot;color_scheme&quot;:1,&quot;color_type&quot;:1,&quot;theme_color_indexes&quot;:[]}"/>
</p:tagLst>
</file>

<file path=ppt/tags/tag1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0924_2*l_h_i*1_1_3"/>
  <p:tag name="KSO_WM_TEMPLATE_CATEGORY" val="diagram"/>
  <p:tag name="KSO_WM_TEMPLATE_INDEX" val="20230924"/>
  <p:tag name="KSO_WM_UNIT_LAYERLEVEL" val="1_1_1"/>
  <p:tag name="KSO_WM_TAG_VERSION" val="3.0"/>
  <p:tag name="KSO_WM_DIAGRAM_VERSION" val="3"/>
  <p:tag name="KSO_WM_DIAGRAM_COLOR_TRICK" val="2"/>
  <p:tag name="KSO_WM_DIAGRAM_COLOR_TEXT_CAN_REMOVE" val="n"/>
  <p:tag name="KSO_WM_DIAGRAM_GROUP_CODE" val="l1-1"/>
  <p:tag name="KSO_WM_UNIT_TYPE" val="l_h_i"/>
  <p:tag name="KSO_WM_UNIT_INDEX" val="1_1_3"/>
  <p:tag name="KSO_WM_DIAGRAM_MAX_ITEMCNT" val="6"/>
  <p:tag name="KSO_WM_DIAGRAM_MIN_ITEMCNT" val="2"/>
  <p:tag name="KSO_WM_DIAGRAM_VIRTUALLY_FRAME" val="{&quot;height&quot;:321.95,&quot;left&quot;:42.7,&quot;top&quot;:128.1,&quot;width&quot;:884.0130708661418}"/>
  <p:tag name="KSO_WM_DIAGRAM_COLOR_MATCH_VALUE" val="{&quot;shape&quot;:{&quot;fill&quot;:{&quot;gradient&quot;:[{&quot;brightness&quot;:0.20000000298023224,&quot;colorType&quot;:1,&quot;foreColorIndex&quot;:5,&quot;pos&quot;:0,&quot;transparency&quot;:0},{&quot;brightness&quot;:0,&quot;colorType&quot;:1,&quot;foreColorIndex&quot;:5,&quot;pos&quot;:1,&quot;transparency&quot;:0}],&quot;type&quot;:3},&quot;glow&quot;:{&quot;colorType&quot;:0},&quot;line&quot;:{&quot;type&quot;:0},&quot;shadow&quot;:{&quot;brightness&quot;:0.800000011920929,&quot;colorType&quot;:1,&quot;foreColorIndex&quot;:5,&quot;transparency&quot;:0.699999988079071},&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DIAGRAM_USE_COLOR_VALUE" val="{&quot;color_scheme&quot;:1,&quot;color_type&quot;:1,&quot;theme_color_indexes&quot;:[]}"/>
</p:tagLst>
</file>

<file path=ppt/tags/tag1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0924_2*l_h_i*1_1_1"/>
  <p:tag name="KSO_WM_TEMPLATE_CATEGORY" val="diagram"/>
  <p:tag name="KSO_WM_TEMPLATE_INDEX" val="20230924"/>
  <p:tag name="KSO_WM_UNIT_LAYERLEVEL" val="1_1_1"/>
  <p:tag name="KSO_WM_TAG_VERSION" val="3.0"/>
  <p:tag name="KSO_WM_DIAGRAM_VERSION" val="3"/>
  <p:tag name="KSO_WM_DIAGRAM_COLOR_TRICK" val="2"/>
  <p:tag name="KSO_WM_DIAGRAM_COLOR_TEXT_CAN_REMOVE" val="n"/>
  <p:tag name="KSO_WM_DIAGRAM_GROUP_CODE" val="l1-1"/>
  <p:tag name="KSO_WM_UNIT_TYPE" val="l_h_i"/>
  <p:tag name="KSO_WM_UNIT_INDEX" val="1_1_1"/>
  <p:tag name="KSO_WM_DIAGRAM_MAX_ITEMCNT" val="6"/>
  <p:tag name="KSO_WM_DIAGRAM_MIN_ITEMCNT" val="2"/>
  <p:tag name="KSO_WM_DIAGRAM_VIRTUALLY_FRAME" val="{&quot;height&quot;:321.95,&quot;left&quot;:42.7,&quot;top&quot;:128.1,&quot;width&quot;:884.0130708661418}"/>
  <p:tag name="KSO_WM_DIAGRAM_COLOR_MATCH_VALUE" val="{&quot;shape&quot;:{&quot;fill&quot;:{&quot;type&quot;:0},&quot;glow&quot;:{&quot;colorType&quot;:0},&quot;line&quot;:{&quot;solidLine&quot;:{&quot;brightness&quot;:0,&quot;colorType&quot;:2,&quot;rgb&quot;:&quot;#ffffff&quot;,&quot;transparency&quot;:0.5},&quot;type&quot;:1},&quot;shadow&quot;:{&quot;colorType&quot;:0},&quot;threeD&quot;:{&quot;curvedSurface&quot;:{&quot;brightness&quot;:0,&quot;colorType&quot;:2,&quot;rgb&quot;:&quot;#000000&quot;},&quot;depth&quot;:{&quot;colorType&quot;:0}}},&quot;text&quot;:{&quot;fill&quot;:{},&quot;glow&quot;:{},&quot;line&quot;:{},&quot;shadow&quot;:{},&quot;threeD&quot;:{}}}"/>
  <p:tag name="KSO_WM_DIAGRAM_USE_COLOR_VALUE" val="{&quot;color_scheme&quot;:1,&quot;color_type&quot;:1,&quot;theme_color_indexes&quot;:[]}"/>
</p:tagLst>
</file>

<file path=ppt/tags/tag163.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1_1"/>
  <p:tag name="KSO_WM_UNIT_ID" val="diagram20230924_2*l_h_f*1_1_1"/>
  <p:tag name="KSO_WM_TEMPLATE_CATEGORY" val="diagram"/>
  <p:tag name="KSO_WM_TEMPLATE_INDEX" val="20230924"/>
  <p:tag name="KSO_WM_UNIT_LAYERLEVEL" val="1_1_1"/>
  <p:tag name="KSO_WM_TAG_VERSION" val="3.0"/>
  <p:tag name="KSO_WM_DIAGRAM_VERSION" val="3"/>
  <p:tag name="KSO_WM_DIAGRAM_COLOR_TRICK" val="2"/>
  <p:tag name="KSO_WM_DIAGRAM_COLOR_TEXT_CAN_REMOVE" val="n"/>
  <p:tag name="KSO_WM_DIAGRAM_GROUP_CODE" val="l1-1"/>
  <p:tag name="KSO_WM_DIAGRAM_MAX_ITEMCNT" val="6"/>
  <p:tag name="KSO_WM_DIAGRAM_MIN_ITEMCNT" val="2"/>
  <p:tag name="KSO_WM_DIAGRAM_VIRTUALLY_FRAME" val="{&quot;height&quot;:321.95,&quot;left&quot;:42.7,&quot;top&quot;:128.1,&quot;width&quot;:884.013070866141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UNIT_PRESET_TEXT" val="单击输入你的智能图形项正文，文字是您思想的提炼"/>
  <p:tag name="KSO_WM_DIAGRAM_USE_COLOR_VALUE" val="{&quot;color_scheme&quot;:1,&quot;color_type&quot;:1,&quot;theme_color_indexes&quot;:[]}"/>
</p:tagLst>
</file>

<file path=ppt/tags/tag164.xml><?xml version="1.0" encoding="utf-8"?>
<p:tagLst xmlns:p="http://schemas.openxmlformats.org/presentationml/2006/main">
  <p:tag name="KSO_WM_DIAGRAM_VERSION" val="3"/>
  <p:tag name="KSO_WM_DIAGRAM_COLOR_TRICK" val="2"/>
  <p:tag name="KSO_WM_DIAGRAM_COLOR_TEXT_CAN_REMOVE" val="n"/>
  <p:tag name="KSO_WM_UNIT_VALUE" val="96*96"/>
  <p:tag name="KSO_WM_UNIT_HIGHLIGHT" val="0"/>
  <p:tag name="KSO_WM_UNIT_COMPATIBLE" val="0"/>
  <p:tag name="KSO_WM_UNIT_DIAGRAM_ISNUMVISUAL" val="0"/>
  <p:tag name="KSO_WM_UNIT_DIAGRAM_ISREFERUNIT" val="0"/>
  <p:tag name="KSO_WM_DIAGRAM_GROUP_CODE" val="l1-1"/>
  <p:tag name="KSO_WM_UNIT_TYPE" val="l_h_x"/>
  <p:tag name="KSO_WM_UNIT_INDEX" val="1_1_1"/>
  <p:tag name="KSO_WM_UNIT_ID" val="diagram20230924_2*l_h_x*1_1_1"/>
  <p:tag name="KSO_WM_TEMPLATE_CATEGORY" val="diagram"/>
  <p:tag name="KSO_WM_TEMPLATE_INDEX" val="20230924"/>
  <p:tag name="KSO_WM_UNIT_LAYERLEVEL" val="1_1_1"/>
  <p:tag name="KSO_WM_TAG_VERSION" val="3.0"/>
  <p:tag name="KSO_WM_DIAGRAM_MAX_ITEMCNT" val="6"/>
  <p:tag name="KSO_WM_DIAGRAM_MIN_ITEMCNT" val="2"/>
  <p:tag name="KSO_WM_DIAGRAM_VIRTUALLY_FRAME" val="{&quot;height&quot;:321.95,&quot;left&quot;:42.7,&quot;top&quot;:128.1,&quot;width&quot;:884.0130708661418}"/>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MH_SHAPE_GUID" val="263"/>
  <p:tag name="KSO_WM_DIAGRAM_USE_COLOR_VALUE" val="{&quot;color_scheme&quot;:1,&quot;color_type&quot;:1,&quot;theme_color_indexes&quot;:[]}"/>
</p:tagLst>
</file>

<file path=ppt/tags/tag165.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1_1"/>
  <p:tag name="KSO_WM_UNIT_ID" val="diagram20230924_2*l_h_a*1_1_1"/>
  <p:tag name="KSO_WM_TEMPLATE_CATEGORY" val="diagram"/>
  <p:tag name="KSO_WM_TEMPLATE_INDEX" val="20230924"/>
  <p:tag name="KSO_WM_UNIT_LAYERLEVEL" val="1_1_1"/>
  <p:tag name="KSO_WM_TAG_VERSION" val="3.0"/>
  <p:tag name="KSO_WM_DIAGRAM_VERSION" val="3"/>
  <p:tag name="KSO_WM_DIAGRAM_COLOR_TRICK" val="2"/>
  <p:tag name="KSO_WM_DIAGRAM_COLOR_TEXT_CAN_REMOVE" val="n"/>
  <p:tag name="KSO_WM_DIAGRAM_GROUP_CODE" val="l1-1"/>
  <p:tag name="KSO_WM_DIAGRAM_MAX_ITEMCNT" val="6"/>
  <p:tag name="KSO_WM_DIAGRAM_MIN_ITEMCNT" val="2"/>
  <p:tag name="KSO_WM_DIAGRAM_VIRTUALLY_FRAME" val="{&quot;height&quot;:321.95,&quot;left&quot;:42.7,&quot;top&quot;:128.1,&quot;width&quot;:884.013070866141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PRESET_TEXT" val="添加项标题"/>
  <p:tag name="KSO_WM_DIAGRAM_USE_COLOR_VALUE" val="{&quot;color_scheme&quot;:1,&quot;color_type&quot;:1,&quot;theme_color_indexes&quot;:[]}"/>
</p:tagLst>
</file>

<file path=ppt/tags/tag1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0924_2*l_h_i*1_3_3"/>
  <p:tag name="KSO_WM_TEMPLATE_CATEGORY" val="diagram"/>
  <p:tag name="KSO_WM_TEMPLATE_INDEX" val="20230924"/>
  <p:tag name="KSO_WM_UNIT_LAYERLEVEL" val="1_1_1"/>
  <p:tag name="KSO_WM_TAG_VERSION" val="3.0"/>
  <p:tag name="KSO_WM_DIAGRAM_VERSION" val="3"/>
  <p:tag name="KSO_WM_DIAGRAM_COLOR_TRICK" val="2"/>
  <p:tag name="KSO_WM_DIAGRAM_COLOR_TEXT_CAN_REMOVE" val="n"/>
  <p:tag name="KSO_WM_DIAGRAM_GROUP_CODE" val="l1-1"/>
  <p:tag name="KSO_WM_UNIT_TYPE" val="l_h_i"/>
  <p:tag name="KSO_WM_UNIT_INDEX" val="1_3_3"/>
  <p:tag name="KSO_WM_DIAGRAM_MAX_ITEMCNT" val="6"/>
  <p:tag name="KSO_WM_DIAGRAM_MIN_ITEMCNT" val="2"/>
  <p:tag name="KSO_WM_DIAGRAM_VIRTUALLY_FRAME" val="{&quot;height&quot;:321.95,&quot;left&quot;:42.7,&quot;top&quot;:128.1,&quot;width&quot;:884.0130708661418}"/>
  <p:tag name="KSO_WM_DIAGRAM_COLOR_MATCH_VALUE" val="{&quot;shape&quot;:{&quot;fill&quot;:{&quot;gradient&quot;:[{&quot;brightness&quot;:0.20000000298023224,&quot;colorType&quot;:1,&quot;foreColorIndex&quot;:5,&quot;pos&quot;:0,&quot;transparency&quot;:0},{&quot;brightness&quot;:0,&quot;colorType&quot;:1,&quot;foreColorIndex&quot;:5,&quot;pos&quot;:1,&quot;transparency&quot;:0}],&quot;type&quot;:3},&quot;glow&quot;:{&quot;colorType&quot;:0},&quot;line&quot;:{&quot;type&quot;:0},&quot;shadow&quot;:{&quot;brightness&quot;:0.800000011920929,&quot;colorType&quot;:1,&quot;foreColorIndex&quot;:5,&quot;transparency&quot;:0.699999988079071},&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DIAGRAM_USE_COLOR_VALUE" val="{&quot;color_scheme&quot;:1,&quot;color_type&quot;:1,&quot;theme_color_indexes&quot;:[]}"/>
</p:tagLst>
</file>

<file path=ppt/tags/tag1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0924_2*l_h_i*1_3_1"/>
  <p:tag name="KSO_WM_TEMPLATE_CATEGORY" val="diagram"/>
  <p:tag name="KSO_WM_TEMPLATE_INDEX" val="20230924"/>
  <p:tag name="KSO_WM_UNIT_LAYERLEVEL" val="1_1_1"/>
  <p:tag name="KSO_WM_TAG_VERSION" val="3.0"/>
  <p:tag name="KSO_WM_DIAGRAM_VERSION" val="3"/>
  <p:tag name="KSO_WM_DIAGRAM_COLOR_TRICK" val="2"/>
  <p:tag name="KSO_WM_DIAGRAM_COLOR_TEXT_CAN_REMOVE" val="n"/>
  <p:tag name="KSO_WM_DIAGRAM_GROUP_CODE" val="l1-1"/>
  <p:tag name="KSO_WM_UNIT_TYPE" val="l_h_i"/>
  <p:tag name="KSO_WM_UNIT_INDEX" val="1_3_1"/>
  <p:tag name="KSO_WM_DIAGRAM_MAX_ITEMCNT" val="6"/>
  <p:tag name="KSO_WM_DIAGRAM_MIN_ITEMCNT" val="2"/>
  <p:tag name="KSO_WM_DIAGRAM_VIRTUALLY_FRAME" val="{&quot;height&quot;:321.95,&quot;left&quot;:42.7,&quot;top&quot;:128.1,&quot;width&quot;:884.0130708661418}"/>
  <p:tag name="KSO_WM_DIAGRAM_COLOR_MATCH_VALUE" val="{&quot;shape&quot;:{&quot;fill&quot;:{&quot;type&quot;:0},&quot;glow&quot;:{&quot;colorType&quot;:0},&quot;line&quot;:{&quot;solidLine&quot;:{&quot;brightness&quot;:0,&quot;colorType&quot;:2,&quot;rgb&quot;:&quot;#ffffff&quot;,&quot;transparency&quot;:0.5},&quot;type&quot;:1},&quot;shadow&quot;:{&quot;colorType&quot;:0},&quot;threeD&quot;:{&quot;curvedSurface&quot;:{&quot;brightness&quot;:0,&quot;colorType&quot;:2,&quot;rgb&quot;:&quot;#000000&quot;},&quot;depth&quot;:{&quot;colorType&quot;:0}}},&quot;text&quot;:{&quot;fill&quot;:{},&quot;glow&quot;:{},&quot;line&quot;:{},&quot;shadow&quot;:{},&quot;threeD&quot;:{}}}"/>
  <p:tag name="KSO_WM_DIAGRAM_USE_COLOR_VALUE" val="{&quot;color_scheme&quot;:1,&quot;color_type&quot;:1,&quot;theme_color_indexes&quot;:[]}"/>
</p:tagLst>
</file>

<file path=ppt/tags/tag168.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3_1"/>
  <p:tag name="KSO_WM_UNIT_ID" val="diagram20230924_2*l_h_f*1_3_1"/>
  <p:tag name="KSO_WM_TEMPLATE_CATEGORY" val="diagram"/>
  <p:tag name="KSO_WM_TEMPLATE_INDEX" val="20230924"/>
  <p:tag name="KSO_WM_UNIT_LAYERLEVEL" val="1_1_1"/>
  <p:tag name="KSO_WM_TAG_VERSION" val="3.0"/>
  <p:tag name="KSO_WM_DIAGRAM_VERSION" val="3"/>
  <p:tag name="KSO_WM_DIAGRAM_COLOR_TRICK" val="2"/>
  <p:tag name="KSO_WM_DIAGRAM_COLOR_TEXT_CAN_REMOVE" val="n"/>
  <p:tag name="KSO_WM_DIAGRAM_GROUP_CODE" val="l1-1"/>
  <p:tag name="KSO_WM_DIAGRAM_MAX_ITEMCNT" val="6"/>
  <p:tag name="KSO_WM_DIAGRAM_MIN_ITEMCNT" val="2"/>
  <p:tag name="KSO_WM_DIAGRAM_VIRTUALLY_FRAME" val="{&quot;height&quot;:321.95,&quot;left&quot;:42.7,&quot;top&quot;:128.1,&quot;width&quot;:884.013070866141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UNIT_PRESET_TEXT" val="单击输入你的智能图形项正文，文字是您思想的提炼"/>
  <p:tag name="KSO_WM_DIAGRAM_USE_COLOR_VALUE" val="{&quot;color_scheme&quot;:1,&quot;color_type&quot;:1,&quot;theme_color_indexes&quot;:[]}"/>
</p:tagLst>
</file>

<file path=ppt/tags/tag169.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3_1"/>
  <p:tag name="KSO_WM_UNIT_ID" val="diagram20230924_2*l_h_a*1_3_1"/>
  <p:tag name="KSO_WM_TEMPLATE_CATEGORY" val="diagram"/>
  <p:tag name="KSO_WM_TEMPLATE_INDEX" val="20230924"/>
  <p:tag name="KSO_WM_UNIT_LAYERLEVEL" val="1_1_1"/>
  <p:tag name="KSO_WM_TAG_VERSION" val="3.0"/>
  <p:tag name="KSO_WM_DIAGRAM_VERSION" val="3"/>
  <p:tag name="KSO_WM_DIAGRAM_COLOR_TRICK" val="2"/>
  <p:tag name="KSO_WM_DIAGRAM_COLOR_TEXT_CAN_REMOVE" val="n"/>
  <p:tag name="KSO_WM_DIAGRAM_GROUP_CODE" val="l1-1"/>
  <p:tag name="KSO_WM_DIAGRAM_MAX_ITEMCNT" val="6"/>
  <p:tag name="KSO_WM_DIAGRAM_MIN_ITEMCNT" val="2"/>
  <p:tag name="KSO_WM_DIAGRAM_VIRTUALLY_FRAME" val="{&quot;height&quot;:321.95,&quot;left&quot;:42.7,&quot;top&quot;:128.1,&quot;width&quot;:884.013070866141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PRESET_TEXT" val="添加项标题"/>
  <p:tag name="KSO_WM_DIAGRAM_USE_COLOR_VALUE" val="{&quot;color_scheme&quot;:1,&quot;color_type&quot;:1,&quot;theme_color_indexes&quot;:[]}"/>
</p:tagLst>
</file>

<file path=ppt/tags/tag170.xml><?xml version="1.0" encoding="utf-8"?>
<p:tagLst xmlns:p="http://schemas.openxmlformats.org/presentationml/2006/main">
  <p:tag name="KSO_WM_DIAGRAM_VERSION" val="3"/>
  <p:tag name="KSO_WM_DIAGRAM_COLOR_TRICK" val="2"/>
  <p:tag name="KSO_WM_DIAGRAM_COLOR_TEXT_CAN_REMOVE" val="n"/>
  <p:tag name="KSO_WM_UNIT_VALUE" val="96*96"/>
  <p:tag name="KSO_WM_UNIT_HIGHLIGHT" val="0"/>
  <p:tag name="KSO_WM_UNIT_COMPATIBLE" val="0"/>
  <p:tag name="KSO_WM_UNIT_DIAGRAM_ISNUMVISUAL" val="0"/>
  <p:tag name="KSO_WM_UNIT_DIAGRAM_ISREFERUNIT" val="0"/>
  <p:tag name="KSO_WM_DIAGRAM_GROUP_CODE" val="l1-1"/>
  <p:tag name="KSO_WM_UNIT_TYPE" val="l_h_x"/>
  <p:tag name="KSO_WM_UNIT_INDEX" val="1_3_1"/>
  <p:tag name="KSO_WM_UNIT_ID" val="diagram20230924_2*l_h_x*1_3_1"/>
  <p:tag name="KSO_WM_TEMPLATE_CATEGORY" val="diagram"/>
  <p:tag name="KSO_WM_TEMPLATE_INDEX" val="20230924"/>
  <p:tag name="KSO_WM_UNIT_LAYERLEVEL" val="1_1_1"/>
  <p:tag name="KSO_WM_TAG_VERSION" val="3.0"/>
  <p:tag name="KSO_WM_DIAGRAM_MAX_ITEMCNT" val="6"/>
  <p:tag name="KSO_WM_DIAGRAM_MIN_ITEMCNT" val="2"/>
  <p:tag name="KSO_WM_DIAGRAM_VIRTUALLY_FRAME" val="{&quot;height&quot;:321.95,&quot;left&quot;:42.7,&quot;top&quot;:128.1,&quot;width&quot;:884.0130708661418}"/>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MH_SHAPE_GUID" val="275"/>
  <p:tag name="KSO_WM_DIAGRAM_USE_COLOR_VALUE" val="{&quot;color_scheme&quot;:1,&quot;color_type&quot;:1,&quot;theme_color_indexes&quot;:[]}"/>
</p:tagLst>
</file>

<file path=ppt/tags/tag1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0924_2*l_h_i*1_2_3"/>
  <p:tag name="KSO_WM_TEMPLATE_CATEGORY" val="diagram"/>
  <p:tag name="KSO_WM_TEMPLATE_INDEX" val="20230924"/>
  <p:tag name="KSO_WM_UNIT_LAYERLEVEL" val="1_1_1"/>
  <p:tag name="KSO_WM_TAG_VERSION" val="3.0"/>
  <p:tag name="KSO_WM_DIAGRAM_VERSION" val="3"/>
  <p:tag name="KSO_WM_DIAGRAM_COLOR_TRICK" val="2"/>
  <p:tag name="KSO_WM_DIAGRAM_COLOR_TEXT_CAN_REMOVE" val="n"/>
  <p:tag name="KSO_WM_DIAGRAM_GROUP_CODE" val="l1-1"/>
  <p:tag name="KSO_WM_UNIT_TYPE" val="l_h_i"/>
  <p:tag name="KSO_WM_UNIT_INDEX" val="1_2_3"/>
  <p:tag name="KSO_WM_DIAGRAM_MAX_ITEMCNT" val="6"/>
  <p:tag name="KSO_WM_DIAGRAM_MIN_ITEMCNT" val="2"/>
  <p:tag name="KSO_WM_DIAGRAM_VIRTUALLY_FRAME" val="{&quot;height&quot;:321.95,&quot;left&quot;:42.7,&quot;top&quot;:128.1,&quot;width&quot;:884.0130708661418}"/>
  <p:tag name="KSO_WM_DIAGRAM_COLOR_MATCH_VALUE" val="{&quot;shape&quot;:{&quot;fill&quot;:{&quot;gradient&quot;:[{&quot;brightness&quot;:0.10000000149011612,&quot;colorType&quot;:1,&quot;foreColorIndex&quot;:6,&quot;pos&quot;:0,&quot;transparency&quot;:0},{&quot;brightness&quot;:0,&quot;colorType&quot;:1,&quot;foreColorIndex&quot;:6,&quot;pos&quot;:1,&quot;transparency&quot;:0}],&quot;type&quot;:3},&quot;glow&quot;:{&quot;colorType&quot;:0},&quot;line&quot;:{&quot;type&quot;:0},&quot;shadow&quot;:{&quot;brightness&quot;:0.800000011920929,&quot;colorType&quot;:1,&quot;foreColorIndex&quot;:8,&quot;transparency&quot;:0.699999988079071},&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DIAGRAM_USE_COLOR_VALUE" val="{&quot;color_scheme&quot;:1,&quot;color_type&quot;:1,&quot;theme_color_indexes&quot;:[]}"/>
</p:tagLst>
</file>

<file path=ppt/tags/tag1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0924_2*l_h_i*1_2_1"/>
  <p:tag name="KSO_WM_TEMPLATE_CATEGORY" val="diagram"/>
  <p:tag name="KSO_WM_TEMPLATE_INDEX" val="20230924"/>
  <p:tag name="KSO_WM_UNIT_LAYERLEVEL" val="1_1_1"/>
  <p:tag name="KSO_WM_TAG_VERSION" val="3.0"/>
  <p:tag name="KSO_WM_DIAGRAM_VERSION" val="3"/>
  <p:tag name="KSO_WM_DIAGRAM_COLOR_TRICK" val="2"/>
  <p:tag name="KSO_WM_DIAGRAM_COLOR_TEXT_CAN_REMOVE" val="n"/>
  <p:tag name="KSO_WM_DIAGRAM_GROUP_CODE" val="l1-1"/>
  <p:tag name="KSO_WM_UNIT_TYPE" val="l_h_i"/>
  <p:tag name="KSO_WM_UNIT_INDEX" val="1_2_1"/>
  <p:tag name="KSO_WM_DIAGRAM_MAX_ITEMCNT" val="6"/>
  <p:tag name="KSO_WM_DIAGRAM_MIN_ITEMCNT" val="2"/>
  <p:tag name="KSO_WM_DIAGRAM_VIRTUALLY_FRAME" val="{&quot;height&quot;:321.95,&quot;left&quot;:42.7,&quot;top&quot;:128.1,&quot;width&quot;:884.0130708661418}"/>
  <p:tag name="KSO_WM_DIAGRAM_COLOR_MATCH_VALUE" val="{&quot;shape&quot;:{&quot;fill&quot;:{&quot;type&quot;:0},&quot;glow&quot;:{&quot;colorType&quot;:0},&quot;line&quot;:{&quot;solidLine&quot;:{&quot;brightness&quot;:0,&quot;colorType&quot;:2,&quot;rgb&quot;:&quot;#ffffff&quot;,&quot;transparency&quot;:0.5},&quot;type&quot;:1},&quot;shadow&quot;:{&quot;colorType&quot;:0},&quot;threeD&quot;:{&quot;curvedSurface&quot;:{&quot;brightness&quot;:0,&quot;colorType&quot;:2,&quot;rgb&quot;:&quot;#000000&quot;},&quot;depth&quot;:{&quot;colorType&quot;:0}}},&quot;text&quot;:{&quot;fill&quot;:{},&quot;glow&quot;:{},&quot;line&quot;:{},&quot;shadow&quot;:{},&quot;threeD&quot;:{}}}"/>
  <p:tag name="KSO_WM_DIAGRAM_USE_COLOR_VALUE" val="{&quot;color_scheme&quot;:1,&quot;color_type&quot;:1,&quot;theme_color_indexes&quot;:[]}"/>
</p:tagLst>
</file>

<file path=ppt/tags/tag173.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2_1"/>
  <p:tag name="KSO_WM_UNIT_ID" val="diagram20230924_2*l_h_f*1_2_1"/>
  <p:tag name="KSO_WM_TEMPLATE_CATEGORY" val="diagram"/>
  <p:tag name="KSO_WM_TEMPLATE_INDEX" val="20230924"/>
  <p:tag name="KSO_WM_UNIT_LAYERLEVEL" val="1_1_1"/>
  <p:tag name="KSO_WM_TAG_VERSION" val="3.0"/>
  <p:tag name="KSO_WM_DIAGRAM_VERSION" val="3"/>
  <p:tag name="KSO_WM_DIAGRAM_COLOR_TRICK" val="2"/>
  <p:tag name="KSO_WM_DIAGRAM_COLOR_TEXT_CAN_REMOVE" val="n"/>
  <p:tag name="KSO_WM_DIAGRAM_GROUP_CODE" val="l1-1"/>
  <p:tag name="KSO_WM_DIAGRAM_MAX_ITEMCNT" val="6"/>
  <p:tag name="KSO_WM_DIAGRAM_MIN_ITEMCNT" val="2"/>
  <p:tag name="KSO_WM_DIAGRAM_VIRTUALLY_FRAME" val="{&quot;height&quot;:321.95,&quot;left&quot;:42.7,&quot;top&quot;:128.1,&quot;width&quot;:884.013070866141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UNIT_PRESET_TEXT" val="根据需要可酌情增减文字，以便观者准确地理解您传达的思想"/>
  <p:tag name="KSO_WM_DIAGRAM_USE_COLOR_VALUE" val="{&quot;color_scheme&quot;:1,&quot;color_type&quot;:1,&quot;theme_color_indexes&quot;:[]}"/>
</p:tagLst>
</file>

<file path=ppt/tags/tag174.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2_1"/>
  <p:tag name="KSO_WM_UNIT_ID" val="diagram20230924_2*l_h_a*1_2_1"/>
  <p:tag name="KSO_WM_TEMPLATE_CATEGORY" val="diagram"/>
  <p:tag name="KSO_WM_TEMPLATE_INDEX" val="20230924"/>
  <p:tag name="KSO_WM_UNIT_LAYERLEVEL" val="1_1_1"/>
  <p:tag name="KSO_WM_TAG_VERSION" val="3.0"/>
  <p:tag name="KSO_WM_DIAGRAM_VERSION" val="3"/>
  <p:tag name="KSO_WM_DIAGRAM_COLOR_TRICK" val="2"/>
  <p:tag name="KSO_WM_DIAGRAM_COLOR_TEXT_CAN_REMOVE" val="n"/>
  <p:tag name="KSO_WM_DIAGRAM_GROUP_CODE" val="l1-1"/>
  <p:tag name="KSO_WM_DIAGRAM_MAX_ITEMCNT" val="6"/>
  <p:tag name="KSO_WM_DIAGRAM_MIN_ITEMCNT" val="2"/>
  <p:tag name="KSO_WM_DIAGRAM_VIRTUALLY_FRAME" val="{&quot;height&quot;:321.95,&quot;left&quot;:42.7,&quot;top&quot;:128.1,&quot;width&quot;:884.013070866141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PRESET_TEXT" val="添加项标题"/>
  <p:tag name="KSO_WM_DIAGRAM_USE_COLOR_VALUE" val="{&quot;color_scheme&quot;:1,&quot;color_type&quot;:1,&quot;theme_color_indexes&quot;:[]}"/>
</p:tagLst>
</file>

<file path=ppt/tags/tag175.xml><?xml version="1.0" encoding="utf-8"?>
<p:tagLst xmlns:p="http://schemas.openxmlformats.org/presentationml/2006/main">
  <p:tag name="KSO_WM_DIAGRAM_VERSION" val="3"/>
  <p:tag name="KSO_WM_DIAGRAM_COLOR_TRICK" val="2"/>
  <p:tag name="KSO_WM_DIAGRAM_COLOR_TEXT_CAN_REMOVE" val="n"/>
  <p:tag name="KSO_WM_UNIT_VALUE" val="89*96"/>
  <p:tag name="KSO_WM_UNIT_HIGHLIGHT" val="0"/>
  <p:tag name="KSO_WM_UNIT_COMPATIBLE" val="0"/>
  <p:tag name="KSO_WM_UNIT_DIAGRAM_ISNUMVISUAL" val="0"/>
  <p:tag name="KSO_WM_UNIT_DIAGRAM_ISREFERUNIT" val="0"/>
  <p:tag name="KSO_WM_DIAGRAM_GROUP_CODE" val="l1-1"/>
  <p:tag name="KSO_WM_UNIT_TYPE" val="l_h_x"/>
  <p:tag name="KSO_WM_UNIT_INDEX" val="1_2_1"/>
  <p:tag name="KSO_WM_UNIT_ID" val="diagram20230924_2*l_h_x*1_2_1"/>
  <p:tag name="KSO_WM_TEMPLATE_CATEGORY" val="diagram"/>
  <p:tag name="KSO_WM_TEMPLATE_INDEX" val="20230924"/>
  <p:tag name="KSO_WM_UNIT_LAYERLEVEL" val="1_1_1"/>
  <p:tag name="KSO_WM_TAG_VERSION" val="3.0"/>
  <p:tag name="KSO_WM_DIAGRAM_MAX_ITEMCNT" val="6"/>
  <p:tag name="KSO_WM_DIAGRAM_MIN_ITEMCNT" val="2"/>
  <p:tag name="KSO_WM_DIAGRAM_VIRTUALLY_FRAME" val="{&quot;height&quot;:321.95,&quot;left&quot;:42.7,&quot;top&quot;:128.1,&quot;width&quot;:884.0130708661418}"/>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MH_SHAPE_GUID" val="270"/>
  <p:tag name="KSO_WM_DIAGRAM_USE_COLOR_VALUE" val="{&quot;color_scheme&quot;:1,&quot;color_type&quot;:1,&quot;theme_color_indexes&quot;:[]}"/>
</p:tagLst>
</file>

<file path=ppt/tags/tag176.xml><?xml version="1.0" encoding="utf-8"?>
<p:tagLst xmlns:p="http://schemas.openxmlformats.org/presentationml/2006/main">
  <p:tag name="KSO_WM_BEAUTIFY_FLAG" val="#wm#"/>
  <p:tag name="KSO_WM_TEMPLATE_CATEGORY" val="custom"/>
  <p:tag name="KSO_WM_TEMPLATE_INDEX" val="20205081"/>
</p:tagLst>
</file>

<file path=ppt/tags/tag1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731_5*l_i*1_1"/>
  <p:tag name="KSO_WM_TEMPLATE_CATEGORY" val="diagram"/>
  <p:tag name="KSO_WM_TEMPLATE_INDEX" val="20231731"/>
  <p:tag name="KSO_WM_UNIT_LAYERLEVEL" val="1_1"/>
  <p:tag name="KSO_WM_TAG_VERSION" val="3.0"/>
  <p:tag name="KSO_WM_UNIT_TYPE" val="l_i"/>
  <p:tag name="KSO_WM_UNIT_INDEX" val="1_1"/>
  <p:tag name="KSO_WM_DIAGRAM_GROUP_CODE" val="l1-1"/>
  <p:tag name="KSO_WM_DIAGRAM_VERSION" val="3"/>
  <p:tag name="KSO_WM_DIAGRAM_COLOR_TRICK" val="1"/>
  <p:tag name="KSO_WM_DIAGRAM_COLOR_TEXT_CAN_REMOVE" val="n"/>
  <p:tag name="KSO_WM_DIAGRAM_MAX_ITEMCNT" val="6"/>
  <p:tag name="KSO_WM_DIAGRAM_MIN_ITEMCNT" val="2"/>
  <p:tag name="KSO_WM_DIAGRAM_VIRTUALLY_FRAME" val="{&quot;height&quot;:256.2190429687503,&quot;left&quot;:55.90000610351562,&quot;top&quot;:294.115478515625,&quot;width&quot;:824.7999877929688}"/>
  <p:tag name="KSO_WM_DIAGRAM_COLOR_MATCH_VALUE" val="{&quot;shape&quot;:{&quot;fill&quot;:{&quot;gradient&quot;:[{&quot;brightness&quot;:0,&quot;colorType&quot;:1,&quot;foreColorIndex&quot;:5,&quot;pos&quot;:0,&quot;transparency&quot;:0.8500000238418579},{&quot;brightness&quot;:0,&quot;colorType&quot;:1,&quot;foreColorIndex&quot;:5,&quot;pos&quot;:1,&quot;transparency&quot;:1}],&quot;type&quot;:3},&quot;glow&quot;:{&quot;colorType&quot;:0},&quot;line&quot;:{&quot;gradient&quot;:[{&quot;brightness&quot;:0,&quot;colorType&quot;:1,&quot;foreColorIndex&quot;:5,&quot;pos&quot;:0,&quot;transparency&quot;:0},{&quot;brightness&quot;:0,&quot;colorType&quot;:1,&quot;foreColorIndex&quot;:5,&quot;pos&quot;:0.8700000047683716,&quot;transparency&quot;:1}],&quot;type&quot;:2},&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DIAGRAM_USE_COLOR_VALUE" val="{&quot;color_scheme&quot;:1,&quot;color_type&quot;:1,&quot;theme_color_indexes&quot;:[5,6,5,6,5,6]}"/>
</p:tagLst>
</file>

<file path=ppt/tags/tag1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731_5*l_i*1_2"/>
  <p:tag name="KSO_WM_TEMPLATE_CATEGORY" val="diagram"/>
  <p:tag name="KSO_WM_TEMPLATE_INDEX" val="20231731"/>
  <p:tag name="KSO_WM_UNIT_LAYERLEVEL" val="1_1"/>
  <p:tag name="KSO_WM_TAG_VERSION" val="3.0"/>
  <p:tag name="KSO_WM_UNIT_TYPE" val="l_i"/>
  <p:tag name="KSO_WM_UNIT_INDEX" val="1_2"/>
  <p:tag name="KSO_WM_DIAGRAM_GROUP_CODE" val="l1-1"/>
  <p:tag name="KSO_WM_DIAGRAM_VERSION" val="3"/>
  <p:tag name="KSO_WM_DIAGRAM_COLOR_TRICK" val="1"/>
  <p:tag name="KSO_WM_DIAGRAM_COLOR_TEXT_CAN_REMOVE" val="n"/>
  <p:tag name="KSO_WM_DIAGRAM_MAX_ITEMCNT" val="6"/>
  <p:tag name="KSO_WM_DIAGRAM_MIN_ITEMCNT" val="2"/>
  <p:tag name="KSO_WM_DIAGRAM_VIRTUALLY_FRAME" val="{&quot;height&quot;:256.2190429687503,&quot;left&quot;:55.90000610351562,&quot;top&quot;:294.115478515625,&quot;width&quot;:824.7999877929688}"/>
  <p:tag name="KSO_WM_DIAGRAM_COLOR_MATCH_VALUE" val="{&quot;shape&quot;:{&quot;fill&quot;:{&quot;gradient&quot;:[{&quot;brightness&quot;:0.2199999988079071,&quot;colorType&quot;:1,&quot;foreColorIndex&quot;:5,&quot;pos&quot;:0.009999999776482582,&quot;transparency&quot;:0},{&quot;brightness&quot;:-0.09000000357627869,&quot;colorType&quot;:1,&quot;foreColorIndex&quot;:5,&quot;pos&quot;:0.7799999713897705,&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DIAGRAM_USE_COLOR_VALUE" val="{&quot;color_scheme&quot;:1,&quot;color_type&quot;:1,&quot;theme_color_indexes&quot;:[5,6,5,6,5,6]}"/>
</p:tagLst>
</file>

<file path=ppt/tags/tag1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731_5*l_i*1_3"/>
  <p:tag name="KSO_WM_TEMPLATE_CATEGORY" val="diagram"/>
  <p:tag name="KSO_WM_TEMPLATE_INDEX" val="20231731"/>
  <p:tag name="KSO_WM_UNIT_LAYERLEVEL" val="1_1"/>
  <p:tag name="KSO_WM_TAG_VERSION" val="3.0"/>
  <p:tag name="KSO_WM_UNIT_TYPE" val="l_i"/>
  <p:tag name="KSO_WM_UNIT_INDEX" val="1_3"/>
  <p:tag name="KSO_WM_DIAGRAM_GROUP_CODE" val="l1-1"/>
  <p:tag name="KSO_WM_DIAGRAM_VERSION" val="3"/>
  <p:tag name="KSO_WM_DIAGRAM_COLOR_TRICK" val="1"/>
  <p:tag name="KSO_WM_DIAGRAM_COLOR_TEXT_CAN_REMOVE" val="n"/>
  <p:tag name="KSO_WM_DIAGRAM_MAX_ITEMCNT" val="6"/>
  <p:tag name="KSO_WM_DIAGRAM_MIN_ITEMCNT" val="2"/>
  <p:tag name="KSO_WM_DIAGRAM_VIRTUALLY_FRAME" val="{&quot;height&quot;:256.2190429687503,&quot;left&quot;:55.90000610351562,&quot;top&quot;:294.115478515625,&quot;width&quot;:824.7999877929688}"/>
  <p:tag name="KSO_WM_DIAGRAM_COLOR_MATCH_VALUE" val="{&quot;shape&quot;:{&quot;fill&quot;:{&quot;gradient&quot;:[{&quot;brightness&quot;:0.4000000059604645,&quot;colorType&quot;:1,&quot;foreColorIndex&quot;:5,&quot;pos&quot;:0.1899999976158142,&quot;transparency&quot;:0},{&quot;brightness&quot;:0,&quot;colorType&quot;:1,&quot;foreColorIndex&quot;:5,&quot;pos&quot;:0.9200000166893005,&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DIAGRAM_USE_COLOR_VALUE" val="{&quot;color_scheme&quot;:1,&quot;color_type&quot;:1,&quot;theme_color_indexes&quot;:[5,6,5,6,5,6]}"/>
</p:tagLst>
</file>

<file path=ppt/tags/tag1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731_5*l_i*1_4"/>
  <p:tag name="KSO_WM_TEMPLATE_CATEGORY" val="diagram"/>
  <p:tag name="KSO_WM_TEMPLATE_INDEX" val="20231731"/>
  <p:tag name="KSO_WM_UNIT_LAYERLEVEL" val="1_1"/>
  <p:tag name="KSO_WM_TAG_VERSION" val="3.0"/>
  <p:tag name="KSO_WM_UNIT_TYPE" val="l_i"/>
  <p:tag name="KSO_WM_UNIT_INDEX" val="1_4"/>
  <p:tag name="KSO_WM_DIAGRAM_GROUP_CODE" val="l1-1"/>
  <p:tag name="KSO_WM_DIAGRAM_VERSION" val="3"/>
  <p:tag name="KSO_WM_DIAGRAM_COLOR_TRICK" val="1"/>
  <p:tag name="KSO_WM_DIAGRAM_COLOR_TEXT_CAN_REMOVE" val="n"/>
  <p:tag name="KSO_WM_DIAGRAM_MAX_ITEMCNT" val="6"/>
  <p:tag name="KSO_WM_DIAGRAM_MIN_ITEMCNT" val="2"/>
  <p:tag name="KSO_WM_DIAGRAM_VIRTUALLY_FRAME" val="{&quot;height&quot;:256.2190429687503,&quot;left&quot;:55.90000610351562,&quot;top&quot;:294.115478515625,&quot;width&quot;:824.7999877929688}"/>
  <p:tag name="KSO_WM_DIAGRAM_COLOR_MATCH_VALUE" val="{&quot;shape&quot;:{&quot;fill&quot;:{&quot;gradient&quot;:[{&quot;brightness&quot;:0.5,&quot;colorType&quot;:1,&quot;foreColorIndex&quot;:5,&quot;pos&quot;:0,&quot;transparency&quot;:0},{&quot;brightness&quot;:0.14000000059604645,&quot;colorType&quot;:1,&quot;foreColorIndex&quot;:5,&quot;pos&quot;:1,&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DIAGRAM_USE_COLOR_VALUE" val="{&quot;color_scheme&quot;:1,&quot;color_type&quot;:1,&quot;theme_color_indexes&quot;:[5,6,5,6,5,6]}"/>
</p:tagLst>
</file>

<file path=ppt/tags/tag1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731_5*l_i*1_5"/>
  <p:tag name="KSO_WM_TEMPLATE_CATEGORY" val="diagram"/>
  <p:tag name="KSO_WM_TEMPLATE_INDEX" val="20231731"/>
  <p:tag name="KSO_WM_UNIT_LAYERLEVEL" val="1_1"/>
  <p:tag name="KSO_WM_TAG_VERSION" val="3.0"/>
  <p:tag name="KSO_WM_UNIT_TYPE" val="l_i"/>
  <p:tag name="KSO_WM_UNIT_INDEX" val="1_5"/>
  <p:tag name="KSO_WM_DIAGRAM_GROUP_CODE" val="l1-1"/>
  <p:tag name="KSO_WM_DIAGRAM_VERSION" val="3"/>
  <p:tag name="KSO_WM_DIAGRAM_COLOR_TRICK" val="1"/>
  <p:tag name="KSO_WM_DIAGRAM_COLOR_TEXT_CAN_REMOVE" val="n"/>
  <p:tag name="KSO_WM_DIAGRAM_MAX_ITEMCNT" val="6"/>
  <p:tag name="KSO_WM_DIAGRAM_MIN_ITEMCNT" val="2"/>
  <p:tag name="KSO_WM_DIAGRAM_VIRTUALLY_FRAME" val="{&quot;height&quot;:256.2190429687503,&quot;left&quot;:55.90000610351562,&quot;top&quot;:294.115478515625,&quot;width&quot;:824.7999877929688}"/>
  <p:tag name="KSO_WM_DIAGRAM_COLOR_MATCH_VALUE" val="{&quot;shape&quot;:{&quot;fill&quot;:{&quot;gradient&quot;:[{&quot;brightness&quot;:-0.25,&quot;colorType&quot;:1,&quot;foreColorIndex&quot;:5,&quot;pos&quot;:0.36000001430511475,&quot;transparency&quot;:0},{&quot;brightness&quot;:0.30000001192092896,&quot;colorType&quot;:1,&quot;foreColorIndex&quot;:5,&quot;pos&quot;:1,&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DIAGRAM_USE_COLOR_VALUE" val="{&quot;color_scheme&quot;:1,&quot;color_type&quot;:1,&quot;theme_color_indexes&quot;:[5,6,5,6,5,6]}"/>
</p:tagLst>
</file>

<file path=ppt/tags/tag1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731_5*l_i*1_6"/>
  <p:tag name="KSO_WM_TEMPLATE_CATEGORY" val="diagram"/>
  <p:tag name="KSO_WM_TEMPLATE_INDEX" val="20231731"/>
  <p:tag name="KSO_WM_UNIT_LAYERLEVEL" val="1_1"/>
  <p:tag name="KSO_WM_TAG_VERSION" val="3.0"/>
  <p:tag name="KSO_WM_UNIT_TYPE" val="l_i"/>
  <p:tag name="KSO_WM_UNIT_INDEX" val="1_6"/>
  <p:tag name="KSO_WM_DIAGRAM_GROUP_CODE" val="l1-1"/>
  <p:tag name="KSO_WM_DIAGRAM_VERSION" val="3"/>
  <p:tag name="KSO_WM_DIAGRAM_COLOR_TRICK" val="1"/>
  <p:tag name="KSO_WM_DIAGRAM_COLOR_TEXT_CAN_REMOVE" val="n"/>
  <p:tag name="KSO_WM_DIAGRAM_MAX_ITEMCNT" val="6"/>
  <p:tag name="KSO_WM_DIAGRAM_MIN_ITEMCNT" val="2"/>
  <p:tag name="KSO_WM_DIAGRAM_VIRTUALLY_FRAME" val="{&quot;height&quot;:256.2190429687503,&quot;left&quot;:55.90000610351562,&quot;top&quot;:294.115478515625,&quot;width&quot;:824.7999877929688}"/>
  <p:tag name="KSO_WM_DIAGRAM_COLOR_MATCH_VALUE" val="{&quot;shape&quot;:{&quot;fill&quot;:{&quot;gradient&quot;:[{&quot;brightness&quot;:0.4000000059604645,&quot;colorType&quot;:1,&quot;foreColorIndex&quot;:5,&quot;pos&quot;:0.009999999776482582,&quot;transparency&quot;:0},{&quot;brightness&quot;:0,&quot;colorType&quot;:1,&quot;foreColorIndex&quot;:5,&quot;pos&quot;:0.9200000166893005,&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DIAGRAM_USE_COLOR_VALUE" val="{&quot;color_scheme&quot;:1,&quot;color_type&quot;:1,&quot;theme_color_indexes&quot;:[5,6,5,6,5,6]}"/>
</p:tagLst>
</file>

<file path=ppt/tags/tag1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731_5*l_i*1_7"/>
  <p:tag name="KSO_WM_TEMPLATE_CATEGORY" val="diagram"/>
  <p:tag name="KSO_WM_TEMPLATE_INDEX" val="20231731"/>
  <p:tag name="KSO_WM_UNIT_LAYERLEVEL" val="1_1"/>
  <p:tag name="KSO_WM_TAG_VERSION" val="3.0"/>
  <p:tag name="KSO_WM_UNIT_TYPE" val="l_i"/>
  <p:tag name="KSO_WM_UNIT_INDEX" val="1_7"/>
  <p:tag name="KSO_WM_DIAGRAM_GROUP_CODE" val="l1-1"/>
  <p:tag name="KSO_WM_DIAGRAM_VERSION" val="3"/>
  <p:tag name="KSO_WM_DIAGRAM_COLOR_TRICK" val="1"/>
  <p:tag name="KSO_WM_DIAGRAM_COLOR_TEXT_CAN_REMOVE" val="n"/>
  <p:tag name="KSO_WM_DIAGRAM_MAX_ITEMCNT" val="6"/>
  <p:tag name="KSO_WM_DIAGRAM_MIN_ITEMCNT" val="2"/>
  <p:tag name="KSO_WM_DIAGRAM_VIRTUALLY_FRAME" val="{&quot;height&quot;:256.2190429687503,&quot;left&quot;:55.90000610351562,&quot;top&quot;:294.115478515625,&quot;width&quot;:824.7999877929688}"/>
  <p:tag name="KSO_WM_DIAGRAM_COLOR_MATCH_VALUE" val="{&quot;shape&quot;:{&quot;fill&quot;:{&quot;gradient&quot;:[{&quot;brightness&quot;:-0.25,&quot;colorType&quot;:1,&quot;foreColorIndex&quot;:5,&quot;pos&quot;:0.2800000011920929,&quot;transparency&quot;:0},{&quot;brightness&quot;:0.30000001192092896,&quot;colorType&quot;:1,&quot;foreColorIndex&quot;:5,&quot;pos&quot;:1,&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DIAGRAM_USE_COLOR_VALUE" val="{&quot;color_scheme&quot;:1,&quot;color_type&quot;:1,&quot;theme_color_indexes&quot;:[5,6,5,6,5,6]}"/>
</p:tagLst>
</file>

<file path=ppt/tags/tag1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731_5*l_i*1_8"/>
  <p:tag name="KSO_WM_TEMPLATE_CATEGORY" val="diagram"/>
  <p:tag name="KSO_WM_TEMPLATE_INDEX" val="20231731"/>
  <p:tag name="KSO_WM_UNIT_LAYERLEVEL" val="1_1"/>
  <p:tag name="KSO_WM_TAG_VERSION" val="3.0"/>
  <p:tag name="KSO_WM_UNIT_TYPE" val="l_i"/>
  <p:tag name="KSO_WM_UNIT_INDEX" val="1_8"/>
  <p:tag name="KSO_WM_DIAGRAM_GROUP_CODE" val="l1-1"/>
  <p:tag name="KSO_WM_DIAGRAM_VERSION" val="3"/>
  <p:tag name="KSO_WM_DIAGRAM_COLOR_TRICK" val="1"/>
  <p:tag name="KSO_WM_DIAGRAM_COLOR_TEXT_CAN_REMOVE" val="n"/>
  <p:tag name="KSO_WM_DIAGRAM_MAX_ITEMCNT" val="6"/>
  <p:tag name="KSO_WM_DIAGRAM_MIN_ITEMCNT" val="2"/>
  <p:tag name="KSO_WM_DIAGRAM_VIRTUALLY_FRAME" val="{&quot;height&quot;:256.2190429687503,&quot;left&quot;:55.90000610351562,&quot;top&quot;:294.115478515625,&quot;width&quot;:824.7999877929688}"/>
  <p:tag name="KSO_WM_DIAGRAM_COLOR_MATCH_VALUE" val="{&quot;shape&quot;:{&quot;fill&quot;:{&quot;gradient&quot;:[{&quot;brightness&quot;:0.44999998807907104,&quot;colorType&quot;:1,&quot;foreColorIndex&quot;:5,&quot;pos&quot;:0,&quot;transparency&quot;:0},{&quot;brightness&quot;:0,&quot;colorType&quot;:1,&quot;foreColorIndex&quot;:5,&quot;pos&quot;:1,&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DIAGRAM_USE_COLOR_VALUE" val="{&quot;color_scheme&quot;:1,&quot;color_type&quot;:1,&quot;theme_color_indexes&quot;:[5,6,5,6,5,6]}"/>
</p:tagLst>
</file>

<file path=ppt/tags/tag1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731_5*l_i*1_9"/>
  <p:tag name="KSO_WM_TEMPLATE_CATEGORY" val="diagram"/>
  <p:tag name="KSO_WM_TEMPLATE_INDEX" val="20231731"/>
  <p:tag name="KSO_WM_UNIT_LAYERLEVEL" val="1_1"/>
  <p:tag name="KSO_WM_TAG_VERSION" val="3.0"/>
  <p:tag name="KSO_WM_UNIT_TYPE" val="l_i"/>
  <p:tag name="KSO_WM_UNIT_INDEX" val="1_9"/>
  <p:tag name="KSO_WM_DIAGRAM_GROUP_CODE" val="l1-1"/>
  <p:tag name="KSO_WM_DIAGRAM_VERSION" val="3"/>
  <p:tag name="KSO_WM_DIAGRAM_COLOR_TRICK" val="1"/>
  <p:tag name="KSO_WM_DIAGRAM_COLOR_TEXT_CAN_REMOVE" val="n"/>
  <p:tag name="KSO_WM_DIAGRAM_MAX_ITEMCNT" val="6"/>
  <p:tag name="KSO_WM_DIAGRAM_MIN_ITEMCNT" val="2"/>
  <p:tag name="KSO_WM_DIAGRAM_VIRTUALLY_FRAME" val="{&quot;height&quot;:256.2190429687503,&quot;left&quot;:55.90000610351562,&quot;top&quot;:294.115478515625,&quot;width&quot;:824.7999877929688}"/>
  <p:tag name="KSO_WM_DIAGRAM_COLOR_MATCH_VALUE" val="{&quot;shape&quot;:{&quot;fill&quot;:{&quot;gradient&quot;:[{&quot;brightness&quot;:0.6399999856948853,&quot;colorType&quot;:1,&quot;foreColorIndex&quot;:5,&quot;pos&quot;:0,&quot;transparency&quot;:0},{&quot;brightness&quot;:0.23000000417232513,&quot;colorType&quot;:1,&quot;foreColorIndex&quot;:5,&quot;pos&quot;:1,&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DIAGRAM_USE_COLOR_VALUE" val="{&quot;color_scheme&quot;:1,&quot;color_type&quot;:1,&quot;theme_color_indexes&quot;:[5,6,5,6,5,6]}"/>
</p:tagLst>
</file>

<file path=ppt/tags/tag1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731_5*l_i*1_10"/>
  <p:tag name="KSO_WM_TEMPLATE_CATEGORY" val="diagram"/>
  <p:tag name="KSO_WM_TEMPLATE_INDEX" val="20231731"/>
  <p:tag name="KSO_WM_UNIT_LAYERLEVEL" val="1_1"/>
  <p:tag name="KSO_WM_TAG_VERSION" val="3.0"/>
  <p:tag name="KSO_WM_UNIT_TYPE" val="l_i"/>
  <p:tag name="KSO_WM_UNIT_INDEX" val="1_10"/>
  <p:tag name="KSO_WM_DIAGRAM_GROUP_CODE" val="l1-1"/>
  <p:tag name="KSO_WM_DIAGRAM_VERSION" val="3"/>
  <p:tag name="KSO_WM_DIAGRAM_COLOR_TRICK" val="1"/>
  <p:tag name="KSO_WM_DIAGRAM_COLOR_TEXT_CAN_REMOVE" val="n"/>
  <p:tag name="KSO_WM_DIAGRAM_MAX_ITEMCNT" val="6"/>
  <p:tag name="KSO_WM_DIAGRAM_MIN_ITEMCNT" val="2"/>
  <p:tag name="KSO_WM_DIAGRAM_VIRTUALLY_FRAME" val="{&quot;height&quot;:256.2190429687503,&quot;left&quot;:55.90000610351562,&quot;top&quot;:294.115478515625,&quot;width&quot;:824.7999877929688}"/>
  <p:tag name="KSO_WM_DIAGRAM_COLOR_MATCH_VALUE" val="{&quot;shape&quot;:{&quot;fill&quot;:{&quot;type&quot;:0},&quot;glow&quot;:{&quot;colorType&quot;:0},&quot;line&quot;:{&quot;gradient&quot;:[{&quot;brightness&quot;:0,&quot;colorType&quot;:1,&quot;foreColorIndex&quot;:5,&quot;pos&quot;:0,&quot;transparency&quot;:0},{&quot;brightness&quot;:0,&quot;colorType&quot;:1,&quot;foreColorIndex&quot;:5,&quot;pos&quot;:1,&quot;transparency&quot;:1}],&quot;type&quot;:2},&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USE_COLOR_VALUE" val="{&quot;color_scheme&quot;:1,&quot;color_type&quot;:1,&quot;theme_color_indexes&quot;:[5,6,5,6,5,6]}"/>
</p:tagLst>
</file>

<file path=ppt/tags/tag1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731_5*l_i*1_11"/>
  <p:tag name="KSO_WM_TEMPLATE_CATEGORY" val="diagram"/>
  <p:tag name="KSO_WM_TEMPLATE_INDEX" val="20231731"/>
  <p:tag name="KSO_WM_UNIT_LAYERLEVEL" val="1_1"/>
  <p:tag name="KSO_WM_TAG_VERSION" val="3.0"/>
  <p:tag name="KSO_WM_UNIT_TYPE" val="l_i"/>
  <p:tag name="KSO_WM_UNIT_INDEX" val="1_11"/>
  <p:tag name="KSO_WM_DIAGRAM_GROUP_CODE" val="l1-1"/>
  <p:tag name="KSO_WM_DIAGRAM_VERSION" val="3"/>
  <p:tag name="KSO_WM_DIAGRAM_COLOR_TRICK" val="1"/>
  <p:tag name="KSO_WM_DIAGRAM_COLOR_TEXT_CAN_REMOVE" val="n"/>
  <p:tag name="KSO_WM_DIAGRAM_MAX_ITEMCNT" val="6"/>
  <p:tag name="KSO_WM_DIAGRAM_MIN_ITEMCNT" val="2"/>
  <p:tag name="KSO_WM_DIAGRAM_VIRTUALLY_FRAME" val="{&quot;height&quot;:256.2190429687503,&quot;left&quot;:55.90000610351562,&quot;top&quot;:294.115478515625,&quot;width&quot;:824.7999877929688}"/>
  <p:tag name="KSO_WM_DIAGRAM_COLOR_MATCH_VALUE" val="{&quot;shape&quot;:{&quot;fill&quot;:{&quot;type&quot;:0},&quot;glow&quot;:{&quot;colorType&quot;:0},&quot;line&quot;:{&quot;gradient&quot;:[{&quot;brightness&quot;:0,&quot;colorType&quot;:1,&quot;foreColorIndex&quot;:5,&quot;pos&quot;:0,&quot;transparency&quot;:0},{&quot;brightness&quot;:0,&quot;colorType&quot;:1,&quot;foreColorIndex&quot;:5,&quot;pos&quot;:1,&quot;transparency&quot;:1}],&quot;type&quot;:2},&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USE_COLOR_VALUE" val="{&quot;color_scheme&quot;:1,&quot;color_type&quot;:1,&quot;theme_color_indexes&quot;:[5,6,5,6,5,6]}"/>
</p:tagLst>
</file>

<file path=ppt/tags/tag1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731_5*l_i*1_12"/>
  <p:tag name="KSO_WM_TEMPLATE_CATEGORY" val="diagram"/>
  <p:tag name="KSO_WM_TEMPLATE_INDEX" val="20231731"/>
  <p:tag name="KSO_WM_UNIT_LAYERLEVEL" val="1_1"/>
  <p:tag name="KSO_WM_TAG_VERSION" val="3.0"/>
  <p:tag name="KSO_WM_UNIT_TYPE" val="l_i"/>
  <p:tag name="KSO_WM_UNIT_INDEX" val="1_12"/>
  <p:tag name="KSO_WM_DIAGRAM_GROUP_CODE" val="l1-1"/>
  <p:tag name="KSO_WM_DIAGRAM_VERSION" val="3"/>
  <p:tag name="KSO_WM_DIAGRAM_COLOR_TRICK" val="1"/>
  <p:tag name="KSO_WM_DIAGRAM_COLOR_TEXT_CAN_REMOVE" val="n"/>
  <p:tag name="KSO_WM_DIAGRAM_MAX_ITEMCNT" val="6"/>
  <p:tag name="KSO_WM_DIAGRAM_MIN_ITEMCNT" val="2"/>
  <p:tag name="KSO_WM_DIAGRAM_VIRTUALLY_FRAME" val="{&quot;height&quot;:256.2190429687503,&quot;left&quot;:55.90000610351562,&quot;top&quot;:294.115478515625,&quot;width&quot;:824.7999877929688}"/>
  <p:tag name="KSO_WM_DIAGRAM_COLOR_MATCH_VALUE" val="{&quot;shape&quot;:{&quot;fill&quot;:{&quot;type&quot;:0},&quot;glow&quot;:{&quot;colorType&quot;:0},&quot;line&quot;:{&quot;gradient&quot;:[{&quot;brightness&quot;:0.4000000059604645,&quot;colorType&quot;:1,&quot;foreColorIndex&quot;:5,&quot;pos&quot;:0.009999999776482582,&quot;transparency&quot;:0},{&quot;brightness&quot;:0,&quot;colorType&quot;:1,&quot;foreColorIndex&quot;:5,&quot;pos&quot;:1,&quot;transparency&quot;:1}],&quot;type&quot;:2},&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USE_COLOR_VALUE" val="{&quot;color_scheme&quot;:1,&quot;color_type&quot;:1,&quot;theme_color_indexes&quot;:[5,6,5,6,5,6]}"/>
</p:tagLst>
</file>

<file path=ppt/tags/tag1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731_5*l_i*1_13"/>
  <p:tag name="KSO_WM_TEMPLATE_CATEGORY" val="diagram"/>
  <p:tag name="KSO_WM_TEMPLATE_INDEX" val="20231731"/>
  <p:tag name="KSO_WM_UNIT_LAYERLEVEL" val="1_1"/>
  <p:tag name="KSO_WM_TAG_VERSION" val="3.0"/>
  <p:tag name="KSO_WM_UNIT_TYPE" val="l_i"/>
  <p:tag name="KSO_WM_UNIT_INDEX" val="1_13"/>
  <p:tag name="KSO_WM_DIAGRAM_GROUP_CODE" val="l1-1"/>
  <p:tag name="KSO_WM_DIAGRAM_VERSION" val="3"/>
  <p:tag name="KSO_WM_DIAGRAM_COLOR_TRICK" val="1"/>
  <p:tag name="KSO_WM_DIAGRAM_COLOR_TEXT_CAN_REMOVE" val="n"/>
  <p:tag name="KSO_WM_DIAGRAM_MAX_ITEMCNT" val="6"/>
  <p:tag name="KSO_WM_DIAGRAM_MIN_ITEMCNT" val="2"/>
  <p:tag name="KSO_WM_DIAGRAM_VIRTUALLY_FRAME" val="{&quot;height&quot;:256.2190429687503,&quot;left&quot;:55.90000610351562,&quot;top&quot;:294.115478515625,&quot;width&quot;:824.7999877929688}"/>
  <p:tag name="KSO_WM_DIAGRAM_COLOR_MATCH_VALUE" val="{&quot;shape&quot;:{&quot;fill&quot;:{&quot;gradient&quot;:[{&quot;brightness&quot;:-0.25,&quot;colorType&quot;:1,&quot;foreColorIndex&quot;:5,&quot;pos&quot;:0.009999999776482582,&quot;transparency&quot;:0},{&quot;brightness&quot;:0,&quot;colorType&quot;:1,&quot;foreColorIndex&quot;:5,&quot;pos&quot;:1,&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DIAGRAM_USE_COLOR_VALUE" val="{&quot;color_scheme&quot;:1,&quot;color_type&quot;:1,&quot;theme_color_indexes&quot;:[5,6,5,6,5,6]}"/>
</p:tagLst>
</file>

<file path=ppt/tags/tag1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731_5*l_i*1_14"/>
  <p:tag name="KSO_WM_TEMPLATE_CATEGORY" val="diagram"/>
  <p:tag name="KSO_WM_TEMPLATE_INDEX" val="20231731"/>
  <p:tag name="KSO_WM_UNIT_LAYERLEVEL" val="1_1"/>
  <p:tag name="KSO_WM_TAG_VERSION" val="3.0"/>
  <p:tag name="KSO_WM_UNIT_TYPE" val="l_i"/>
  <p:tag name="KSO_WM_UNIT_INDEX" val="1_14"/>
  <p:tag name="KSO_WM_DIAGRAM_GROUP_CODE" val="l1-1"/>
  <p:tag name="KSO_WM_DIAGRAM_VERSION" val="3"/>
  <p:tag name="KSO_WM_DIAGRAM_COLOR_TRICK" val="1"/>
  <p:tag name="KSO_WM_DIAGRAM_COLOR_TEXT_CAN_REMOVE" val="n"/>
  <p:tag name="KSO_WM_DIAGRAM_MAX_ITEMCNT" val="6"/>
  <p:tag name="KSO_WM_DIAGRAM_MIN_ITEMCNT" val="2"/>
  <p:tag name="KSO_WM_DIAGRAM_VIRTUALLY_FRAME" val="{&quot;height&quot;:256.2190429687503,&quot;left&quot;:55.90000610351562,&quot;top&quot;:294.115478515625,&quot;width&quot;:824.7999877929688}"/>
  <p:tag name="KSO_WM_DIAGRAM_COLOR_MATCH_VALUE" val="{&quot;shape&quot;:{&quot;fill&quot;:{&quot;gradient&quot;:[{&quot;brightness&quot;:0.800000011920929,&quot;colorType&quot;:1,&quot;foreColorIndex&quot;:5,&quot;pos&quot;:0.009999999776482582,&quot;transparency&quot;:0},{&quot;brightness&quot;:0,&quot;colorType&quot;:1,&quot;foreColorIndex&quot;:5,&quot;pos&quot;:1,&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DIAGRAM_USE_COLOR_VALUE" val="{&quot;color_scheme&quot;:1,&quot;color_type&quot;:1,&quot;theme_color_indexes&quot;:[5,6,5,6,5,6]}"/>
</p:tagLst>
</file>

<file path=ppt/tags/tag1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731_5*l_i*1_15"/>
  <p:tag name="KSO_WM_TEMPLATE_CATEGORY" val="diagram"/>
  <p:tag name="KSO_WM_TEMPLATE_INDEX" val="20231731"/>
  <p:tag name="KSO_WM_UNIT_LAYERLEVEL" val="1_1"/>
  <p:tag name="KSO_WM_TAG_VERSION" val="3.0"/>
  <p:tag name="KSO_WM_UNIT_TYPE" val="l_i"/>
  <p:tag name="KSO_WM_UNIT_INDEX" val="1_15"/>
  <p:tag name="KSO_WM_DIAGRAM_GROUP_CODE" val="l1-1"/>
  <p:tag name="KSO_WM_DIAGRAM_VERSION" val="3"/>
  <p:tag name="KSO_WM_DIAGRAM_COLOR_TRICK" val="1"/>
  <p:tag name="KSO_WM_DIAGRAM_COLOR_TEXT_CAN_REMOVE" val="n"/>
  <p:tag name="KSO_WM_DIAGRAM_MAX_ITEMCNT" val="6"/>
  <p:tag name="KSO_WM_DIAGRAM_MIN_ITEMCNT" val="2"/>
  <p:tag name="KSO_WM_DIAGRAM_VIRTUALLY_FRAME" val="{&quot;height&quot;:256.2190429687503,&quot;left&quot;:55.90000610351562,&quot;top&quot;:294.115478515625,&quot;width&quot;:824.7999877929688}"/>
  <p:tag name="KSO_WM_DIAGRAM_COLOR_MATCH_VALUE" val="{&quot;shape&quot;:{&quot;fill&quot;:{&quot;type&quot;:0},&quot;glow&quot;:{&quot;colorType&quot;:0},&quot;line&quot;:{&quot;gradient&quot;:[{&quot;brightness&quot;:0.6000000238418579,&quot;colorType&quot;:1,&quot;foreColorIndex&quot;:5,&quot;pos&quot;:0,&quot;transparency&quot;:0},{&quot;brightness&quot;:0,&quot;colorType&quot;:1,&quot;foreColorIndex&quot;:5,&quot;pos&quot;:0.9200000166893005,&quot;transparency&quot;:1}],&quot;type&quot;:2},&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USE_COLOR_VALUE" val="{&quot;color_scheme&quot;:1,&quot;color_type&quot;:1,&quot;theme_color_indexes&quot;:[5,6,5,6,5,6]}"/>
</p:tagLst>
</file>

<file path=ppt/tags/tag19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731_5*l_h_i*1_1_3"/>
  <p:tag name="KSO_WM_TEMPLATE_CATEGORY" val="diagram"/>
  <p:tag name="KSO_WM_TEMPLATE_INDEX" val="20231731"/>
  <p:tag name="KSO_WM_UNIT_LAYERLEVEL" val="1_1_1"/>
  <p:tag name="KSO_WM_TAG_VERSION" val="3.0"/>
  <p:tag name="KSO_WM_UNIT_TYPE" val="l_h_i"/>
  <p:tag name="KSO_WM_UNIT_INDEX" val="1_1_3"/>
  <p:tag name="KSO_WM_DIAGRAM_VERSION" val="3"/>
  <p:tag name="KSO_WM_DIAGRAM_COLOR_TRICK" val="1"/>
  <p:tag name="KSO_WM_DIAGRAM_COLOR_TEXT_CAN_REMOVE" val="n"/>
  <p:tag name="KSO_WM_DIAGRAM_GROUP_CODE" val="l1-1"/>
  <p:tag name="KSO_WM_DIAGRAM_MAX_ITEMCNT" val="6"/>
  <p:tag name="KSO_WM_DIAGRAM_MIN_ITEMCNT" val="2"/>
  <p:tag name="KSO_WM_DIAGRAM_VIRTUALLY_FRAME" val="{&quot;height&quot;:256.2190429687503,&quot;left&quot;:55.90000610351562,&quot;top&quot;:294.115478515625,&quot;width&quot;:824.7999877929688}"/>
  <p:tag name="KSO_WM_DIAGRAM_COLOR_MATCH_VALUE" val="{&quot;shape&quot;:{&quot;fill&quot;:{&quot;solid&quot;:{&quot;brightness&quot;:0,&quot;colorType&quot;:2,&quot;rgb&quot;:&quot;#ffffff&quot;,&quot;transparency&quot;:0},&quot;type&quot;:1},&quot;glow&quot;:{&quot;colorType&quot;:0},&quot;line&quot;:{&quot;solidLine&quot;:{&quot;brightness&quot;:0,&quot;colorType&quot;:1,&quot;foreColorIndex&quot;:5,&quot;transparency&quot;:0},&quot;type&quot;:1},&quot;shadow&quot;:{&quot;brightness&quot;:-0.25,&quot;colorType&quot;:1,&quot;foreColorIndex&quot;:5,&quot;transparency&quot;:0.600000023841857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LINE_FORE_SCHEMECOLOR_INDEX" val="5"/>
  <p:tag name="KSO_WM_DIAGRAM_USE_COLOR_VALUE" val="{&quot;color_scheme&quot;:1,&quot;color_type&quot;:1,&quot;theme_color_indexes&quot;:[5,6,5,6,5,6]}"/>
</p:tagLst>
</file>

<file path=ppt/tags/tag1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731_5*l_h_i*1_1_2"/>
  <p:tag name="KSO_WM_TEMPLATE_CATEGORY" val="diagram"/>
  <p:tag name="KSO_WM_TEMPLATE_INDEX" val="20231731"/>
  <p:tag name="KSO_WM_UNIT_LAYERLEVEL" val="1_1_1"/>
  <p:tag name="KSO_WM_TAG_VERSION" val="3.0"/>
  <p:tag name="KSO_WM_UNIT_TYPE" val="l_h_i"/>
  <p:tag name="KSO_WM_UNIT_INDEX" val="1_1_2"/>
  <p:tag name="KSO_WM_DIAGRAM_VERSION" val="3"/>
  <p:tag name="KSO_WM_DIAGRAM_COLOR_TRICK" val="1"/>
  <p:tag name="KSO_WM_DIAGRAM_COLOR_TEXT_CAN_REMOVE" val="n"/>
  <p:tag name="KSO_WM_DIAGRAM_GROUP_CODE" val="l1-1"/>
  <p:tag name="KSO_WM_DIAGRAM_MAX_ITEMCNT" val="6"/>
  <p:tag name="KSO_WM_DIAGRAM_MIN_ITEMCNT" val="2"/>
  <p:tag name="KSO_WM_DIAGRAM_VIRTUALLY_FRAME" val="{&quot;height&quot;:256.2190429687503,&quot;left&quot;:55.90000610351562,&quot;top&quot;:294.115478515625,&quot;width&quot;:824.7999877929688}"/>
  <p:tag name="KSO_WM_DIAGRAM_COLOR_MATCH_VALUE" val="{&quot;shape&quot;:{&quot;fill&quot;:{&quot;gradient&quot;:[{&quot;brightness&quot;:-0.25,&quot;colorType&quot;:1,&quot;foreColorIndex&quot;:5,&quot;pos&quot;:0.009999999776482582,&quot;transparency&quot;:0},{&quot;brightness&quot;:0,&quot;colorType&quot;:1,&quot;foreColorIndex&quot;:5,&quot;pos&quot;:1,&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DIAGRAM_USE_COLOR_VALUE" val="{&quot;color_scheme&quot;:1,&quot;color_type&quot;:1,&quot;theme_color_indexes&quot;:[5,6,5,6,5,6]}"/>
</p:tagLst>
</file>

<file path=ppt/tags/tag194.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1_1"/>
  <p:tag name="KSO_WM_UNIT_ID" val="diagram20231731_5*l_h_f*1_1_1"/>
  <p:tag name="KSO_WM_TEMPLATE_CATEGORY" val="diagram"/>
  <p:tag name="KSO_WM_TEMPLATE_INDEX" val="20231731"/>
  <p:tag name="KSO_WM_UNIT_LAYERLEVEL" val="1_1_1"/>
  <p:tag name="KSO_WM_TAG_VERSION" val="3.0"/>
  <p:tag name="KSO_WM_UNIT_TEXT_FILL_FORE_SCHEMECOLOR_INDEX_BRIGHTNESS" val="0.15"/>
  <p:tag name="KSO_WM_DIAGRAM_VERSION" val="3"/>
  <p:tag name="KSO_WM_DIAGRAM_COLOR_TRICK" val="1"/>
  <p:tag name="KSO_WM_DIAGRAM_COLOR_TEXT_CAN_REMOVE" val="n"/>
  <p:tag name="KSO_WM_DIAGRAM_GROUP_CODE" val="l1-1"/>
  <p:tag name="KSO_WM_DIAGRAM_MAX_ITEMCNT" val="6"/>
  <p:tag name="KSO_WM_DIAGRAM_MIN_ITEMCNT" val="2"/>
  <p:tag name="KSO_WM_DIAGRAM_VIRTUALLY_FRAME" val="{&quot;height&quot;:256.2190429687503,&quot;left&quot;:55.90000610351562,&quot;top&quot;:294.115478515625,&quot;width&quot;:824.799987792968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UNIT_PRESET_TEXT" val="单击此处输入你的项正文"/>
  <p:tag name="KSO_WM_UNIT_TEXT_FILL_FORE_SCHEMECOLOR_INDEX" val="1"/>
  <p:tag name="KSO_WM_UNIT_TEXT_FILL_TYPE" val="1"/>
  <p:tag name="KSO_WM_DIAGRAM_USE_COLOR_VALUE" val="{&quot;color_scheme&quot;:1,&quot;color_type&quot;:1,&quot;theme_color_indexes&quot;:[5,6,5,6,5,6]}"/>
</p:tagLst>
</file>

<file path=ppt/tags/tag195.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1_1"/>
  <p:tag name="KSO_WM_UNIT_ID" val="diagram20231731_5*l_h_a*1_1_1"/>
  <p:tag name="KSO_WM_TEMPLATE_CATEGORY" val="diagram"/>
  <p:tag name="KSO_WM_TEMPLATE_INDEX" val="20231731"/>
  <p:tag name="KSO_WM_UNIT_LAYERLEVEL" val="1_1_1"/>
  <p:tag name="KSO_WM_TAG_VERSION" val="3.0"/>
  <p:tag name="KSO_WM_UNIT_TEXT_FILL_FORE_SCHEMECOLOR_INDEX_BRIGHTNESS" val="0.15"/>
  <p:tag name="KSO_WM_DIAGRAM_VERSION" val="3"/>
  <p:tag name="KSO_WM_DIAGRAM_COLOR_TRICK" val="1"/>
  <p:tag name="KSO_WM_DIAGRAM_COLOR_TEXT_CAN_REMOVE" val="n"/>
  <p:tag name="KSO_WM_DIAGRAM_GROUP_CODE" val="l1-1"/>
  <p:tag name="KSO_WM_DIAGRAM_MAX_ITEMCNT" val="6"/>
  <p:tag name="KSO_WM_DIAGRAM_MIN_ITEMCNT" val="2"/>
  <p:tag name="KSO_WM_DIAGRAM_VIRTUALLY_FRAME" val="{&quot;height&quot;:256.2190429687503,&quot;left&quot;:55.90000610351562,&quot;top&quot;:294.115478515625,&quot;width&quot;:824.799987792968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BEAUTIFY_FLAG" val="#wm#"/>
  <p:tag name="KSO_WM_UNIT_PRESET_TEXT" val="项标题"/>
  <p:tag name="KSO_WM_UNIT_TEXT_FILL_FORE_SCHEMECOLOR_INDEX" val="1"/>
  <p:tag name="KSO_WM_UNIT_TEXT_FILL_TYPE" val="1"/>
  <p:tag name="KSO_WM_DIAGRAM_USE_COLOR_VALUE" val="{&quot;color_scheme&quot;:1,&quot;color_type&quot;:1,&quot;theme_color_indexes&quot;:[5,6,5,6,5,6]}"/>
</p:tagLst>
</file>

<file path=ppt/tags/tag1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731_5*l_h_i*1_1_1"/>
  <p:tag name="KSO_WM_TEMPLATE_CATEGORY" val="diagram"/>
  <p:tag name="KSO_WM_TEMPLATE_INDEX" val="20231731"/>
  <p:tag name="KSO_WM_UNIT_LAYERLEVEL" val="1_1_1"/>
  <p:tag name="KSO_WM_TAG_VERSION" val="3.0"/>
  <p:tag name="KSO_WM_UNIT_TYPE" val="l_h_i"/>
  <p:tag name="KSO_WM_UNIT_INDEX" val="1_1_1"/>
  <p:tag name="KSO_WM_DIAGRAM_VERSION" val="3"/>
  <p:tag name="KSO_WM_DIAGRAM_COLOR_TRICK" val="1"/>
  <p:tag name="KSO_WM_DIAGRAM_COLOR_TEXT_CAN_REMOVE" val="n"/>
  <p:tag name="KSO_WM_DIAGRAM_GROUP_CODE" val="l1-1"/>
  <p:tag name="KSO_WM_DIAGRAM_MAX_ITEMCNT" val="6"/>
  <p:tag name="KSO_WM_DIAGRAM_MIN_ITEMCNT" val="2"/>
  <p:tag name="KSO_WM_DIAGRAM_VIRTUALLY_FRAME" val="{&quot;height&quot;:256.2190429687503,&quot;left&quot;:55.90000610351562,&quot;top&quot;:294.115478515625,&quot;width&quot;:824.7999877929688}"/>
  <p:tag name="KSO_WM_DIAGRAM_COLOR_MATCH_VALUE" val="{&quot;shape&quot;:{&quot;fill&quot;:{&quot;type&quot;:0},&quot;glow&quot;:{&quot;colorType&quot;:0},&quot;line&quot;:{&quot;gradient&quot;:[{&quot;brightness&quot;:0,&quot;colorType&quot;:1,&quot;foreColorIndex&quot;:5,&quot;pos&quot;:0,&quot;transparency&quot;:1},{&quot;brightness&quot;:0,&quot;colorType&quot;:1,&quot;foreColorIndex&quot;:5,&quot;pos&quot;:1,&quot;transparency&quot;:0}],&quot;type&quot;:2},&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DIAGRAM_USE_COLOR_VALUE" val="{&quot;color_scheme&quot;:1,&quot;color_type&quot;:1,&quot;theme_color_indexes&quot;:[5,6,5,6,5,6]}"/>
</p:tagLst>
</file>

<file path=ppt/tags/tag1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731_5*l_h_i*1_6_3"/>
  <p:tag name="KSO_WM_TEMPLATE_CATEGORY" val="diagram"/>
  <p:tag name="KSO_WM_TEMPLATE_INDEX" val="20231731"/>
  <p:tag name="KSO_WM_UNIT_LAYERLEVEL" val="1_1_1"/>
  <p:tag name="KSO_WM_TAG_VERSION" val="3.0"/>
  <p:tag name="KSO_WM_UNIT_TYPE" val="l_h_i"/>
  <p:tag name="KSO_WM_UNIT_INDEX" val="1_6_3"/>
  <p:tag name="KSO_WM_DIAGRAM_VERSION" val="3"/>
  <p:tag name="KSO_WM_DIAGRAM_COLOR_TRICK" val="1"/>
  <p:tag name="KSO_WM_DIAGRAM_COLOR_TEXT_CAN_REMOVE" val="n"/>
  <p:tag name="KSO_WM_DIAGRAM_GROUP_CODE" val="l1-1"/>
  <p:tag name="KSO_WM_DIAGRAM_MAX_ITEMCNT" val="6"/>
  <p:tag name="KSO_WM_DIAGRAM_MIN_ITEMCNT" val="2"/>
  <p:tag name="KSO_WM_DIAGRAM_VIRTUALLY_FRAME" val="{&quot;height&quot;:256.2190429687503,&quot;left&quot;:55.90000610351562,&quot;top&quot;:294.115478515625,&quot;width&quot;:824.7999877929688}"/>
  <p:tag name="KSO_WM_DIAGRAM_COLOR_MATCH_VALUE" val="{&quot;shape&quot;:{&quot;fill&quot;:{&quot;solid&quot;:{&quot;brightness&quot;:0,&quot;colorType&quot;:2,&quot;rgb&quot;:&quot;#ffffff&quot;,&quot;transparency&quot;:0},&quot;type&quot;:1},&quot;glow&quot;:{&quot;colorType&quot;:0},&quot;line&quot;:{&quot;solidLine&quot;:{&quot;brightness&quot;:0,&quot;colorType&quot;:1,&quot;foreColorIndex&quot;:5,&quot;transparency&quot;:0},&quot;type&quot;:1},&quot;shadow&quot;:{&quot;brightness&quot;:-0.25,&quot;colorType&quot;:1,&quot;foreColorIndex&quot;:5,&quot;transparency&quot;:0.600000023841857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LINE_FORE_SCHEMECOLOR_INDEX" val="5"/>
  <p:tag name="KSO_WM_DIAGRAM_USE_COLOR_VALUE" val="{&quot;color_scheme&quot;:1,&quot;color_type&quot;:1,&quot;theme_color_indexes&quot;:[5,6,5,6,5,6]}"/>
</p:tagLst>
</file>

<file path=ppt/tags/tag1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731_5*l_h_i*1_6_2"/>
  <p:tag name="KSO_WM_TEMPLATE_CATEGORY" val="diagram"/>
  <p:tag name="KSO_WM_TEMPLATE_INDEX" val="20231731"/>
  <p:tag name="KSO_WM_UNIT_LAYERLEVEL" val="1_1_1"/>
  <p:tag name="KSO_WM_TAG_VERSION" val="3.0"/>
  <p:tag name="KSO_WM_UNIT_TYPE" val="l_h_i"/>
  <p:tag name="KSO_WM_UNIT_INDEX" val="1_6_2"/>
  <p:tag name="KSO_WM_DIAGRAM_VERSION" val="3"/>
  <p:tag name="KSO_WM_DIAGRAM_COLOR_TRICK" val="1"/>
  <p:tag name="KSO_WM_DIAGRAM_COLOR_TEXT_CAN_REMOVE" val="n"/>
  <p:tag name="KSO_WM_DIAGRAM_GROUP_CODE" val="l1-1"/>
  <p:tag name="KSO_WM_DIAGRAM_MAX_ITEMCNT" val="6"/>
  <p:tag name="KSO_WM_DIAGRAM_MIN_ITEMCNT" val="2"/>
  <p:tag name="KSO_WM_DIAGRAM_VIRTUALLY_FRAME" val="{&quot;height&quot;:256.2190429687503,&quot;left&quot;:55.90000610351562,&quot;top&quot;:294.115478515625,&quot;width&quot;:824.7999877929688}"/>
  <p:tag name="KSO_WM_DIAGRAM_COLOR_MATCH_VALUE" val="{&quot;shape&quot;:{&quot;fill&quot;:{&quot;gradient&quot;:[{&quot;brightness&quot;:-0.25,&quot;colorType&quot;:1,&quot;foreColorIndex&quot;:5,&quot;pos&quot;:0.009999999776482582,&quot;transparency&quot;:0},{&quot;brightness&quot;:0,&quot;colorType&quot;:1,&quot;foreColorIndex&quot;:5,&quot;pos&quot;:1,&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DIAGRAM_USE_COLOR_VALUE" val="{&quot;color_scheme&quot;:1,&quot;color_type&quot;:1,&quot;theme_color_indexes&quot;:[5,6,5,6,5,6]}"/>
</p:tagLst>
</file>

<file path=ppt/tags/tag199.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6_1"/>
  <p:tag name="KSO_WM_UNIT_ID" val="diagram20231731_5*l_h_f*1_6_1"/>
  <p:tag name="KSO_WM_TEMPLATE_CATEGORY" val="diagram"/>
  <p:tag name="KSO_WM_TEMPLATE_INDEX" val="20231731"/>
  <p:tag name="KSO_WM_UNIT_LAYERLEVEL" val="1_1_1"/>
  <p:tag name="KSO_WM_TAG_VERSION" val="3.0"/>
  <p:tag name="KSO_WM_UNIT_TEXT_FILL_FORE_SCHEMECOLOR_INDEX_BRIGHTNESS" val="0.15"/>
  <p:tag name="KSO_WM_DIAGRAM_VERSION" val="3"/>
  <p:tag name="KSO_WM_DIAGRAM_COLOR_TRICK" val="1"/>
  <p:tag name="KSO_WM_DIAGRAM_COLOR_TEXT_CAN_REMOVE" val="n"/>
  <p:tag name="KSO_WM_DIAGRAM_GROUP_CODE" val="l1-1"/>
  <p:tag name="KSO_WM_DIAGRAM_MAX_ITEMCNT" val="6"/>
  <p:tag name="KSO_WM_DIAGRAM_MIN_ITEMCNT" val="2"/>
  <p:tag name="KSO_WM_DIAGRAM_VIRTUALLY_FRAME" val="{&quot;height&quot;:256.2190429687503,&quot;left&quot;:55.90000610351562,&quot;top&quot;:294.115478515625,&quot;width&quot;:824.799987792968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UNIT_PRESET_TEXT" val="单击此处输入你的项正文内容"/>
  <p:tag name="KSO_WM_UNIT_TEXT_FILL_FORE_SCHEMECOLOR_INDEX" val="1"/>
  <p:tag name="KSO_WM_UNIT_TEXT_FILL_TYPE" val="1"/>
  <p:tag name="KSO_WM_DIAGRAM_USE_COLOR_VALUE" val="{&quot;color_scheme&quot;:1,&quot;color_type&quot;:1,&quot;theme_color_indexes&quot;:[5,6,5,6,5,6]}"/>
</p:tagLst>
</file>

<file path=ppt/tags/tag200.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6_1"/>
  <p:tag name="KSO_WM_UNIT_ID" val="diagram20231731_5*l_h_a*1_6_1"/>
  <p:tag name="KSO_WM_TEMPLATE_CATEGORY" val="diagram"/>
  <p:tag name="KSO_WM_TEMPLATE_INDEX" val="20231731"/>
  <p:tag name="KSO_WM_UNIT_LAYERLEVEL" val="1_1_1"/>
  <p:tag name="KSO_WM_TAG_VERSION" val="3.0"/>
  <p:tag name="KSO_WM_UNIT_TEXT_FILL_FORE_SCHEMECOLOR_INDEX_BRIGHTNESS" val="0.15"/>
  <p:tag name="KSO_WM_DIAGRAM_VERSION" val="3"/>
  <p:tag name="KSO_WM_DIAGRAM_COLOR_TRICK" val="1"/>
  <p:tag name="KSO_WM_DIAGRAM_COLOR_TEXT_CAN_REMOVE" val="n"/>
  <p:tag name="KSO_WM_DIAGRAM_GROUP_CODE" val="l1-1"/>
  <p:tag name="KSO_WM_DIAGRAM_MAX_ITEMCNT" val="6"/>
  <p:tag name="KSO_WM_DIAGRAM_MIN_ITEMCNT" val="2"/>
  <p:tag name="KSO_WM_DIAGRAM_VIRTUALLY_FRAME" val="{&quot;height&quot;:256.2190429687503,&quot;left&quot;:55.90000610351562,&quot;top&quot;:294.115478515625,&quot;width&quot;:824.799987792968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BEAUTIFY_FLAG" val="#wm#"/>
  <p:tag name="KSO_WM_UNIT_PRESET_TEXT" val="项标题"/>
  <p:tag name="KSO_WM_UNIT_TEXT_FILL_FORE_SCHEMECOLOR_INDEX" val="1"/>
  <p:tag name="KSO_WM_UNIT_TEXT_FILL_TYPE" val="1"/>
  <p:tag name="KSO_WM_DIAGRAM_USE_COLOR_VALUE" val="{&quot;color_scheme&quot;:1,&quot;color_type&quot;:1,&quot;theme_color_indexes&quot;:[5,6,5,6,5,6]}"/>
</p:tagLst>
</file>

<file path=ppt/tags/tag20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731_5*l_h_i*1_6_1"/>
  <p:tag name="KSO_WM_TEMPLATE_CATEGORY" val="diagram"/>
  <p:tag name="KSO_WM_TEMPLATE_INDEX" val="20231731"/>
  <p:tag name="KSO_WM_UNIT_LAYERLEVEL" val="1_1_1"/>
  <p:tag name="KSO_WM_TAG_VERSION" val="3.0"/>
  <p:tag name="KSO_WM_UNIT_TYPE" val="l_h_i"/>
  <p:tag name="KSO_WM_UNIT_INDEX" val="1_6_1"/>
  <p:tag name="KSO_WM_DIAGRAM_VERSION" val="3"/>
  <p:tag name="KSO_WM_DIAGRAM_COLOR_TRICK" val="1"/>
  <p:tag name="KSO_WM_DIAGRAM_COLOR_TEXT_CAN_REMOVE" val="n"/>
  <p:tag name="KSO_WM_DIAGRAM_GROUP_CODE" val="l1-1"/>
  <p:tag name="KSO_WM_DIAGRAM_MAX_ITEMCNT" val="6"/>
  <p:tag name="KSO_WM_DIAGRAM_MIN_ITEMCNT" val="2"/>
  <p:tag name="KSO_WM_DIAGRAM_VIRTUALLY_FRAME" val="{&quot;height&quot;:256.2190429687503,&quot;left&quot;:55.90000610351562,&quot;top&quot;:294.115478515625,&quot;width&quot;:824.7999877929688}"/>
  <p:tag name="KSO_WM_DIAGRAM_COLOR_MATCH_VALUE" val="{&quot;shape&quot;:{&quot;fill&quot;:{&quot;type&quot;:0},&quot;glow&quot;:{&quot;colorType&quot;:0},&quot;line&quot;:{&quot;gradient&quot;:[{&quot;brightness&quot;:0,&quot;colorType&quot;:1,&quot;foreColorIndex&quot;:5,&quot;pos&quot;:0,&quot;transparency&quot;:1},{&quot;brightness&quot;:0,&quot;colorType&quot;:1,&quot;foreColorIndex&quot;:5,&quot;pos&quot;:1,&quot;transparency&quot;:0}],&quot;type&quot;:2},&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DIAGRAM_USE_COLOR_VALUE" val="{&quot;color_scheme&quot;:1,&quot;color_type&quot;:1,&quot;theme_color_indexes&quot;:[5,6,5,6,5,6]}"/>
</p:tagLst>
</file>

<file path=ppt/tags/tag2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731_5*l_h_i*1_2_3"/>
  <p:tag name="KSO_WM_TEMPLATE_CATEGORY" val="diagram"/>
  <p:tag name="KSO_WM_TEMPLATE_INDEX" val="20231731"/>
  <p:tag name="KSO_WM_UNIT_LAYERLEVEL" val="1_1_1"/>
  <p:tag name="KSO_WM_TAG_VERSION" val="3.0"/>
  <p:tag name="KSO_WM_UNIT_TYPE" val="l_h_i"/>
  <p:tag name="KSO_WM_UNIT_INDEX" val="1_2_3"/>
  <p:tag name="KSO_WM_DIAGRAM_VERSION" val="3"/>
  <p:tag name="KSO_WM_DIAGRAM_COLOR_TRICK" val="1"/>
  <p:tag name="KSO_WM_DIAGRAM_COLOR_TEXT_CAN_REMOVE" val="n"/>
  <p:tag name="KSO_WM_DIAGRAM_GROUP_CODE" val="l1-1"/>
  <p:tag name="KSO_WM_DIAGRAM_MAX_ITEMCNT" val="6"/>
  <p:tag name="KSO_WM_DIAGRAM_MIN_ITEMCNT" val="2"/>
  <p:tag name="KSO_WM_DIAGRAM_VIRTUALLY_FRAME" val="{&quot;height&quot;:256.2190429687503,&quot;left&quot;:55.90000610351562,&quot;top&quot;:294.115478515625,&quot;width&quot;:824.7999877929688}"/>
  <p:tag name="KSO_WM_DIAGRAM_COLOR_MATCH_VALUE" val="{&quot;shape&quot;:{&quot;fill&quot;:{&quot;solid&quot;:{&quot;brightness&quot;:0,&quot;colorType&quot;:2,&quot;rgb&quot;:&quot;#ffffff&quot;,&quot;transparency&quot;:0},&quot;type&quot;:1},&quot;glow&quot;:{&quot;colorType&quot;:0},&quot;line&quot;:{&quot;solidLine&quot;:{&quot;brightness&quot;:0,&quot;colorType&quot;:1,&quot;foreColorIndex&quot;:5,&quot;transparency&quot;:0},&quot;type&quot;:1},&quot;shadow&quot;:{&quot;brightness&quot;:-0.25,&quot;colorType&quot;:1,&quot;foreColorIndex&quot;:5,&quot;transparency&quot;:0.600000023841857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LINE_FORE_SCHEMECOLOR_INDEX" val="5"/>
  <p:tag name="KSO_WM_DIAGRAM_USE_COLOR_VALUE" val="{&quot;color_scheme&quot;:1,&quot;color_type&quot;:1,&quot;theme_color_indexes&quot;:[5,6,5,6,5,6]}"/>
</p:tagLst>
</file>

<file path=ppt/tags/tag20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731_5*l_h_i*1_2_2"/>
  <p:tag name="KSO_WM_TEMPLATE_CATEGORY" val="diagram"/>
  <p:tag name="KSO_WM_TEMPLATE_INDEX" val="20231731"/>
  <p:tag name="KSO_WM_UNIT_LAYERLEVEL" val="1_1_1"/>
  <p:tag name="KSO_WM_TAG_VERSION" val="3.0"/>
  <p:tag name="KSO_WM_UNIT_TYPE" val="l_h_i"/>
  <p:tag name="KSO_WM_UNIT_INDEX" val="1_2_2"/>
  <p:tag name="KSO_WM_DIAGRAM_VERSION" val="3"/>
  <p:tag name="KSO_WM_DIAGRAM_COLOR_TRICK" val="1"/>
  <p:tag name="KSO_WM_DIAGRAM_COLOR_TEXT_CAN_REMOVE" val="n"/>
  <p:tag name="KSO_WM_DIAGRAM_GROUP_CODE" val="l1-1"/>
  <p:tag name="KSO_WM_DIAGRAM_MAX_ITEMCNT" val="6"/>
  <p:tag name="KSO_WM_DIAGRAM_MIN_ITEMCNT" val="2"/>
  <p:tag name="KSO_WM_DIAGRAM_VIRTUALLY_FRAME" val="{&quot;height&quot;:256.2190429687503,&quot;left&quot;:55.90000610351562,&quot;top&quot;:294.115478515625,&quot;width&quot;:824.7999877929688}"/>
  <p:tag name="KSO_WM_DIAGRAM_COLOR_MATCH_VALUE" val="{&quot;shape&quot;:{&quot;fill&quot;:{&quot;gradient&quot;:[{&quot;brightness&quot;:-0.25,&quot;colorType&quot;:1,&quot;foreColorIndex&quot;:5,&quot;pos&quot;:0.009999999776482582,&quot;transparency&quot;:0},{&quot;brightness&quot;:0,&quot;colorType&quot;:1,&quot;foreColorIndex&quot;:5,&quot;pos&quot;:1,&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DIAGRAM_USE_COLOR_VALUE" val="{&quot;color_scheme&quot;:1,&quot;color_type&quot;:1,&quot;theme_color_indexes&quot;:[5,6,5,6,5,6]}"/>
</p:tagLst>
</file>

<file path=ppt/tags/tag204.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2_1"/>
  <p:tag name="KSO_WM_UNIT_ID" val="diagram20231731_5*l_h_f*1_2_1"/>
  <p:tag name="KSO_WM_TEMPLATE_CATEGORY" val="diagram"/>
  <p:tag name="KSO_WM_TEMPLATE_INDEX" val="20231731"/>
  <p:tag name="KSO_WM_UNIT_LAYERLEVEL" val="1_1_1"/>
  <p:tag name="KSO_WM_TAG_VERSION" val="3.0"/>
  <p:tag name="KSO_WM_UNIT_TEXT_FILL_FORE_SCHEMECOLOR_INDEX_BRIGHTNESS" val="0.15"/>
  <p:tag name="KSO_WM_DIAGRAM_VERSION" val="3"/>
  <p:tag name="KSO_WM_DIAGRAM_COLOR_TRICK" val="1"/>
  <p:tag name="KSO_WM_DIAGRAM_COLOR_TEXT_CAN_REMOVE" val="n"/>
  <p:tag name="KSO_WM_DIAGRAM_GROUP_CODE" val="l1-1"/>
  <p:tag name="KSO_WM_DIAGRAM_MAX_ITEMCNT" val="6"/>
  <p:tag name="KSO_WM_DIAGRAM_MIN_ITEMCNT" val="2"/>
  <p:tag name="KSO_WM_DIAGRAM_VIRTUALLY_FRAME" val="{&quot;height&quot;:256.2190429687503,&quot;left&quot;:55.90000610351562,&quot;top&quot;:294.115478515625,&quot;width&quot;:824.799987792968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UNIT_PRESET_TEXT" val="单击此处输入你的项正文内容"/>
  <p:tag name="KSO_WM_UNIT_TEXT_FILL_FORE_SCHEMECOLOR_INDEX" val="1"/>
  <p:tag name="KSO_WM_UNIT_TEXT_FILL_TYPE" val="1"/>
  <p:tag name="KSO_WM_DIAGRAM_USE_COLOR_VALUE" val="{&quot;color_scheme&quot;:1,&quot;color_type&quot;:1,&quot;theme_color_indexes&quot;:[5,6,5,6,5,6]}"/>
</p:tagLst>
</file>

<file path=ppt/tags/tag205.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2_1"/>
  <p:tag name="KSO_WM_UNIT_ID" val="diagram20231731_5*l_h_a*1_2_1"/>
  <p:tag name="KSO_WM_TEMPLATE_CATEGORY" val="diagram"/>
  <p:tag name="KSO_WM_TEMPLATE_INDEX" val="20231731"/>
  <p:tag name="KSO_WM_UNIT_LAYERLEVEL" val="1_1_1"/>
  <p:tag name="KSO_WM_TAG_VERSION" val="3.0"/>
  <p:tag name="KSO_WM_UNIT_TEXT_FILL_FORE_SCHEMECOLOR_INDEX_BRIGHTNESS" val="0.15"/>
  <p:tag name="KSO_WM_DIAGRAM_VERSION" val="3"/>
  <p:tag name="KSO_WM_DIAGRAM_COLOR_TRICK" val="1"/>
  <p:tag name="KSO_WM_DIAGRAM_COLOR_TEXT_CAN_REMOVE" val="n"/>
  <p:tag name="KSO_WM_DIAGRAM_GROUP_CODE" val="l1-1"/>
  <p:tag name="KSO_WM_DIAGRAM_MAX_ITEMCNT" val="6"/>
  <p:tag name="KSO_WM_DIAGRAM_MIN_ITEMCNT" val="2"/>
  <p:tag name="KSO_WM_DIAGRAM_VIRTUALLY_FRAME" val="{&quot;height&quot;:256.2190429687503,&quot;left&quot;:55.90000610351562,&quot;top&quot;:294.115478515625,&quot;width&quot;:824.799987792968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BEAUTIFY_FLAG" val="#wm#"/>
  <p:tag name="KSO_WM_UNIT_PRESET_TEXT" val="项标题"/>
  <p:tag name="KSO_WM_UNIT_TEXT_FILL_FORE_SCHEMECOLOR_INDEX" val="1"/>
  <p:tag name="KSO_WM_UNIT_TEXT_FILL_TYPE" val="1"/>
  <p:tag name="KSO_WM_DIAGRAM_USE_COLOR_VALUE" val="{&quot;color_scheme&quot;:1,&quot;color_type&quot;:1,&quot;theme_color_indexes&quot;:[5,6,5,6,5,6]}"/>
</p:tagLst>
</file>

<file path=ppt/tags/tag2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731_5*l_h_i*1_2_1"/>
  <p:tag name="KSO_WM_TEMPLATE_CATEGORY" val="diagram"/>
  <p:tag name="KSO_WM_TEMPLATE_INDEX" val="20231731"/>
  <p:tag name="KSO_WM_UNIT_LAYERLEVEL" val="1_1_1"/>
  <p:tag name="KSO_WM_TAG_VERSION" val="3.0"/>
  <p:tag name="KSO_WM_UNIT_TYPE" val="l_h_i"/>
  <p:tag name="KSO_WM_UNIT_INDEX" val="1_2_1"/>
  <p:tag name="KSO_WM_DIAGRAM_VERSION" val="3"/>
  <p:tag name="KSO_WM_DIAGRAM_COLOR_TRICK" val="1"/>
  <p:tag name="KSO_WM_DIAGRAM_COLOR_TEXT_CAN_REMOVE" val="n"/>
  <p:tag name="KSO_WM_DIAGRAM_GROUP_CODE" val="l1-1"/>
  <p:tag name="KSO_WM_DIAGRAM_MAX_ITEMCNT" val="6"/>
  <p:tag name="KSO_WM_DIAGRAM_MIN_ITEMCNT" val="2"/>
  <p:tag name="KSO_WM_DIAGRAM_VIRTUALLY_FRAME" val="{&quot;height&quot;:256.2190429687503,&quot;left&quot;:55.90000610351562,&quot;top&quot;:294.115478515625,&quot;width&quot;:824.7999877929688}"/>
  <p:tag name="KSO_WM_DIAGRAM_COLOR_MATCH_VALUE" val="{&quot;shape&quot;:{&quot;fill&quot;:{&quot;type&quot;:0},&quot;glow&quot;:{&quot;colorType&quot;:0},&quot;line&quot;:{&quot;gradient&quot;:[{&quot;brightness&quot;:0,&quot;colorType&quot;:1,&quot;foreColorIndex&quot;:5,&quot;pos&quot;:0,&quot;transparency&quot;:1},{&quot;brightness&quot;:0,&quot;colorType&quot;:1,&quot;foreColorIndex&quot;:5,&quot;pos&quot;:1,&quot;transparency&quot;:0}],&quot;type&quot;:2},&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DIAGRAM_USE_COLOR_VALUE" val="{&quot;color_scheme&quot;:1,&quot;color_type&quot;:1,&quot;theme_color_indexes&quot;:[5,6,5,6,5,6]}"/>
</p:tagLst>
</file>

<file path=ppt/tags/tag2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731_5*l_h_i*1_5_3"/>
  <p:tag name="KSO_WM_TEMPLATE_CATEGORY" val="diagram"/>
  <p:tag name="KSO_WM_TEMPLATE_INDEX" val="20231731"/>
  <p:tag name="KSO_WM_UNIT_LAYERLEVEL" val="1_1_1"/>
  <p:tag name="KSO_WM_TAG_VERSION" val="3.0"/>
  <p:tag name="KSO_WM_UNIT_TYPE" val="l_h_i"/>
  <p:tag name="KSO_WM_UNIT_INDEX" val="1_5_3"/>
  <p:tag name="KSO_WM_DIAGRAM_VERSION" val="3"/>
  <p:tag name="KSO_WM_DIAGRAM_COLOR_TRICK" val="1"/>
  <p:tag name="KSO_WM_DIAGRAM_COLOR_TEXT_CAN_REMOVE" val="n"/>
  <p:tag name="KSO_WM_DIAGRAM_GROUP_CODE" val="l1-1"/>
  <p:tag name="KSO_WM_DIAGRAM_MAX_ITEMCNT" val="6"/>
  <p:tag name="KSO_WM_DIAGRAM_MIN_ITEMCNT" val="2"/>
  <p:tag name="KSO_WM_DIAGRAM_VIRTUALLY_FRAME" val="{&quot;height&quot;:256.2190429687503,&quot;left&quot;:55.90000610351562,&quot;top&quot;:294.115478515625,&quot;width&quot;:824.7999877929688}"/>
  <p:tag name="KSO_WM_DIAGRAM_COLOR_MATCH_VALUE" val="{&quot;shape&quot;:{&quot;fill&quot;:{&quot;solid&quot;:{&quot;brightness&quot;:0,&quot;colorType&quot;:2,&quot;rgb&quot;:&quot;#ffffff&quot;,&quot;transparency&quot;:0},&quot;type&quot;:1},&quot;glow&quot;:{&quot;colorType&quot;:0},&quot;line&quot;:{&quot;solidLine&quot;:{&quot;brightness&quot;:0,&quot;colorType&quot;:1,&quot;foreColorIndex&quot;:5,&quot;transparency&quot;:0},&quot;type&quot;:1},&quot;shadow&quot;:{&quot;brightness&quot;:-0.25,&quot;colorType&quot;:1,&quot;foreColorIndex&quot;:5,&quot;transparency&quot;:0.600000023841857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LINE_FORE_SCHEMECOLOR_INDEX" val="5"/>
  <p:tag name="KSO_WM_DIAGRAM_USE_COLOR_VALUE" val="{&quot;color_scheme&quot;:1,&quot;color_type&quot;:1,&quot;theme_color_indexes&quot;:[5,6,5,6,5,6]}"/>
</p:tagLst>
</file>

<file path=ppt/tags/tag2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731_5*l_h_i*1_5_2"/>
  <p:tag name="KSO_WM_TEMPLATE_CATEGORY" val="diagram"/>
  <p:tag name="KSO_WM_TEMPLATE_INDEX" val="20231731"/>
  <p:tag name="KSO_WM_UNIT_LAYERLEVEL" val="1_1_1"/>
  <p:tag name="KSO_WM_TAG_VERSION" val="3.0"/>
  <p:tag name="KSO_WM_UNIT_TYPE" val="l_h_i"/>
  <p:tag name="KSO_WM_UNIT_INDEX" val="1_5_2"/>
  <p:tag name="KSO_WM_DIAGRAM_VERSION" val="3"/>
  <p:tag name="KSO_WM_DIAGRAM_COLOR_TRICK" val="1"/>
  <p:tag name="KSO_WM_DIAGRAM_COLOR_TEXT_CAN_REMOVE" val="n"/>
  <p:tag name="KSO_WM_DIAGRAM_GROUP_CODE" val="l1-1"/>
  <p:tag name="KSO_WM_DIAGRAM_MAX_ITEMCNT" val="6"/>
  <p:tag name="KSO_WM_DIAGRAM_MIN_ITEMCNT" val="2"/>
  <p:tag name="KSO_WM_DIAGRAM_VIRTUALLY_FRAME" val="{&quot;height&quot;:256.2190429687503,&quot;left&quot;:55.90000610351562,&quot;top&quot;:294.115478515625,&quot;width&quot;:824.7999877929688}"/>
  <p:tag name="KSO_WM_DIAGRAM_COLOR_MATCH_VALUE" val="{&quot;shape&quot;:{&quot;fill&quot;:{&quot;gradient&quot;:[{&quot;brightness&quot;:-0.25,&quot;colorType&quot;:1,&quot;foreColorIndex&quot;:5,&quot;pos&quot;:0.009999999776482582,&quot;transparency&quot;:0},{&quot;brightness&quot;:0,&quot;colorType&quot;:1,&quot;foreColorIndex&quot;:5,&quot;pos&quot;:1,&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DIAGRAM_USE_COLOR_VALUE" val="{&quot;color_scheme&quot;:1,&quot;color_type&quot;:1,&quot;theme_color_indexes&quot;:[5,6,5,6,5,6]}"/>
</p:tagLst>
</file>

<file path=ppt/tags/tag209.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5_1"/>
  <p:tag name="KSO_WM_UNIT_ID" val="diagram20231731_5*l_h_f*1_5_1"/>
  <p:tag name="KSO_WM_TEMPLATE_CATEGORY" val="diagram"/>
  <p:tag name="KSO_WM_TEMPLATE_INDEX" val="20231731"/>
  <p:tag name="KSO_WM_UNIT_LAYERLEVEL" val="1_1_1"/>
  <p:tag name="KSO_WM_TAG_VERSION" val="3.0"/>
  <p:tag name="KSO_WM_UNIT_TEXT_FILL_FORE_SCHEMECOLOR_INDEX_BRIGHTNESS" val="0.15"/>
  <p:tag name="KSO_WM_DIAGRAM_VERSION" val="3"/>
  <p:tag name="KSO_WM_DIAGRAM_COLOR_TRICK" val="1"/>
  <p:tag name="KSO_WM_DIAGRAM_COLOR_TEXT_CAN_REMOVE" val="n"/>
  <p:tag name="KSO_WM_DIAGRAM_GROUP_CODE" val="l1-1"/>
  <p:tag name="KSO_WM_DIAGRAM_MAX_ITEMCNT" val="6"/>
  <p:tag name="KSO_WM_DIAGRAM_MIN_ITEMCNT" val="2"/>
  <p:tag name="KSO_WM_DIAGRAM_VIRTUALLY_FRAME" val="{&quot;height&quot;:256.2190429687503,&quot;left&quot;:55.90000610351562,&quot;top&quot;:294.115478515625,&quot;width&quot;:824.799987792968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UNIT_PRESET_TEXT" val="单击此处输入你的项正文"/>
  <p:tag name="KSO_WM_UNIT_TEXT_FILL_FORE_SCHEMECOLOR_INDEX" val="1"/>
  <p:tag name="KSO_WM_UNIT_TEXT_FILL_TYPE" val="1"/>
  <p:tag name="KSO_WM_DIAGRAM_USE_COLOR_VALUE" val="{&quot;color_scheme&quot;:1,&quot;color_type&quot;:1,&quot;theme_color_indexes&quot;:[5,6,5,6,5,6]}"/>
</p:tagLst>
</file>

<file path=ppt/tags/tag210.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5_1"/>
  <p:tag name="KSO_WM_UNIT_ID" val="diagram20231731_5*l_h_a*1_5_1"/>
  <p:tag name="KSO_WM_TEMPLATE_CATEGORY" val="diagram"/>
  <p:tag name="KSO_WM_TEMPLATE_INDEX" val="20231731"/>
  <p:tag name="KSO_WM_UNIT_LAYERLEVEL" val="1_1_1"/>
  <p:tag name="KSO_WM_TAG_VERSION" val="3.0"/>
  <p:tag name="KSO_WM_UNIT_TEXT_FILL_FORE_SCHEMECOLOR_INDEX_BRIGHTNESS" val="0.15"/>
  <p:tag name="KSO_WM_DIAGRAM_VERSION" val="3"/>
  <p:tag name="KSO_WM_DIAGRAM_COLOR_TRICK" val="1"/>
  <p:tag name="KSO_WM_DIAGRAM_COLOR_TEXT_CAN_REMOVE" val="n"/>
  <p:tag name="KSO_WM_DIAGRAM_GROUP_CODE" val="l1-1"/>
  <p:tag name="KSO_WM_DIAGRAM_MAX_ITEMCNT" val="6"/>
  <p:tag name="KSO_WM_DIAGRAM_MIN_ITEMCNT" val="2"/>
  <p:tag name="KSO_WM_DIAGRAM_VIRTUALLY_FRAME" val="{&quot;height&quot;:256.2190429687503,&quot;left&quot;:55.90000610351562,&quot;top&quot;:294.115478515625,&quot;width&quot;:824.799987792968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BEAUTIFY_FLAG" val="#wm#"/>
  <p:tag name="KSO_WM_UNIT_PRESET_TEXT" val="项标题"/>
  <p:tag name="KSO_WM_UNIT_TEXT_FILL_FORE_SCHEMECOLOR_INDEX" val="1"/>
  <p:tag name="KSO_WM_UNIT_TEXT_FILL_TYPE" val="1"/>
  <p:tag name="KSO_WM_DIAGRAM_USE_COLOR_VALUE" val="{&quot;color_scheme&quot;:1,&quot;color_type&quot;:1,&quot;theme_color_indexes&quot;:[5,6,5,6,5,6]}"/>
</p:tagLst>
</file>

<file path=ppt/tags/tag2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731_5*l_h_i*1_5_1"/>
  <p:tag name="KSO_WM_TEMPLATE_CATEGORY" val="diagram"/>
  <p:tag name="KSO_WM_TEMPLATE_INDEX" val="20231731"/>
  <p:tag name="KSO_WM_UNIT_LAYERLEVEL" val="1_1_1"/>
  <p:tag name="KSO_WM_TAG_VERSION" val="3.0"/>
  <p:tag name="KSO_WM_UNIT_TYPE" val="l_h_i"/>
  <p:tag name="KSO_WM_UNIT_INDEX" val="1_5_1"/>
  <p:tag name="KSO_WM_DIAGRAM_VERSION" val="3"/>
  <p:tag name="KSO_WM_DIAGRAM_COLOR_TRICK" val="1"/>
  <p:tag name="KSO_WM_DIAGRAM_COLOR_TEXT_CAN_REMOVE" val="n"/>
  <p:tag name="KSO_WM_DIAGRAM_GROUP_CODE" val="l1-1"/>
  <p:tag name="KSO_WM_DIAGRAM_MAX_ITEMCNT" val="6"/>
  <p:tag name="KSO_WM_DIAGRAM_MIN_ITEMCNT" val="2"/>
  <p:tag name="KSO_WM_DIAGRAM_VIRTUALLY_FRAME" val="{&quot;height&quot;:256.2190429687503,&quot;left&quot;:55.90000610351562,&quot;top&quot;:294.115478515625,&quot;width&quot;:824.7999877929688}"/>
  <p:tag name="KSO_WM_DIAGRAM_COLOR_MATCH_VALUE" val="{&quot;shape&quot;:{&quot;fill&quot;:{&quot;type&quot;:0},&quot;glow&quot;:{&quot;colorType&quot;:0},&quot;line&quot;:{&quot;gradient&quot;:[{&quot;brightness&quot;:0,&quot;colorType&quot;:1,&quot;foreColorIndex&quot;:5,&quot;pos&quot;:0,&quot;transparency&quot;:1},{&quot;brightness&quot;:0,&quot;colorType&quot;:1,&quot;foreColorIndex&quot;:5,&quot;pos&quot;:1,&quot;transparency&quot;:0}],&quot;type&quot;:2},&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DIAGRAM_USE_COLOR_VALUE" val="{&quot;color_scheme&quot;:1,&quot;color_type&quot;:1,&quot;theme_color_indexes&quot;:[5,6,5,6,5,6]}"/>
</p:tagLst>
</file>

<file path=ppt/tags/tag2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731_5*l_h_i*1_3_3"/>
  <p:tag name="KSO_WM_TEMPLATE_CATEGORY" val="diagram"/>
  <p:tag name="KSO_WM_TEMPLATE_INDEX" val="20231731"/>
  <p:tag name="KSO_WM_UNIT_LAYERLEVEL" val="1_1_1"/>
  <p:tag name="KSO_WM_TAG_VERSION" val="3.0"/>
  <p:tag name="KSO_WM_UNIT_TYPE" val="l_h_i"/>
  <p:tag name="KSO_WM_UNIT_INDEX" val="1_3_3"/>
  <p:tag name="KSO_WM_DIAGRAM_VERSION" val="3"/>
  <p:tag name="KSO_WM_DIAGRAM_COLOR_TRICK" val="1"/>
  <p:tag name="KSO_WM_DIAGRAM_COLOR_TEXT_CAN_REMOVE" val="n"/>
  <p:tag name="KSO_WM_DIAGRAM_GROUP_CODE" val="l1-1"/>
  <p:tag name="KSO_WM_DIAGRAM_MAX_ITEMCNT" val="6"/>
  <p:tag name="KSO_WM_DIAGRAM_MIN_ITEMCNT" val="2"/>
  <p:tag name="KSO_WM_DIAGRAM_VIRTUALLY_FRAME" val="{&quot;height&quot;:256.2190429687503,&quot;left&quot;:55.90000610351562,&quot;top&quot;:294.115478515625,&quot;width&quot;:824.7999877929688}"/>
  <p:tag name="KSO_WM_DIAGRAM_COLOR_MATCH_VALUE" val="{&quot;shape&quot;:{&quot;fill&quot;:{&quot;solid&quot;:{&quot;brightness&quot;:0,&quot;colorType&quot;:2,&quot;rgb&quot;:&quot;#ffffff&quot;,&quot;transparency&quot;:0},&quot;type&quot;:1},&quot;glow&quot;:{&quot;colorType&quot;:0},&quot;line&quot;:{&quot;solidLine&quot;:{&quot;brightness&quot;:0,&quot;colorType&quot;:1,&quot;foreColorIndex&quot;:5,&quot;transparency&quot;:0},&quot;type&quot;:1},&quot;shadow&quot;:{&quot;brightness&quot;:-0.25,&quot;colorType&quot;:1,&quot;foreColorIndex&quot;:5,&quot;transparency&quot;:0.600000023841857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LINE_FORE_SCHEMECOLOR_INDEX" val="5"/>
  <p:tag name="KSO_WM_DIAGRAM_USE_COLOR_VALUE" val="{&quot;color_scheme&quot;:1,&quot;color_type&quot;:1,&quot;theme_color_indexes&quot;:[5,6,5,6,5,6]}"/>
</p:tagLst>
</file>

<file path=ppt/tags/tag2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731_5*l_h_i*1_3_2"/>
  <p:tag name="KSO_WM_TEMPLATE_CATEGORY" val="diagram"/>
  <p:tag name="KSO_WM_TEMPLATE_INDEX" val="20231731"/>
  <p:tag name="KSO_WM_UNIT_LAYERLEVEL" val="1_1_1"/>
  <p:tag name="KSO_WM_TAG_VERSION" val="3.0"/>
  <p:tag name="KSO_WM_UNIT_TYPE" val="l_h_i"/>
  <p:tag name="KSO_WM_UNIT_INDEX" val="1_3_2"/>
  <p:tag name="KSO_WM_DIAGRAM_VERSION" val="3"/>
  <p:tag name="KSO_WM_DIAGRAM_COLOR_TRICK" val="1"/>
  <p:tag name="KSO_WM_DIAGRAM_COLOR_TEXT_CAN_REMOVE" val="n"/>
  <p:tag name="KSO_WM_DIAGRAM_GROUP_CODE" val="l1-1"/>
  <p:tag name="KSO_WM_DIAGRAM_MAX_ITEMCNT" val="6"/>
  <p:tag name="KSO_WM_DIAGRAM_MIN_ITEMCNT" val="2"/>
  <p:tag name="KSO_WM_DIAGRAM_VIRTUALLY_FRAME" val="{&quot;height&quot;:256.2190429687503,&quot;left&quot;:55.90000610351562,&quot;top&quot;:294.115478515625,&quot;width&quot;:824.7999877929688}"/>
  <p:tag name="KSO_WM_DIAGRAM_COLOR_MATCH_VALUE" val="{&quot;shape&quot;:{&quot;fill&quot;:{&quot;gradient&quot;:[{&quot;brightness&quot;:-0.25,&quot;colorType&quot;:1,&quot;foreColorIndex&quot;:5,&quot;pos&quot;:0.009999999776482582,&quot;transparency&quot;:0},{&quot;brightness&quot;:0,&quot;colorType&quot;:1,&quot;foreColorIndex&quot;:5,&quot;pos&quot;:1,&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DIAGRAM_USE_COLOR_VALUE" val="{&quot;color_scheme&quot;:1,&quot;color_type&quot;:1,&quot;theme_color_indexes&quot;:[5,6,5,6,5,6]}"/>
</p:tagLst>
</file>

<file path=ppt/tags/tag214.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3_1"/>
  <p:tag name="KSO_WM_UNIT_ID" val="diagram20231731_5*l_h_f*1_3_1"/>
  <p:tag name="KSO_WM_TEMPLATE_CATEGORY" val="diagram"/>
  <p:tag name="KSO_WM_TEMPLATE_INDEX" val="20231731"/>
  <p:tag name="KSO_WM_UNIT_LAYERLEVEL" val="1_1_1"/>
  <p:tag name="KSO_WM_TAG_VERSION" val="3.0"/>
  <p:tag name="KSO_WM_UNIT_TEXT_FILL_FORE_SCHEMECOLOR_INDEX_BRIGHTNESS" val="0.15"/>
  <p:tag name="KSO_WM_DIAGRAM_VERSION" val="3"/>
  <p:tag name="KSO_WM_DIAGRAM_COLOR_TRICK" val="1"/>
  <p:tag name="KSO_WM_DIAGRAM_COLOR_TEXT_CAN_REMOVE" val="n"/>
  <p:tag name="KSO_WM_DIAGRAM_GROUP_CODE" val="l1-1"/>
  <p:tag name="KSO_WM_DIAGRAM_MAX_ITEMCNT" val="6"/>
  <p:tag name="KSO_WM_DIAGRAM_MIN_ITEMCNT" val="2"/>
  <p:tag name="KSO_WM_DIAGRAM_VIRTUALLY_FRAME" val="{&quot;height&quot;:256.2190429687503,&quot;left&quot;:55.90000610351562,&quot;top&quot;:294.115478515625,&quot;width&quot;:824.799987792968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UNIT_PRESET_TEXT" val="单击此处输入你的项正文"/>
  <p:tag name="KSO_WM_UNIT_TEXT_FILL_FORE_SCHEMECOLOR_INDEX" val="1"/>
  <p:tag name="KSO_WM_UNIT_TEXT_FILL_TYPE" val="1"/>
  <p:tag name="KSO_WM_DIAGRAM_USE_COLOR_VALUE" val="{&quot;color_scheme&quot;:1,&quot;color_type&quot;:1,&quot;theme_color_indexes&quot;:[5,6,5,6,5,6]}"/>
</p:tagLst>
</file>

<file path=ppt/tags/tag215.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3_1"/>
  <p:tag name="KSO_WM_UNIT_ID" val="diagram20231731_5*l_h_a*1_3_1"/>
  <p:tag name="KSO_WM_TEMPLATE_CATEGORY" val="diagram"/>
  <p:tag name="KSO_WM_TEMPLATE_INDEX" val="20231731"/>
  <p:tag name="KSO_WM_UNIT_LAYERLEVEL" val="1_1_1"/>
  <p:tag name="KSO_WM_TAG_VERSION" val="3.0"/>
  <p:tag name="KSO_WM_UNIT_TEXT_FILL_FORE_SCHEMECOLOR_INDEX_BRIGHTNESS" val="0.15"/>
  <p:tag name="KSO_WM_DIAGRAM_VERSION" val="3"/>
  <p:tag name="KSO_WM_DIAGRAM_COLOR_TRICK" val="1"/>
  <p:tag name="KSO_WM_DIAGRAM_COLOR_TEXT_CAN_REMOVE" val="n"/>
  <p:tag name="KSO_WM_DIAGRAM_GROUP_CODE" val="l1-1"/>
  <p:tag name="KSO_WM_DIAGRAM_MAX_ITEMCNT" val="6"/>
  <p:tag name="KSO_WM_DIAGRAM_MIN_ITEMCNT" val="2"/>
  <p:tag name="KSO_WM_DIAGRAM_VIRTUALLY_FRAME" val="{&quot;height&quot;:256.2190429687503,&quot;left&quot;:55.90000610351562,&quot;top&quot;:294.115478515625,&quot;width&quot;:824.799987792968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BEAUTIFY_FLAG" val="#wm#"/>
  <p:tag name="KSO_WM_UNIT_PRESET_TEXT" val="项标题"/>
  <p:tag name="KSO_WM_UNIT_TEXT_FILL_FORE_SCHEMECOLOR_INDEX" val="1"/>
  <p:tag name="KSO_WM_UNIT_TEXT_FILL_TYPE" val="1"/>
  <p:tag name="KSO_WM_DIAGRAM_USE_COLOR_VALUE" val="{&quot;color_scheme&quot;:1,&quot;color_type&quot;:1,&quot;theme_color_indexes&quot;:[5,6,5,6,5,6]}"/>
</p:tagLst>
</file>

<file path=ppt/tags/tag2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731_5*l_h_i*1_3_1"/>
  <p:tag name="KSO_WM_TEMPLATE_CATEGORY" val="diagram"/>
  <p:tag name="KSO_WM_TEMPLATE_INDEX" val="20231731"/>
  <p:tag name="KSO_WM_UNIT_LAYERLEVEL" val="1_1_1"/>
  <p:tag name="KSO_WM_TAG_VERSION" val="3.0"/>
  <p:tag name="KSO_WM_UNIT_TYPE" val="l_h_i"/>
  <p:tag name="KSO_WM_UNIT_INDEX" val="1_3_1"/>
  <p:tag name="KSO_WM_DIAGRAM_VERSION" val="3"/>
  <p:tag name="KSO_WM_DIAGRAM_COLOR_TRICK" val="1"/>
  <p:tag name="KSO_WM_DIAGRAM_COLOR_TEXT_CAN_REMOVE" val="n"/>
  <p:tag name="KSO_WM_DIAGRAM_GROUP_CODE" val="l1-1"/>
  <p:tag name="KSO_WM_DIAGRAM_MAX_ITEMCNT" val="6"/>
  <p:tag name="KSO_WM_DIAGRAM_MIN_ITEMCNT" val="2"/>
  <p:tag name="KSO_WM_DIAGRAM_VIRTUALLY_FRAME" val="{&quot;height&quot;:256.2190429687503,&quot;left&quot;:55.90000610351562,&quot;top&quot;:294.115478515625,&quot;width&quot;:824.7999877929688}"/>
  <p:tag name="KSO_WM_DIAGRAM_COLOR_MATCH_VALUE" val="{&quot;shape&quot;:{&quot;fill&quot;:{&quot;type&quot;:0},&quot;glow&quot;:{&quot;colorType&quot;:0},&quot;line&quot;:{&quot;gradient&quot;:[{&quot;brightness&quot;:0,&quot;colorType&quot;:1,&quot;foreColorIndex&quot;:5,&quot;pos&quot;:0,&quot;transparency&quot;:1},{&quot;brightness&quot;:0,&quot;colorType&quot;:1,&quot;foreColorIndex&quot;:5,&quot;pos&quot;:1,&quot;transparency&quot;:0}],&quot;type&quot;:2},&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DIAGRAM_USE_COLOR_VALUE" val="{&quot;color_scheme&quot;:1,&quot;color_type&quot;:1,&quot;theme_color_indexes&quot;:[5,6,5,6,5,6]}"/>
</p:tagLst>
</file>

<file path=ppt/tags/tag2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731_5*l_h_i*1_4_3"/>
  <p:tag name="KSO_WM_TEMPLATE_CATEGORY" val="diagram"/>
  <p:tag name="KSO_WM_TEMPLATE_INDEX" val="20231731"/>
  <p:tag name="KSO_WM_UNIT_LAYERLEVEL" val="1_1_1"/>
  <p:tag name="KSO_WM_TAG_VERSION" val="3.0"/>
  <p:tag name="KSO_WM_UNIT_TYPE" val="l_h_i"/>
  <p:tag name="KSO_WM_UNIT_INDEX" val="1_4_3"/>
  <p:tag name="KSO_WM_DIAGRAM_VERSION" val="3"/>
  <p:tag name="KSO_WM_DIAGRAM_COLOR_TRICK" val="1"/>
  <p:tag name="KSO_WM_DIAGRAM_COLOR_TEXT_CAN_REMOVE" val="n"/>
  <p:tag name="KSO_WM_DIAGRAM_GROUP_CODE" val="l1-1"/>
  <p:tag name="KSO_WM_DIAGRAM_MAX_ITEMCNT" val="6"/>
  <p:tag name="KSO_WM_DIAGRAM_MIN_ITEMCNT" val="2"/>
  <p:tag name="KSO_WM_DIAGRAM_VIRTUALLY_FRAME" val="{&quot;height&quot;:256.2190429687503,&quot;left&quot;:55.90000610351562,&quot;top&quot;:294.115478515625,&quot;width&quot;:824.7999877929688}"/>
  <p:tag name="KSO_WM_DIAGRAM_COLOR_MATCH_VALUE" val="{&quot;shape&quot;:{&quot;fill&quot;:{&quot;solid&quot;:{&quot;brightness&quot;:0,&quot;colorType&quot;:2,&quot;rgb&quot;:&quot;#ffffff&quot;,&quot;transparency&quot;:0},&quot;type&quot;:1},&quot;glow&quot;:{&quot;colorType&quot;:0},&quot;line&quot;:{&quot;solidLine&quot;:{&quot;brightness&quot;:0,&quot;colorType&quot;:1,&quot;foreColorIndex&quot;:5,&quot;transparency&quot;:0},&quot;type&quot;:1},&quot;shadow&quot;:{&quot;brightness&quot;:-0.25,&quot;colorType&quot;:1,&quot;foreColorIndex&quot;:5,&quot;transparency&quot;:0.600000023841857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LINE_FORE_SCHEMECOLOR_INDEX" val="5"/>
  <p:tag name="KSO_WM_DIAGRAM_USE_COLOR_VALUE" val="{&quot;color_scheme&quot;:1,&quot;color_type&quot;:1,&quot;theme_color_indexes&quot;:[5,6,5,6,5,6]}"/>
</p:tagLst>
</file>

<file path=ppt/tags/tag2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731_5*l_h_i*1_4_2"/>
  <p:tag name="KSO_WM_TEMPLATE_CATEGORY" val="diagram"/>
  <p:tag name="KSO_WM_TEMPLATE_INDEX" val="20231731"/>
  <p:tag name="KSO_WM_UNIT_LAYERLEVEL" val="1_1_1"/>
  <p:tag name="KSO_WM_TAG_VERSION" val="3.0"/>
  <p:tag name="KSO_WM_UNIT_TYPE" val="l_h_i"/>
  <p:tag name="KSO_WM_UNIT_INDEX" val="1_4_2"/>
  <p:tag name="KSO_WM_DIAGRAM_VERSION" val="3"/>
  <p:tag name="KSO_WM_DIAGRAM_COLOR_TRICK" val="1"/>
  <p:tag name="KSO_WM_DIAGRAM_COLOR_TEXT_CAN_REMOVE" val="n"/>
  <p:tag name="KSO_WM_DIAGRAM_GROUP_CODE" val="l1-1"/>
  <p:tag name="KSO_WM_DIAGRAM_MAX_ITEMCNT" val="6"/>
  <p:tag name="KSO_WM_DIAGRAM_MIN_ITEMCNT" val="2"/>
  <p:tag name="KSO_WM_DIAGRAM_VIRTUALLY_FRAME" val="{&quot;height&quot;:256.2190429687503,&quot;left&quot;:55.90000610351562,&quot;top&quot;:294.115478515625,&quot;width&quot;:824.7999877929688}"/>
  <p:tag name="KSO_WM_DIAGRAM_COLOR_MATCH_VALUE" val="{&quot;shape&quot;:{&quot;fill&quot;:{&quot;gradient&quot;:[{&quot;brightness&quot;:-0.25,&quot;colorType&quot;:1,&quot;foreColorIndex&quot;:5,&quot;pos&quot;:0.009999999776482582,&quot;transparency&quot;:0},{&quot;brightness&quot;:0,&quot;colorType&quot;:1,&quot;foreColorIndex&quot;:5,&quot;pos&quot;:1,&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DIAGRAM_USE_COLOR_VALUE" val="{&quot;color_scheme&quot;:1,&quot;color_type&quot;:1,&quot;theme_color_indexes&quot;:[5,6,5,6,5,6]}"/>
</p:tagLst>
</file>

<file path=ppt/tags/tag219.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4_1"/>
  <p:tag name="KSO_WM_UNIT_ID" val="diagram20231731_5*l_h_f*1_4_1"/>
  <p:tag name="KSO_WM_TEMPLATE_CATEGORY" val="diagram"/>
  <p:tag name="KSO_WM_TEMPLATE_INDEX" val="20231731"/>
  <p:tag name="KSO_WM_UNIT_LAYERLEVEL" val="1_1_1"/>
  <p:tag name="KSO_WM_TAG_VERSION" val="3.0"/>
  <p:tag name="KSO_WM_UNIT_TEXT_FILL_FORE_SCHEMECOLOR_INDEX_BRIGHTNESS" val="0.15"/>
  <p:tag name="KSO_WM_DIAGRAM_VERSION" val="3"/>
  <p:tag name="KSO_WM_DIAGRAM_COLOR_TRICK" val="1"/>
  <p:tag name="KSO_WM_DIAGRAM_COLOR_TEXT_CAN_REMOVE" val="n"/>
  <p:tag name="KSO_WM_DIAGRAM_GROUP_CODE" val="l1-1"/>
  <p:tag name="KSO_WM_DIAGRAM_MAX_ITEMCNT" val="6"/>
  <p:tag name="KSO_WM_DIAGRAM_MIN_ITEMCNT" val="2"/>
  <p:tag name="KSO_WM_DIAGRAM_VIRTUALLY_FRAME" val="{&quot;height&quot;:256.2190429687503,&quot;left&quot;:55.90000610351562,&quot;top&quot;:294.115478515625,&quot;width&quot;:824.799987792968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UNIT_PRESET_TEXT" val="单击此处输入你的项正文内容"/>
  <p:tag name="KSO_WM_UNIT_TEXT_FILL_FORE_SCHEMECOLOR_INDEX" val="1"/>
  <p:tag name="KSO_WM_UNIT_TEXT_FILL_TYPE" val="1"/>
  <p:tag name="KSO_WM_DIAGRAM_USE_COLOR_VALUE" val="{&quot;color_scheme&quot;:1,&quot;color_type&quot;:1,&quot;theme_color_indexes&quot;:[5,6,5,6,5,6]}"/>
</p:tagLst>
</file>

<file path=ppt/tags/tag220.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4_1"/>
  <p:tag name="KSO_WM_UNIT_ID" val="diagram20231731_5*l_h_a*1_4_1"/>
  <p:tag name="KSO_WM_TEMPLATE_CATEGORY" val="diagram"/>
  <p:tag name="KSO_WM_TEMPLATE_INDEX" val="20231731"/>
  <p:tag name="KSO_WM_UNIT_LAYERLEVEL" val="1_1_1"/>
  <p:tag name="KSO_WM_TAG_VERSION" val="3.0"/>
  <p:tag name="KSO_WM_UNIT_TEXT_FILL_FORE_SCHEMECOLOR_INDEX_BRIGHTNESS" val="0.15"/>
  <p:tag name="KSO_WM_DIAGRAM_VERSION" val="3"/>
  <p:tag name="KSO_WM_DIAGRAM_COLOR_TRICK" val="1"/>
  <p:tag name="KSO_WM_DIAGRAM_COLOR_TEXT_CAN_REMOVE" val="n"/>
  <p:tag name="KSO_WM_DIAGRAM_GROUP_CODE" val="l1-1"/>
  <p:tag name="KSO_WM_DIAGRAM_MAX_ITEMCNT" val="6"/>
  <p:tag name="KSO_WM_DIAGRAM_MIN_ITEMCNT" val="2"/>
  <p:tag name="KSO_WM_DIAGRAM_VIRTUALLY_FRAME" val="{&quot;height&quot;:256.2190429687503,&quot;left&quot;:55.90000610351562,&quot;top&quot;:294.115478515625,&quot;width&quot;:824.799987792968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BEAUTIFY_FLAG" val="#wm#"/>
  <p:tag name="KSO_WM_UNIT_PRESET_TEXT" val="项标题"/>
  <p:tag name="KSO_WM_UNIT_TEXT_FILL_FORE_SCHEMECOLOR_INDEX" val="1"/>
  <p:tag name="KSO_WM_UNIT_TEXT_FILL_TYPE" val="1"/>
  <p:tag name="KSO_WM_DIAGRAM_USE_COLOR_VALUE" val="{&quot;color_scheme&quot;:1,&quot;color_type&quot;:1,&quot;theme_color_indexes&quot;:[5,6,5,6,5,6]}"/>
</p:tagLst>
</file>

<file path=ppt/tags/tag2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731_5*l_h_i*1_4_1"/>
  <p:tag name="KSO_WM_TEMPLATE_CATEGORY" val="diagram"/>
  <p:tag name="KSO_WM_TEMPLATE_INDEX" val="20231731"/>
  <p:tag name="KSO_WM_UNIT_LAYERLEVEL" val="1_1_1"/>
  <p:tag name="KSO_WM_TAG_VERSION" val="3.0"/>
  <p:tag name="KSO_WM_UNIT_TYPE" val="l_h_i"/>
  <p:tag name="KSO_WM_UNIT_INDEX" val="1_4_1"/>
  <p:tag name="KSO_WM_DIAGRAM_VERSION" val="3"/>
  <p:tag name="KSO_WM_DIAGRAM_COLOR_TRICK" val="1"/>
  <p:tag name="KSO_WM_DIAGRAM_COLOR_TEXT_CAN_REMOVE" val="n"/>
  <p:tag name="KSO_WM_DIAGRAM_GROUP_CODE" val="l1-1"/>
  <p:tag name="KSO_WM_DIAGRAM_MAX_ITEMCNT" val="6"/>
  <p:tag name="KSO_WM_DIAGRAM_MIN_ITEMCNT" val="2"/>
  <p:tag name="KSO_WM_DIAGRAM_VIRTUALLY_FRAME" val="{&quot;height&quot;:256.2190429687503,&quot;left&quot;:55.90000610351562,&quot;top&quot;:294.115478515625,&quot;width&quot;:824.7999877929688}"/>
  <p:tag name="KSO_WM_DIAGRAM_COLOR_MATCH_VALUE" val="{&quot;shape&quot;:{&quot;fill&quot;:{&quot;type&quot;:0},&quot;glow&quot;:{&quot;colorType&quot;:0},&quot;line&quot;:{&quot;gradient&quot;:[{&quot;brightness&quot;:0,&quot;colorType&quot;:1,&quot;foreColorIndex&quot;:5,&quot;pos&quot;:0,&quot;transparency&quot;:1},{&quot;brightness&quot;:0,&quot;colorType&quot;:1,&quot;foreColorIndex&quot;:5,&quot;pos&quot;:1,&quot;transparency&quot;:0}],&quot;type&quot;:2},&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DIAGRAM_USE_COLOR_VALUE" val="{&quot;color_scheme&quot;:1,&quot;color_type&quot;:1,&quot;theme_color_indexes&quot;:[5,6,5,6,5,6]}"/>
</p:tagLst>
</file>

<file path=ppt/tags/tag222.xml><?xml version="1.0" encoding="utf-8"?>
<p:tagLst xmlns:p="http://schemas.openxmlformats.org/presentationml/2006/main">
  <p:tag name="KSO_WM_BEAUTIFY_FLAG" val="#wm#"/>
  <p:tag name="KSO_WM_TEMPLATE_CATEGORY" val="custom"/>
  <p:tag name="KSO_WM_TEMPLATE_INDEX" val="20205081"/>
</p:tagLst>
</file>

<file path=ppt/tags/tag223.xml><?xml version="1.0" encoding="utf-8"?>
<p:tagLst xmlns:p="http://schemas.openxmlformats.org/presentationml/2006/main">
  <p:tag name="KSO_WM_BEAUTIFY_FLAG" val="#wm#"/>
  <p:tag name="KSO_WM_TEMPLATE_CATEGORY" val="custom"/>
  <p:tag name="KSO_WM_TEMPLATE_INDEX" val="20205081"/>
</p:tagLst>
</file>

<file path=ppt/tags/tag224.xml><?xml version="1.0" encoding="utf-8"?>
<p:tagLst xmlns:p="http://schemas.openxmlformats.org/presentationml/2006/main">
  <p:tag name="KSO_WM_BEAUTIFY_FLAG" val="#wm#"/>
  <p:tag name="KSO_WM_TEMPLATE_CATEGORY" val="custom"/>
  <p:tag name="KSO_WM_TEMPLATE_INDEX" val="20205081"/>
</p:tagLst>
</file>

<file path=ppt/tags/tag225.xml><?xml version="1.0" encoding="utf-8"?>
<p:tagLst xmlns:p="http://schemas.openxmlformats.org/presentationml/2006/main">
  <p:tag name="KSO_WM_BEAUTIFY_FLAG" val="#wm#"/>
  <p:tag name="KSO_WM_TEMPLATE_CATEGORY" val="custom"/>
  <p:tag name="KSO_WM_TEMPLATE_INDEX" val="20205081"/>
</p:tagLst>
</file>

<file path=ppt/tags/tag226.xml><?xml version="1.0" encoding="utf-8"?>
<p:tagLst xmlns:p="http://schemas.openxmlformats.org/presentationml/2006/main">
  <p:tag name="KSO_WM_BEAUTIFY_FLAG" val="#wm#"/>
  <p:tag name="KSO_WM_TEMPLATE_CATEGORY" val="custom"/>
  <p:tag name="KSO_WM_TEMPLATE_INDEX" val="20205081"/>
</p:tagLst>
</file>

<file path=ppt/tags/tag227.xml><?xml version="1.0" encoding="utf-8"?>
<p:tagLst xmlns:p="http://schemas.openxmlformats.org/presentationml/2006/main">
  <p:tag name="KSO_WM_BEAUTIFY_FLAG" val="#wm#"/>
  <p:tag name="KSO_WM_TEMPLATE_CATEGORY" val="custom"/>
  <p:tag name="KSO_WM_TEMPLATE_INDEX" val="20205081"/>
</p:tagLst>
</file>

<file path=ppt/tags/tag228.xml><?xml version="1.0" encoding="utf-8"?>
<p:tagLst xmlns:p="http://schemas.openxmlformats.org/presentationml/2006/main">
  <p:tag name="resource_record_key" val="{&quot;65&quot;:[20205081],&quot;70&quot;:[3314050,3312207]}"/>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
      <a:majorFont>
        <a:latin typeface="黑体-简"/>
        <a:ea typeface="黑体"/>
        <a:cs typeface=""/>
      </a:majorFont>
      <a:minorFont>
        <a:latin typeface="Times New Roman"/>
        <a:ea typeface="宋体"/>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
      <a:majorFont>
        <a:latin typeface="黑体-简"/>
        <a:ea typeface="黑体"/>
        <a:cs typeface=""/>
      </a:majorFont>
      <a:minorFont>
        <a:latin typeface="Times New Roman"/>
        <a:ea typeface="宋体"/>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WPS">
      <a:majorFont>
        <a:latin typeface="苹方-简"/>
        <a:ea typeface="苹方-简"/>
        <a:cs typeface=""/>
      </a:majorFont>
      <a:minorFont>
        <a:latin typeface="苹方-简"/>
        <a:ea typeface="苹方-简"/>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WPS">
      <a:majorFont>
        <a:latin typeface="苹方-简"/>
        <a:ea typeface="苹方-简"/>
        <a:cs typeface=""/>
      </a:majorFont>
      <a:minorFont>
        <a:latin typeface="苹方-简"/>
        <a:ea typeface="苹方-简"/>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3842</Words>
  <Application>WPS 文字</Application>
  <PresentationFormat>宽屏</PresentationFormat>
  <Paragraphs>288</Paragraphs>
  <Slides>13</Slides>
  <Notes>4</Notes>
  <HiddenSlides>0</HiddenSlides>
  <MMClips>0</MMClips>
  <ScaleCrop>false</ScaleCrop>
  <HeadingPairs>
    <vt:vector size="6" baseType="variant">
      <vt:variant>
        <vt:lpstr>已用的字体</vt:lpstr>
      </vt:variant>
      <vt:variant>
        <vt:i4>62</vt:i4>
      </vt:variant>
      <vt:variant>
        <vt:lpstr>主题</vt:lpstr>
      </vt:variant>
      <vt:variant>
        <vt:i4>2</vt:i4>
      </vt:variant>
      <vt:variant>
        <vt:lpstr>幻灯片标题</vt:lpstr>
      </vt:variant>
      <vt:variant>
        <vt:i4>13</vt:i4>
      </vt:variant>
    </vt:vector>
  </HeadingPairs>
  <TitlesOfParts>
    <vt:vector size="77" baseType="lpstr">
      <vt:lpstr>Arial</vt:lpstr>
      <vt:lpstr>宋体</vt:lpstr>
      <vt:lpstr>Wingdings</vt:lpstr>
      <vt:lpstr>Wingdings</vt:lpstr>
      <vt:lpstr>黑体-简</vt:lpstr>
      <vt:lpstr>Heiti SC Medium</vt:lpstr>
      <vt:lpstr>思源黑体 CN Normal</vt:lpstr>
      <vt:lpstr>思源黑体 CN Light</vt:lpstr>
      <vt:lpstr>汉仪中黑KW</vt:lpstr>
      <vt:lpstr>思源黑体 CN Medium</vt:lpstr>
      <vt:lpstr>Source Han Sans SC Bold</vt:lpstr>
      <vt:lpstr>苹方-简</vt:lpstr>
      <vt:lpstr>Source Han Sans SC Regular</vt:lpstr>
      <vt:lpstr>HarmonyOS Sans SC Black</vt:lpstr>
      <vt:lpstr>黑体</vt:lpstr>
      <vt:lpstr>Times New Roman</vt:lpstr>
      <vt:lpstr>Cambria Math</vt:lpstr>
      <vt:lpstr>MS Mincho</vt:lpstr>
      <vt:lpstr>DejaVu Math TeX Gyre</vt:lpstr>
      <vt:lpstr>Times New Roman</vt:lpstr>
      <vt:lpstr>汉仪书宋二KW</vt:lpstr>
      <vt:lpstr>微软雅黑</vt:lpstr>
      <vt:lpstr>汉仪旗黑</vt:lpstr>
      <vt:lpstr>宋体</vt:lpstr>
      <vt:lpstr>Arial Unicode MS</vt:lpstr>
      <vt:lpstr>Kingsoft Math</vt:lpstr>
      <vt:lpstr>Hiragino Sans</vt:lpstr>
      <vt:lpstr>黑体</vt:lpstr>
      <vt:lpstr>HarmonyOS Sans SC Black</vt:lpstr>
      <vt:lpstr>Source Han Sans SC Bold</vt:lpstr>
      <vt:lpstr>Source Han Sans SC Regular</vt:lpstr>
      <vt:lpstr>思源黑体 CN Light</vt:lpstr>
      <vt:lpstr>思源黑体 CN Medium</vt:lpstr>
      <vt:lpstr>思源黑体 CN Normal</vt:lpstr>
      <vt:lpstr>兰米宋体</vt:lpstr>
      <vt:lpstr>方正悠黑体</vt:lpstr>
      <vt:lpstr>方正宝黑体 简 Light</vt:lpstr>
      <vt:lpstr>方正宝黑体 简 Medium</vt:lpstr>
      <vt:lpstr>Wonder Sans Bold</vt:lpstr>
      <vt:lpstr>Saturday Sans Regular</vt:lpstr>
      <vt:lpstr>Tamil MN</vt:lpstr>
      <vt:lpstr>Ms.Luce</vt:lpstr>
      <vt:lpstr>华文仿宋</vt:lpstr>
      <vt:lpstr>FZHei-B01S</vt:lpstr>
      <vt:lpstr>华文宋体</vt:lpstr>
      <vt:lpstr>-apple-system</vt:lpstr>
      <vt:lpstr>Arial</vt:lpstr>
      <vt:lpstr>Thonburi</vt:lpstr>
      <vt:lpstr>FZHei-B01S</vt:lpstr>
      <vt:lpstr>微软雅黑</vt:lpstr>
      <vt:lpstr>MiSans Normal</vt:lpstr>
      <vt:lpstr>思源黑体 Regular</vt:lpstr>
      <vt:lpstr>Noto Sans SC</vt:lpstr>
      <vt:lpstr>Calibri</vt:lpstr>
      <vt:lpstr>Roboto Regular</vt:lpstr>
      <vt:lpstr>思源黑体 CN Regular</vt:lpstr>
      <vt:lpstr>Helvetica Neue</vt:lpstr>
      <vt:lpstr>+中文正文</vt:lpstr>
      <vt:lpstr>MiSans Normal</vt:lpstr>
      <vt:lpstr>Noto Sans SC</vt:lpstr>
      <vt:lpstr>黑体-简 中等</vt:lpstr>
      <vt:lpstr>Heiti SC Light</vt:lpstr>
      <vt:lpstr>WPS</vt:lpstr>
      <vt:lpstr>1_WPS</vt:lpstr>
      <vt:lpstr>输电可视化装置技术交流</vt:lpstr>
      <vt:lpstr>双目立体匹配算法优化</vt:lpstr>
      <vt:lpstr>多模态大模型核心组件</vt:lpstr>
      <vt:lpstr>Qwen-VL系列</vt:lpstr>
      <vt:lpstr>Qwen-VL系列</vt:lpstr>
      <vt:lpstr>Qwen-VL系列</vt:lpstr>
      <vt:lpstr>多模态大模型迈向实用的痛点问题</vt:lpstr>
      <vt:lpstr>多模态大模型落地痛点与解决方案</vt:lpstr>
      <vt:lpstr>Agenda</vt:lpstr>
      <vt:lpstr>AI大模型在电力行业的应用价值</vt:lpstr>
      <vt:lpstr>适配下游任务的pipeline</vt:lpstr>
      <vt:lpstr>行业适配技术方案-Part.1</vt:lpstr>
      <vt:lpstr>数据飞轮到智慧飞轮</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牛奶还是纯的好、</cp:lastModifiedBy>
  <cp:revision>325</cp:revision>
  <dcterms:created xsi:type="dcterms:W3CDTF">2026-05-07T10:15:15Z</dcterms:created>
  <dcterms:modified xsi:type="dcterms:W3CDTF">2026-05-07T10:15:15Z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2052-12.1.24709.24709</vt:lpwstr>
  </property>
  <property fmtid="{D5CDD505-2E9C-101B-9397-08002B2CF9AE}" pid="3" name="ICV">
    <vt:lpwstr>B899D0D187974F35B349379BAA615B2D_13</vt:lpwstr>
  </property>
</Properties>
</file>